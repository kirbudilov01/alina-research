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1c356b0d3b40d8" /><Relationship Type="http://schemas.openxmlformats.org/officeDocument/2006/relationships/extended-properties" Target="/docProps/app.xml" Id="R2c306b4798d249c2" /><Relationship Type="http://schemas.openxmlformats.org/officeDocument/2006/relationships/officeDocument" Target="/ppt/presentation.xml" Id="R0aca07a5412143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14fec7410c46a1"/>
  </p:sldMasterIdLst>
  <p:notesMasterIdLst>
    <p:notesMasterId xmlns:r="http://schemas.openxmlformats.org/officeDocument/2006/relationships" r:id="R9d4675015a90420c"/>
  </p:notesMasterIdLst>
  <p:sldIdLst>
    <p:sldId xmlns:r="http://schemas.openxmlformats.org/officeDocument/2006/relationships" id="256" r:id="R764ac3b972264b19"/>
    <p:sldId xmlns:r="http://schemas.openxmlformats.org/officeDocument/2006/relationships" id="257" r:id="R2555b8873abd4e1b"/>
    <p:sldId xmlns:r="http://schemas.openxmlformats.org/officeDocument/2006/relationships" id="258" r:id="Rb87b59132c26480a"/>
    <p:sldId xmlns:r="http://schemas.openxmlformats.org/officeDocument/2006/relationships" id="259" r:id="R1b5536e122f54127"/>
    <p:sldId xmlns:r="http://schemas.openxmlformats.org/officeDocument/2006/relationships" id="260" r:id="Ra2df8d14dff74857"/>
    <p:sldId xmlns:r="http://schemas.openxmlformats.org/officeDocument/2006/relationships" id="261" r:id="R0f1ef35e9a654bea"/>
    <p:sldId xmlns:r="http://schemas.openxmlformats.org/officeDocument/2006/relationships" id="262" r:id="R42f03bbadff647ea"/>
    <p:sldId xmlns:r="http://schemas.openxmlformats.org/officeDocument/2006/relationships" id="263" r:id="Rede8140558e047c2"/>
    <p:sldId xmlns:r="http://schemas.openxmlformats.org/officeDocument/2006/relationships" id="264" r:id="R282c4db606404bd9"/>
    <p:sldId xmlns:r="http://schemas.openxmlformats.org/officeDocument/2006/relationships" id="265" r:id="R36eeb4428d134277"/>
    <p:sldId xmlns:r="http://schemas.openxmlformats.org/officeDocument/2006/relationships" id="266" r:id="R153c645b5456418b"/>
    <p:sldId xmlns:r="http://schemas.openxmlformats.org/officeDocument/2006/relationships" id="267" r:id="Raf9e467459354ac4"/>
    <p:sldId xmlns:r="http://schemas.openxmlformats.org/officeDocument/2006/relationships" id="268" r:id="R2585ee78953242cc"/>
    <p:sldId xmlns:r="http://schemas.openxmlformats.org/officeDocument/2006/relationships" id="269" r:id="Ref93f6b0aee842ba"/>
    <p:sldId xmlns:r="http://schemas.openxmlformats.org/officeDocument/2006/relationships" id="270" r:id="R52e2a0dc029340ba"/>
    <p:sldId xmlns:r="http://schemas.openxmlformats.org/officeDocument/2006/relationships" id="271" r:id="R44d17b38409f43f5"/>
    <p:sldId xmlns:r="http://schemas.openxmlformats.org/officeDocument/2006/relationships" id="272" r:id="R27c6a3394f444837"/>
    <p:sldId xmlns:r="http://schemas.openxmlformats.org/officeDocument/2006/relationships" id="273" r:id="Rb6caa2bf2eb84e54"/>
    <p:sldId xmlns:r="http://schemas.openxmlformats.org/officeDocument/2006/relationships" id="274" r:id="Ra353f2d2331e4981"/>
    <p:sldId xmlns:r="http://schemas.openxmlformats.org/officeDocument/2006/relationships" id="275" r:id="R1cbf6c58dfce4ef3"/>
    <p:sldId xmlns:r="http://schemas.openxmlformats.org/officeDocument/2006/relationships" id="276" r:id="R19d24d834daf47d7"/>
    <p:sldId xmlns:r="http://schemas.openxmlformats.org/officeDocument/2006/relationships" id="277" r:id="R3d27e5b2fd814e12"/>
    <p:sldId xmlns:r="http://schemas.openxmlformats.org/officeDocument/2006/relationships" id="278" r:id="Race8497c87664019"/>
    <p:sldId xmlns:r="http://schemas.openxmlformats.org/officeDocument/2006/relationships" id="279" r:id="R7e3488177b4c4ad9"/>
    <p:sldId xmlns:r="http://schemas.openxmlformats.org/officeDocument/2006/relationships" id="280" r:id="R685ce3a0861c4847"/>
    <p:sldId xmlns:r="http://schemas.openxmlformats.org/officeDocument/2006/relationships" id="281" r:id="R38172f41c5464d66"/>
    <p:sldId xmlns:r="http://schemas.openxmlformats.org/officeDocument/2006/relationships" id="282" r:id="R4c05dc16bbff4b9b"/>
    <p:sldId xmlns:r="http://schemas.openxmlformats.org/officeDocument/2006/relationships" id="283" r:id="R71e51fd294924a7f"/>
    <p:sldId xmlns:r="http://schemas.openxmlformats.org/officeDocument/2006/relationships" id="284" r:id="R1095fde1e7024611"/>
    <p:sldId xmlns:r="http://schemas.openxmlformats.org/officeDocument/2006/relationships" id="285" r:id="R21a567f5425240d6"/>
    <p:sldId xmlns:r="http://schemas.openxmlformats.org/officeDocument/2006/relationships" id="286" r:id="R0856780fb6604cd2"/>
    <p:sldId xmlns:r="http://schemas.openxmlformats.org/officeDocument/2006/relationships" id="287" r:id="R0c9211764440419a"/>
    <p:sldId xmlns:r="http://schemas.openxmlformats.org/officeDocument/2006/relationships" id="288" r:id="R10abc55d4039484a"/>
    <p:sldId xmlns:r="http://schemas.openxmlformats.org/officeDocument/2006/relationships" id="289" r:id="R11ad28f670914ce0"/>
    <p:sldId xmlns:r="http://schemas.openxmlformats.org/officeDocument/2006/relationships" id="290" r:id="Raeada9d3c3994d01"/>
    <p:sldId xmlns:r="http://schemas.openxmlformats.org/officeDocument/2006/relationships" id="291" r:id="R41aa0a5cb56c4d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0496c365ee40b1" /><Relationship Type="http://schemas.openxmlformats.org/officeDocument/2006/relationships/slideMaster" Target="/ppt/slideMasters/slideMaster1.xml" Id="R9514fec7410c46a1" /><Relationship Type="http://schemas.openxmlformats.org/officeDocument/2006/relationships/notesMaster" Target="/ppt/notesMasters/notesMaster1.xml" Id="R9d4675015a90420c" /><Relationship Type="http://schemas.openxmlformats.org/officeDocument/2006/relationships/presProps" Target="/ppt/presProps.xml" Id="Rc52343bca5f54b99" /><Relationship Type="http://schemas.openxmlformats.org/officeDocument/2006/relationships/viewProps" Target="/ppt/viewProps.xml" Id="Rdb361dfcd0e74a86" /><Relationship Type="http://schemas.openxmlformats.org/officeDocument/2006/relationships/tableStyles" Target="/ppt/tableStyles.xml" Id="R6b0c1a7bca73498b" /><Relationship Type="http://schemas.openxmlformats.org/officeDocument/2006/relationships/slide" Target="/ppt/slides/slide1.xml" Id="R764ac3b972264b19" /><Relationship Type="http://schemas.openxmlformats.org/officeDocument/2006/relationships/slide" Target="/ppt/slides/slide2.xml" Id="R2555b8873abd4e1b" /><Relationship Type="http://schemas.openxmlformats.org/officeDocument/2006/relationships/slide" Target="/ppt/slides/slide3.xml" Id="Rb87b59132c26480a" /><Relationship Type="http://schemas.openxmlformats.org/officeDocument/2006/relationships/slide" Target="/ppt/slides/slide4.xml" Id="R1b5536e122f54127" /><Relationship Type="http://schemas.openxmlformats.org/officeDocument/2006/relationships/slide" Target="/ppt/slides/slide5.xml" Id="Ra2df8d14dff74857" /><Relationship Type="http://schemas.openxmlformats.org/officeDocument/2006/relationships/slide" Target="/ppt/slides/slide6.xml" Id="R0f1ef35e9a654bea" /><Relationship Type="http://schemas.openxmlformats.org/officeDocument/2006/relationships/slide" Target="/ppt/slides/slide7.xml" Id="R42f03bbadff647ea" /><Relationship Type="http://schemas.openxmlformats.org/officeDocument/2006/relationships/slide" Target="/ppt/slides/slide8.xml" Id="Rede8140558e047c2" /><Relationship Type="http://schemas.openxmlformats.org/officeDocument/2006/relationships/slide" Target="/ppt/slides/slide9.xml" Id="R282c4db606404bd9" /><Relationship Type="http://schemas.openxmlformats.org/officeDocument/2006/relationships/slide" Target="/ppt/slides/slide10.xml" Id="R36eeb4428d134277" /><Relationship Type="http://schemas.openxmlformats.org/officeDocument/2006/relationships/slide" Target="/ppt/slides/slide11.xml" Id="R153c645b5456418b" /><Relationship Type="http://schemas.openxmlformats.org/officeDocument/2006/relationships/slide" Target="/ppt/slides/slide12.xml" Id="Raf9e467459354ac4" /><Relationship Type="http://schemas.openxmlformats.org/officeDocument/2006/relationships/slide" Target="/ppt/slides/slide13.xml" Id="R2585ee78953242cc" /><Relationship Type="http://schemas.openxmlformats.org/officeDocument/2006/relationships/slide" Target="/ppt/slides/slide14.xml" Id="Ref93f6b0aee842ba" /><Relationship Type="http://schemas.openxmlformats.org/officeDocument/2006/relationships/slide" Target="/ppt/slides/slide15.xml" Id="R52e2a0dc029340ba" /><Relationship Type="http://schemas.openxmlformats.org/officeDocument/2006/relationships/slide" Target="/ppt/slides/slide16.xml" Id="R44d17b38409f43f5" /><Relationship Type="http://schemas.openxmlformats.org/officeDocument/2006/relationships/slide" Target="/ppt/slides/slide17.xml" Id="R27c6a3394f444837" /><Relationship Type="http://schemas.openxmlformats.org/officeDocument/2006/relationships/slide" Target="/ppt/slides/slide18.xml" Id="Rb6caa2bf2eb84e54" /><Relationship Type="http://schemas.openxmlformats.org/officeDocument/2006/relationships/slide" Target="/ppt/slides/slide19.xml" Id="Ra353f2d2331e4981" /><Relationship Type="http://schemas.openxmlformats.org/officeDocument/2006/relationships/slide" Target="/ppt/slides/slide20.xml" Id="R1cbf6c58dfce4ef3" /><Relationship Type="http://schemas.openxmlformats.org/officeDocument/2006/relationships/slide" Target="/ppt/slides/slide21.xml" Id="R19d24d834daf47d7" /><Relationship Type="http://schemas.openxmlformats.org/officeDocument/2006/relationships/slide" Target="/ppt/slides/slide22.xml" Id="R3d27e5b2fd814e12" /><Relationship Type="http://schemas.openxmlformats.org/officeDocument/2006/relationships/slide" Target="/ppt/slides/slide23.xml" Id="Race8497c87664019" /><Relationship Type="http://schemas.openxmlformats.org/officeDocument/2006/relationships/slide" Target="/ppt/slides/slide24.xml" Id="R7e3488177b4c4ad9" /><Relationship Type="http://schemas.openxmlformats.org/officeDocument/2006/relationships/slide" Target="/ppt/slides/slide25.xml" Id="R685ce3a0861c4847" /><Relationship Type="http://schemas.openxmlformats.org/officeDocument/2006/relationships/slide" Target="/ppt/slides/slide26.xml" Id="R38172f41c5464d66" /><Relationship Type="http://schemas.openxmlformats.org/officeDocument/2006/relationships/slide" Target="/ppt/slides/slide27.xml" Id="R4c05dc16bbff4b9b" /><Relationship Type="http://schemas.openxmlformats.org/officeDocument/2006/relationships/slide" Target="/ppt/slides/slide28.xml" Id="R71e51fd294924a7f" /><Relationship Type="http://schemas.openxmlformats.org/officeDocument/2006/relationships/slide" Target="/ppt/slides/slide29.xml" Id="R1095fde1e7024611" /><Relationship Type="http://schemas.openxmlformats.org/officeDocument/2006/relationships/slide" Target="/ppt/slides/slide30.xml" Id="R21a567f5425240d6" /><Relationship Type="http://schemas.openxmlformats.org/officeDocument/2006/relationships/slide" Target="/ppt/slides/slide31.xml" Id="R0856780fb6604cd2" /><Relationship Type="http://schemas.openxmlformats.org/officeDocument/2006/relationships/slide" Target="/ppt/slides/slide32.xml" Id="R0c9211764440419a" /><Relationship Type="http://schemas.openxmlformats.org/officeDocument/2006/relationships/slide" Target="/ppt/slides/slide33.xml" Id="R10abc55d4039484a" /><Relationship Type="http://schemas.openxmlformats.org/officeDocument/2006/relationships/slide" Target="/ppt/slides/slide34.xml" Id="R11ad28f670914ce0" /><Relationship Type="http://schemas.openxmlformats.org/officeDocument/2006/relationships/slide" Target="/ppt/slides/slide35.xml" Id="Raeada9d3c3994d01" /><Relationship Type="http://schemas.openxmlformats.org/officeDocument/2006/relationships/slide" Target="/ppt/slides/slide36.xml" Id="R41aa0a5cb56c4d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6eb62445154d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8dd0d1bc3a4c6a" /><Relationship Type="http://schemas.openxmlformats.org/officeDocument/2006/relationships/notesMaster" Target="/ppt/notesMasters/notesMaster1.xml" Id="R7a5939b6dd0c4e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9cfff9c75a4f30" /><Relationship Type="http://schemas.openxmlformats.org/officeDocument/2006/relationships/notesMaster" Target="/ppt/notesMasters/notesMaster1.xml" Id="Reec0751d6f574d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f592db43ca433b" /><Relationship Type="http://schemas.openxmlformats.org/officeDocument/2006/relationships/notesMaster" Target="/ppt/notesMasters/notesMaster1.xml" Id="R595283fdae984b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db128e09014f96" /><Relationship Type="http://schemas.openxmlformats.org/officeDocument/2006/relationships/notesMaster" Target="/ppt/notesMasters/notesMaster1.xml" Id="Ra4cf2b84b1a148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d74d74d2564046" /><Relationship Type="http://schemas.openxmlformats.org/officeDocument/2006/relationships/notesMaster" Target="/ppt/notesMasters/notesMaster1.xml" Id="R68f3afe20e2147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54bc45eb0a4ae4" /><Relationship Type="http://schemas.openxmlformats.org/officeDocument/2006/relationships/notesMaster" Target="/ppt/notesMasters/notesMaster1.xml" Id="R1a6729acf2b34c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f745cf5d914f18" /><Relationship Type="http://schemas.openxmlformats.org/officeDocument/2006/relationships/notesMaster" Target="/ppt/notesMasters/notesMaster1.xml" Id="R5049434d058e4f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c81d9c86594aa4" /><Relationship Type="http://schemas.openxmlformats.org/officeDocument/2006/relationships/notesMaster" Target="/ppt/notesMasters/notesMaster1.xml" Id="R3c23fc5a143949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b7f7d662ef45ec" /><Relationship Type="http://schemas.openxmlformats.org/officeDocument/2006/relationships/notesMaster" Target="/ppt/notesMasters/notesMaster1.xml" Id="R9cbac7cd996a4f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6450a8708b44be" /><Relationship Type="http://schemas.openxmlformats.org/officeDocument/2006/relationships/notesMaster" Target="/ppt/notesMasters/notesMaster1.xml" Id="Rc3d3a7efff4240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455c246daf4dec" /><Relationship Type="http://schemas.openxmlformats.org/officeDocument/2006/relationships/notesMaster" Target="/ppt/notesMasters/notesMaster1.xml" Id="R0a9151e04cff45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2dc544a2e6470e" /><Relationship Type="http://schemas.openxmlformats.org/officeDocument/2006/relationships/notesMaster" Target="/ppt/notesMasters/notesMaster1.xml" Id="R61bb8261fce348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5210a0652c47d1" /><Relationship Type="http://schemas.openxmlformats.org/officeDocument/2006/relationships/notesMaster" Target="/ppt/notesMasters/notesMaster1.xml" Id="Rffb2664fa19d4f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2df5f346934a60" /><Relationship Type="http://schemas.openxmlformats.org/officeDocument/2006/relationships/notesMaster" Target="/ppt/notesMasters/notesMaster1.xml" Id="R799fce2833ce47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9a95ae915549ba" /><Relationship Type="http://schemas.openxmlformats.org/officeDocument/2006/relationships/notesMaster" Target="/ppt/notesMasters/notesMaster1.xml" Id="Rd9216e75d9814b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dd1214885c4b29" /><Relationship Type="http://schemas.openxmlformats.org/officeDocument/2006/relationships/notesMaster" Target="/ppt/notesMasters/notesMaster1.xml" Id="R1e101e3b2f0b46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eb51fb4c4e1445b" /><Relationship Type="http://schemas.openxmlformats.org/officeDocument/2006/relationships/notesMaster" Target="/ppt/notesMasters/notesMaster1.xml" Id="R91bfb79d3bff401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bd9b5d0bc934cc2" /><Relationship Type="http://schemas.openxmlformats.org/officeDocument/2006/relationships/notesMaster" Target="/ppt/notesMasters/notesMaster1.xml" Id="R99a38972fee8473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51172609554419" /><Relationship Type="http://schemas.openxmlformats.org/officeDocument/2006/relationships/notesMaster" Target="/ppt/notesMasters/notesMaster1.xml" Id="Rb3e177cd062941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90362c8e1694d2e" /><Relationship Type="http://schemas.openxmlformats.org/officeDocument/2006/relationships/notesMaster" Target="/ppt/notesMasters/notesMaster1.xml" Id="R64ad3703c92c407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f8ee0f2513f4980" /><Relationship Type="http://schemas.openxmlformats.org/officeDocument/2006/relationships/notesMaster" Target="/ppt/notesMasters/notesMaster1.xml" Id="R8ac6837a7b4c44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ca94a1377cd42ba" /><Relationship Type="http://schemas.openxmlformats.org/officeDocument/2006/relationships/notesMaster" Target="/ppt/notesMasters/notesMaster1.xml" Id="R1f37c9515cfe4af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5e1a5a0a48549bc" /><Relationship Type="http://schemas.openxmlformats.org/officeDocument/2006/relationships/notesMaster" Target="/ppt/notesMasters/notesMaster1.xml" Id="R98e6bb98c16e4b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0f0973345fb48b8" /><Relationship Type="http://schemas.openxmlformats.org/officeDocument/2006/relationships/notesMaster" Target="/ppt/notesMasters/notesMaster1.xml" Id="Rd1e9ddbff7e24c5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8cf6351fdca4ceb" /><Relationship Type="http://schemas.openxmlformats.org/officeDocument/2006/relationships/notesMaster" Target="/ppt/notesMasters/notesMaster1.xml" Id="Rd4244a2a5931406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e6ce348da904b58" /><Relationship Type="http://schemas.openxmlformats.org/officeDocument/2006/relationships/notesMaster" Target="/ppt/notesMasters/notesMaster1.xml" Id="R4f204349a7de4c8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293fc5bb105447b" /><Relationship Type="http://schemas.openxmlformats.org/officeDocument/2006/relationships/notesMaster" Target="/ppt/notesMasters/notesMaster1.xml" Id="Rf8f57fb7e6dd44a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f0c469b71c74091" /><Relationship Type="http://schemas.openxmlformats.org/officeDocument/2006/relationships/notesMaster" Target="/ppt/notesMasters/notesMaster1.xml" Id="R5777875cefcf42f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b6d93672047482d" /><Relationship Type="http://schemas.openxmlformats.org/officeDocument/2006/relationships/notesMaster" Target="/ppt/notesMasters/notesMaster1.xml" Id="Refa7dde07955487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1f934bffd3842de" /><Relationship Type="http://schemas.openxmlformats.org/officeDocument/2006/relationships/notesMaster" Target="/ppt/notesMasters/notesMaster1.xml" Id="R6422442e9a68445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8f4f1286e304b9d" /><Relationship Type="http://schemas.openxmlformats.org/officeDocument/2006/relationships/notesMaster" Target="/ppt/notesMasters/notesMaster1.xml" Id="R44accdcbde194a4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a9aadbc46f94e5b" /><Relationship Type="http://schemas.openxmlformats.org/officeDocument/2006/relationships/notesMaster" Target="/ppt/notesMasters/notesMaster1.xml" Id="R202f86be4d5f459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6d546ab1442455b" /><Relationship Type="http://schemas.openxmlformats.org/officeDocument/2006/relationships/notesMaster" Target="/ppt/notesMasters/notesMaster1.xml" Id="Ra314b86c4f2949c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157778ff92942bf" /><Relationship Type="http://schemas.openxmlformats.org/officeDocument/2006/relationships/notesMaster" Target="/ppt/notesMasters/notesMaster1.xml" Id="Ra62f72e344ef4c7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d4568f94c474061" /><Relationship Type="http://schemas.openxmlformats.org/officeDocument/2006/relationships/notesMaster" Target="/ppt/notesMasters/notesMaster1.xml" Id="Rbbf24294a44d43c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c69d599a50d4b9e" /><Relationship Type="http://schemas.openxmlformats.org/officeDocument/2006/relationships/notesMaster" Target="/ppt/notesMasters/notesMaster1.xml" Id="R018818e9cc2143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ba371be744c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35e5f41c6a4010" /><Relationship Type="http://schemas.openxmlformats.org/officeDocument/2006/relationships/slideLayout" Target="/ppt/slideLayouts/slideLayout1.xml" Id="Re81ae558a0d140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1ae558a0d140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0adf368354be9" /><Relationship Type="http://schemas.openxmlformats.org/officeDocument/2006/relationships/notesSlide" Target="/ppt/notesSlides/notesSlide1.xml" Id="R31cb3ae6059d41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9f709db39452b" /><Relationship Type="http://schemas.openxmlformats.org/officeDocument/2006/relationships/notesSlide" Target="/ppt/notesSlides/notesSlide2.xml" Id="Rde4a66fa1bae4a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8103e7d424c8c" /><Relationship Type="http://schemas.openxmlformats.org/officeDocument/2006/relationships/notesSlide" Target="/ppt/notesSlides/notesSlide3.xml" Id="Rb81525fd66324f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0e16dd2ac4873" /><Relationship Type="http://schemas.openxmlformats.org/officeDocument/2006/relationships/notesSlide" Target="/ppt/notesSlides/notesSlide4.xml" Id="Rc653e9fb84864e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cfda0cbc74500" /><Relationship Type="http://schemas.openxmlformats.org/officeDocument/2006/relationships/notesSlide" Target="/ppt/notesSlides/notesSlide5.xml" Id="R37578b33890d4f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2caed09244129" /><Relationship Type="http://schemas.openxmlformats.org/officeDocument/2006/relationships/notesSlide" Target="/ppt/notesSlides/notesSlide6.xml" Id="Re8404344a56d40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c56058b6b4325" /><Relationship Type="http://schemas.openxmlformats.org/officeDocument/2006/relationships/notesSlide" Target="/ppt/notesSlides/notesSlide7.xml" Id="R5c3ff75b39a44a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efcb01c0b44a7" /><Relationship Type="http://schemas.openxmlformats.org/officeDocument/2006/relationships/notesSlide" Target="/ppt/notesSlides/notesSlide8.xml" Id="R9bda0972595446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38c2b59824b39" /><Relationship Type="http://schemas.openxmlformats.org/officeDocument/2006/relationships/notesSlide" Target="/ppt/notesSlides/notesSlide9.xml" Id="R77e91d9580e944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fde3f3c0b47bc" /><Relationship Type="http://schemas.openxmlformats.org/officeDocument/2006/relationships/notesSlide" Target="/ppt/notesSlides/notesSlide10.xml" Id="R3ec1b9eee26b48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706305baa423a" /><Relationship Type="http://schemas.openxmlformats.org/officeDocument/2006/relationships/notesSlide" Target="/ppt/notesSlides/notesSlide11.xml" Id="R435f0621467e4b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e1e1b3d544247" /><Relationship Type="http://schemas.openxmlformats.org/officeDocument/2006/relationships/notesSlide" Target="/ppt/notesSlides/notesSlide12.xml" Id="Ra15a67842e144e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a479f6fb04f9a" /><Relationship Type="http://schemas.openxmlformats.org/officeDocument/2006/relationships/notesSlide" Target="/ppt/notesSlides/notesSlide13.xml" Id="Rab6b5923b29843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6757184e343c4" /><Relationship Type="http://schemas.openxmlformats.org/officeDocument/2006/relationships/notesSlide" Target="/ppt/notesSlides/notesSlide14.xml" Id="R9d20dcdf73844e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794b862f340a4" /><Relationship Type="http://schemas.openxmlformats.org/officeDocument/2006/relationships/notesSlide" Target="/ppt/notesSlides/notesSlide15.xml" Id="R4efd45d7709742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320f9a418417e" /><Relationship Type="http://schemas.openxmlformats.org/officeDocument/2006/relationships/notesSlide" Target="/ppt/notesSlides/notesSlide16.xml" Id="Ra9983d2996d348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33632891846d1" /><Relationship Type="http://schemas.openxmlformats.org/officeDocument/2006/relationships/notesSlide" Target="/ppt/notesSlides/notesSlide17.xml" Id="R61abdc3997d643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958e884584e48" /><Relationship Type="http://schemas.openxmlformats.org/officeDocument/2006/relationships/notesSlide" Target="/ppt/notesSlides/notesSlide18.xml" Id="R4826ece5062e4a7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d2254b35942ad" /><Relationship Type="http://schemas.openxmlformats.org/officeDocument/2006/relationships/notesSlide" Target="/ppt/notesSlides/notesSlide19.xml" Id="Raa2d293975514a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13b6efd864fc4" /><Relationship Type="http://schemas.openxmlformats.org/officeDocument/2006/relationships/notesSlide" Target="/ppt/notesSlides/notesSlide20.xml" Id="R41171274b0d544c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970941f254c4f" /><Relationship Type="http://schemas.openxmlformats.org/officeDocument/2006/relationships/notesSlide" Target="/ppt/notesSlides/notesSlide21.xml" Id="Ref333b2cf8084e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e658f4d624eea" /><Relationship Type="http://schemas.openxmlformats.org/officeDocument/2006/relationships/notesSlide" Target="/ppt/notesSlides/notesSlide22.xml" Id="Re0669cf79ebd411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a4d7a98694e12" /><Relationship Type="http://schemas.openxmlformats.org/officeDocument/2006/relationships/notesSlide" Target="/ppt/notesSlides/notesSlide23.xml" Id="R5b324d4dbe9e478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85407a3ec4f2a" /><Relationship Type="http://schemas.openxmlformats.org/officeDocument/2006/relationships/notesSlide" Target="/ppt/notesSlides/notesSlide24.xml" Id="R63b73957b0dd433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1562f86374587" /><Relationship Type="http://schemas.openxmlformats.org/officeDocument/2006/relationships/notesSlide" Target="/ppt/notesSlides/notesSlide25.xml" Id="R66aa6a76b16c490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9d647c8ec4e52" /><Relationship Type="http://schemas.openxmlformats.org/officeDocument/2006/relationships/notesSlide" Target="/ppt/notesSlides/notesSlide26.xml" Id="Rc7f682ec3a704c6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62f8c68354cd8" /><Relationship Type="http://schemas.openxmlformats.org/officeDocument/2006/relationships/notesSlide" Target="/ppt/notesSlides/notesSlide27.xml" Id="Re9c83bbcc83447d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cee68f72646da" /><Relationship Type="http://schemas.openxmlformats.org/officeDocument/2006/relationships/notesSlide" Target="/ppt/notesSlides/notesSlide28.xml" Id="R356078a3fffb4c4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ba17cc6a741b9" /><Relationship Type="http://schemas.openxmlformats.org/officeDocument/2006/relationships/notesSlide" Target="/ppt/notesSlides/notesSlide29.xml" Id="Raa4a9c9945ec44c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ed78a0ab74ac9" /><Relationship Type="http://schemas.openxmlformats.org/officeDocument/2006/relationships/notesSlide" Target="/ppt/notesSlides/notesSlide30.xml" Id="R4f6aa3743f66495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0ff3e3fce478b" /><Relationship Type="http://schemas.openxmlformats.org/officeDocument/2006/relationships/notesSlide" Target="/ppt/notesSlides/notesSlide31.xml" Id="R3aae5af7bed841d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6d34d4282471c" /><Relationship Type="http://schemas.openxmlformats.org/officeDocument/2006/relationships/notesSlide" Target="/ppt/notesSlides/notesSlide32.xml" Id="Ra3074ec0abcf4e5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c4ebd68454c56" /><Relationship Type="http://schemas.openxmlformats.org/officeDocument/2006/relationships/notesSlide" Target="/ppt/notesSlides/notesSlide33.xml" Id="R286644e4f52344d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e8d780a444ed7" /><Relationship Type="http://schemas.openxmlformats.org/officeDocument/2006/relationships/notesSlide" Target="/ppt/notesSlides/notesSlide34.xml" Id="R0462c2d380e64a2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59bf9c51447a9" /><Relationship Type="http://schemas.openxmlformats.org/officeDocument/2006/relationships/notesSlide" Target="/ppt/notesSlides/notesSlide35.xml" Id="R78a3f2fee8af403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d037875e64440" /><Relationship Type="http://schemas.openxmlformats.org/officeDocument/2006/relationships/notesSlide" Target="/ppt/notesSlides/notesSlide36.xml" Id="Re6cc9f70ac344a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F298BD-53AF-4A14-B4B8-38F85D4D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2ACE3-9536-4A32-8672-71942DE1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6BBC1-2BC8-4374-B7DB-6AAC678D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308BD-392C-44DF-97E9-39834AE2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7BDF7-365E-4428-9165-2F1B9E09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Продуктовая презентация для обсуждения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99F72-4ADA-4F2A-90CB-5B527973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497523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029379-9A28-428F-8C4B-E39C0666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C6BDA-5084-4967-B877-FCA0BAE7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C805A-E5F6-4A2C-985F-5F0B3E13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AFB2D-6802-4425-9E25-7FB1641A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AA37D-23DF-4488-A131-9646388F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Короткий ответ: что мы строим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8335B-14CD-4027-A667-0FCE1B33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3C955-C399-412C-83C6-71023014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058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7C43A-0376-4653-9F20-2377402D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 — это персональный weekly visual self-guidance продукт: пользователь вводит дату рождения и текущий запрос, получает прогноз недели, проходит daily episodes и видит, как меняется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1C21E-7C04-47D1-B692-E4AAC558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97C9A-4B00-4C74-94E4-6C390C99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продаем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9CD95-73AC-405B-B055-9EDCCF68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“астрологию”, а понятную неделю: смысл → действие → визуальное изменение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C1383-6312-47AF-959C-0693D5FC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BD7E5-8F97-4892-BA60-4AE020C6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Почему сейчас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88D9A-272F-490E-8FEC-E2024EA4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personal guidance, daily wellness, AI companion и visual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9D8F4-0E40-44C9-9298-FFF38686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88B6E-F271-4498-91FA-ED12D2CF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в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BE738-01CE-4B4E-B62D-28A7AB27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forecast, daily card, action/reset, Life Canvas, Plus paywall, один video-token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BF70FC-AEB9-4064-969F-F45C21E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828E1-403B-46A6-B481-8B86F766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Главный риск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289B6B-45CD-415B-B16D-82883B22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должен понимать: Canvas изменился из-за моего действия, а не случайной генерации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B6328-DD9F-465F-A98F-36D322B7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67350"/>
            <a:ext cx="7886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85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720A6F-D3D8-4F5A-B72F-4C69F086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81650"/>
            <a:ext cx="756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не спорить о рынке, а проверить loop на 30-50 пользователях.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12EF9-F1AB-483B-95A4-F4F236F2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64228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FF1720-58B7-4B63-A816-37170C3F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9F799-86BD-4F2F-9E5E-88887F80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CDBAA-B673-4D7D-BD7A-3D01B347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AB27F-6561-4D0B-B08A-1ACA4BBD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70144-B943-4E31-B213-3546A60D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Компас показателей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550C8-117A-451B-94B4-FF1D0D9F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4B056-66A5-45BD-A4B5-0CE15D81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811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каждом финансовом или рыночном слайде важна не сама таблица, а показатель, который меняет решение.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8123A-C90D-47CC-A6EC-5F00CFD0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D289E-1A8F-47F9-9DDA-F03EAB5C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BDA7D-38C3-4EF7-945A-EE61AD1F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D1/D7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Canvas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F9921-C640-457E-A3D9-71D468E5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понимает ли человек ценность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63ED1-B42B-401E-A763-6AB4E8D0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6ADAC-F81A-4DA1-85F0-16C00BF9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Деньги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4969F-AC27-4364-A9C9-CA395730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в оплату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 на пользователя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F7529-7200-490B-B19A-E46662BF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платная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9FEB3-3F8C-417C-9262-DDA9424F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2BB8B-4455-4AC7-B53A-8A2A6EAE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Себестоимость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6F317-3AD8-4081-B708-ACC0412F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free-user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платящего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7DB06-1777-429F-BEBB-8725D7AA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съедает ли AI маржу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8F410-5045-4F56-91E0-7AAD33D9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7D2DE-4521-4DDD-9AB4-627FA4FA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Рост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D7E26-BE9F-4EB8-B654-574AAE87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регистрации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Доказательство от авторов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9DFB7-8B7F-4AD1-9F11-8B9285AA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приводить людей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3B048-6B14-443A-A3E1-CEECF863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9B85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D3745E-A2C2-40C5-A7FC-BEC4203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34050"/>
            <a:ext cx="714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Каждый блок ниже читается через один вопрос: какой показатель меняет решение по продукту?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912880-A003-4613-9E65-BAAFCBBA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351141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FD29F8-F08D-4EDF-B562-4EB20501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0466D-918B-4191-8F49-1A4CD36E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CA4F0-BFF5-4998-A304-D9FF5307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D87B3-F22D-4B65-A5EF-8508CEE9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68FE4-60E9-4D40-9824-8D433531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уже доказали лидеры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097DD-01C9-464C-A808-50B123CB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D3297-3D83-4B6C-81F0-1F4A17E0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0A3F5-E2C5-4091-9E6F-6A4D310F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/ Co-Star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7D418-C1E2-4A78-8DA3-7682711F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личная навигация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96F24-CF72-4917-94FF-C72E249C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рождения, недельный смысл, совместимость, платные разборы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6864B-D21C-4B83-ADA5-CC2BA523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iOS: $718K-$797K/мес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00898-4838-47D2-BCF7-DB38979B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C1870-3CED-4565-8CE4-1DF8DE26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/ Headspace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D0561-6903-4EF0-B510-7D1462C5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8E4EF-E00A-41CC-9EA0-7FB5C81D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доверие к подписке, годовые планы, wellness-привычка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54CF6-5EB0-45F8-811F-75FDB6AA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proxy: около $300M/год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B4FF31-944C-46DD-A065-0C62C7A7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D54D5-9FC2-490E-9852-30DC2118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/ Replika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56265-2FB8-4539-8A53-86B0BE19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петля помощника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68F20-79C9-4138-8730-8E033458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аватар, мягкий возврат, эмоциональная непрерывность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4A423D-816B-4C92-A73B-1B005D9D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оценки: $1.5M-$2.36M/мес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F4A377-6DEC-4984-8FEE-3F1ABC59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11F1D3-2E16-48F5-9CE6-7A7D61BE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/ HeyGen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F53D3-FA35-4343-BE8D-23449BE7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визуальный AI-слой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B8399-394D-4B61-A230-63FEF696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видео/аватар как premium-результат, не дешевый daily commodity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C91DB3-C2B2-492E-BFA0-17CB44E2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Gen-4 Turbo ~= $0.40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22A234-E2AC-4514-9FA1-802DFF4D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рынке уже есть все ингредиенты. AURA собирает их в один причинный недельный опыт.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1049CB-75D9-4336-8715-013EBC48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04030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E2461E-ECB7-460D-BFFD-6CCB4785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86AF8-7A95-4DCB-9C62-5E8C659A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0CF73-D12C-4736-B626-FEEA0DCA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2FB11-63DD-47E6-8EB3-C2C95F63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A9073-4460-4CF4-A29D-3FA4F82E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Новый формат находится на пересечении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BEC2B-63C4-429A-965E-67688068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CB398-57A8-4792-993E-7369313A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BF6D7-C1A0-422E-BC24-E2ED0324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Астрология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F2BCC-493C-422A-B462-B2020129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смысл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03923-14C8-4B64-B481-9060E880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B717C-94A7-49FF-A08F-CD4B3318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058FD-F20B-46CE-B4A0-50BC6FF7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8B0BB-190B-4FC4-82C7-6585E876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422C8-8458-4B8C-8CAA-3B18E3D8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AI-помощник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158679-07D3-42F7-BED8-F50E9B66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/ ассистент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9E967-E328-4010-B518-0D27E583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3CC91-C30D-4A65-802B-9D559BBF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283FF-DF0A-443E-9D5A-9BB0A280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/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D315F-00EB-4074-A74B-00C96822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4F9E2-6555-4C95-8A74-E97E54CF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7C012-5B3C-4D65-AEF5-F3966D3F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визуальная навигация недели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BCECF-AA1B-40A5-A04D-AD721AC0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не “еще одно приложение с гороскопами”. Это сериал о своей неделе, где смысл приводит к действию, а действие меняет визуальное состояние.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ECA77-330C-4B38-B697-0E78C8DE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508756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E856CD-32D5-4C86-B14A-842E111D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0D2BA-B77C-4D30-A90F-CF1369C1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AB07A-5B23-4A2F-BE6D-AFF5E389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3D751-BDFA-429F-832C-6E985529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81923-B864-430A-A8DE-79B5DDC0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Пользовательская проблема → ответ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CA0BA-543D-4088-B2C1-1EF05D2B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F6A6B-043D-46A8-A8AB-CD34CAF5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сейчас болит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D411B-4034-4377-90AB-DF926FF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2D315-2029-4FD6-B3E0-B79A2E20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Гороскопы дают смысл, но часто звучат общо и не ведут к действию.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00F59-178F-4750-91E0-3A69AED4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85DAA-407C-4016-9610-240CDA77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 дает ритуал, но не объясняет личную неделю пользователя.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7B806-A694-4791-8D23-FD00F0D8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D5B4C-C0C6-4D28-A0B8-EB670962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 умеет помнить, но не превращает неделю в понятную структуру.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59E9B-6997-4090-A616-9912100B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4DE27-7011-4C28-A5EC-CDA8886F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Avatar/video tools дают вау-картинку, но она часто не связана с поведением.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FBB89-D064-48CC-89CF-25F90718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должна дать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4BAEA-451B-450D-B432-C83BDBBD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6E904-BBBE-4FC0-B5CA-C2BFE384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прогноз недели на основе birth data и текущего запроса.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056AA-79AF-4BD6-A476-EF32C84A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704C02-D28C-4BAE-BD58-602738AB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episode: один фокус дня, одно маленькое действие, один reset.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8A01C-D1F8-448D-AAF5-9F9F0FF7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7EB3DF-A287-4A69-93B6-61220A81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Canvas: визуальная картинка меняется не случайно, а по причине.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4CE19-4C96-455F-BF42-69991B99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CE96B2-0C6A-4E4A-96A2-4DF3503D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recap/video: неделя ощущается как серия жизни, а не набор карточек.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A6F13-FBFB-4427-9D19-1D73C0E2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B59B9D-0B01-429B-A440-934B0606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Ассистент с памятью: пользователь чувствует продолжение, а не новый чат с нуля.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81D916-248E-4633-A6DB-E961B23B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C7F58C-3328-45D8-8B65-07E77E22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77071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BB39FA-02A1-4ADA-8621-AE785DFE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B8209-11FE-49D9-8076-8BD0BD63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EED45-E219-41D8-BD02-556EB901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4837B-73ED-4BF3-A8FC-D91263AE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28AFE-AB4E-4062-AC47-BED9780C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Финальная формула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23DB4-1F49-41BA-893E-D4A9FBCB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B8207-FABF-43A5-83D8-63058A2F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Финальная формула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DA685-83FF-4761-85E3-6281C0C7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weekly visual self-guidance app: пользователь вводит birth data и текущий запрос, получает прогноз недели, проходит daily episodes и видит изменение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64F57-9FBB-4518-A5E2-C6CC7484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принцип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9438A-8918-44CC-8467-7AC0051D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 не продает “предсказание судьбы”. Он продает структуру недели: понять состояние → сделать действие → увидеть изменение → вернуться завтра.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74C34-23C9-424C-96E3-2D27DDC5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внутри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FC4E3-31EC-4BA2-A588-6E25B76B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прогнозист/ассистент с памятью, weekly season, daily action/reset, image-first Life Canvas и редкими premium video moments.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B1D2E-DDBF-4223-A0EA-61469F7C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отличает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60F6C-E670-4482-8CF9-093F63E0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 конкурентов смысл, ритуал, AI-память и визуал часто живут отдельно. AURA соединяет их в причинную петлю.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CAEE8-FA3A-4117-9DFD-627CEA9F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не делаем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FECDF-FA07-4E52-ADCE-A6CBCCEF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безлимитный AI-video generator, социальную сеть или marketplace экспертов в MVP. Сначала доказываем loop.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BC6A5-555C-4FAA-B075-9E958B34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Критерий жизни продукта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3F7FF-4E23-4D41-B303-ABCCB7E1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может объяснить, почему Canvas изменился, AURA имеет шанс. Если нет — это просто генератор красивых картинок.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384D0-6265-4010-8F7D-1904DD25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55137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081116-FE1A-458D-BA72-1FE48EF8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78A43-3FD9-4770-9661-48B06B50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859D5-32B2-45B8-B72F-2268F3DD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130A8-4275-44E0-9114-D3AEF0BA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E3E18-0B8D-4320-B590-B2E6CD34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Продуктовая петля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22FCF-7572-466E-A2A3-1E2617C8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8D8F7-4188-4BBB-A977-5BB74E55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817B6-8CDD-4E02-A706-61FBB829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запрос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3F4D3-3848-4C89-9596-14C8E17C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47A3D-57BE-4184-890D-8B185A79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49D6A-DF3F-4D65-A438-D6D0A30C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C0941-04D7-4552-8CE6-8CAD939A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арка сезона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622FE-8BBF-4343-93CC-9CF67C0C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EABF1-54D3-411C-8200-D703A3EC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0719C-5D80-47C9-B751-0AC4EBE7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8ADEC0-E9CE-42CC-9CA3-2298EAD0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FDFC6E-6020-48C5-8FBC-22019584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Action / 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1B375-92E6-4473-B928-FEA71E05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маленькое действие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FDF1F-D3CF-42A1-AA37-B23541BC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D6FC95-D377-422F-8C0C-C52812D8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B267C-499E-4FA4-BC09-F3B7599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причинность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26860-F3E2-4846-8F0D-3C2333BC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 и есть продукт: Episode → Action → Reset → Reflection → Life Canvas → Tomorrow Hook.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BB3EE-B929-4DB2-8A69-30EF8718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Источник: Google Vertex AI pricing page for Veo 2; exact video model pricing нужно перепроверить перед build.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01E925-F4E6-482F-9952-6AEB22D5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91211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C7FBAD-0439-4BC4-8F4F-999FF1DE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E49D4-EDB4-486C-BBFC-02CCEE82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D96AA-C6A8-4525-9A2A-9B059780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F5EF6-5992-47E5-98C3-D98A3E4B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E5440-A180-4A33-88CF-D25E5785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Путь пользователя: первые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18F5D-7637-409D-93AD-A0814F12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ACD73-3E57-45C6-83D6-B7E0E455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DE4C5-0D81-4F99-B1A6-D1860053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33C75-4009-441B-91CA-0512C52B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CA0F0-A61E-4C44-BA9A-A27C228F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поиска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34698-8331-498B-B36F-EE963E32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хочет смысл на неделю, мягкий reset или визуальный образ будущей версии себя.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6DAA8-7E30-426A-98FF-F0B07555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D5AE6-7996-4573-99FC-C741A6F4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День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F81B9-2148-4E8D-849A-2EB810FB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петля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9AE97-9F26-4AC5-8F69-8BB7460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контекст → первый прогноз → одно действие → первый сдвиг Life Canvas.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0B239-BBAC-4890-8413-6C6D8121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95C8F-78E9-4D14-A21E-8CCD0C86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EA35E-0994-4448-8F2F-A6C1D12E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сезон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76A10-AC4C-4B6B-A225-D2B9F7A1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видит недельную арку, помнит действия и получает recap/визуальный артефакт.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36B16-E4DF-4A4B-858E-7B245048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DB1C1-CC6B-47E2-8455-A74D6228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6F484-9B0A-417F-B603-578C41E9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система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F60BCB-32ED-48F6-A3FD-CD93BBC4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становится ритуалом: память ассистента, сезоны, premium-визуалы, годовой путь.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55581A-A1A8-46D1-A9A7-71004A1F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работает только если пользователь понимает цепочку: ввод → смысл → действие → видимое изменение → возврат завтра.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ADAB1-E468-482B-9D4A-89A795C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094573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4D7498-6123-4C34-B582-93E24749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BD879-365D-4303-9460-0C61A64E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E4E27-C491-4B35-9574-49352A8D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98FAA-2798-4589-A93B-F4ADFC8B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5C889-C6DA-428E-BEEA-CA0CA942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Life Canvas должен объяснять причинность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C788A-D957-498F-B989-64910BD1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7F943-02FD-4FEC-8F56-F1EC68A9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действия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D543D-3E75-475D-8423-7037751A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После действия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8BA57-B293-479A-91E6-5C5458DC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CF3F6-1B9B-4446-A400-7DABE9DD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5E6"/>
          </a:solidFill>
          <a:ln xmlns:a="http://schemas.openxmlformats.org/drawingml/2006/main" w="0">
            <a:solidFill>
              <a:srgbClr val="D8D5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02D52-F212-4A25-844E-E85DFE1A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83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B7F5"/>
          </a:solidFill>
          <a:ln xmlns:a="http://schemas.openxmlformats.org/drawingml/2006/main" w="0">
            <a:solidFill>
              <a:srgbClr val="C4B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1A4BC-466A-4C08-B493-409EB1DE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туман / давление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неясная неделя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B1EFD-39B2-4F6C-99D4-BB8E01A7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FF0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03B5A-53B5-4CE0-9859-9BED73F6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0">
            <a:solidFill>
              <a:srgbClr val="DCEF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6A2EE3-A6A8-426B-9A5F-2CABB432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2FB4E-85F2-4E2B-BE2D-6DC21C74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1"/>
          </a:solidFill>
          <a:ln xmlns:a="http://schemas.openxmlformats.org/drawingml/2006/main" w="0">
            <a:solidFill>
              <a:srgbClr val="7B61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F5F1A-1110-45D6-B289-BF4A7F70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ясный маршрут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собранное состояние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26D26-7B34-4BEC-A54E-A979239F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7F0A8-8656-49C0-84D6-B534D3E5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D3081-C824-4CE2-B1E0-9F9AFAA6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714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сделал reset и reflection, поэтому Canvas меняется из “туман / давление” в “понятный маршрут / собранное состояние”.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4252E6-10C0-42B0-B43C-505FEFD4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говорит “ИИ просто нарисовал другую картинку” — продукт провалился. Если говорит “картинка изменилась, потому что я действовал” — AURA жива.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644BA5-856C-4DB0-A020-08FD3417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664832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2263D3-1C99-4E6E-9484-BFBD92A6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7C52B-7CD2-434E-B8C7-77B88477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C1420-B85A-4501-B4C2-2B7EF76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B5D23-0E40-4415-9915-6803417E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8BD16-49C4-423D-BBDF-44D5B4AB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Premium-видео — это момент магии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18B39-4F85-4B65-A6DA-12375723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6AEE6-0106-4784-853B-AFA7663A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22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9F228-C612-4CAE-BDEB-9790CF4E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90BC2-1754-4A84-9A15-C146D25E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3367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3B18C-82AF-4900-B17C-81A1DF93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Premium video moment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35AC8-7672-41E8-AD08-8A27ECD3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можно включать в подписку только если модель дешевая и жестко лимитирована: один 8s ролик в неделю, а не безлимитная генерация.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49646-D7F3-4C61-910B-578A0617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D7ED2-4FF8-4FA8-9CD2-1E459407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81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5EEFD-4E84-4620-AF7F-F38B0545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B8386-D305-4C3C-A320-009D526C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 себестоимость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16539-2D19-4742-84A3-12CF0D68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3307B-182F-461E-A21A-ED4509E4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EAC57-F5D4-4DC4-8816-32E0BB59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24961-F6E6-4380-AA9D-5B266759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 себестоимость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76ACF-C8C7-4366-84CA-C0AC7079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787A12-2584-41D9-80DF-B45BB3E5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C1CAC-278B-484F-96E2-4ABECE5C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269E6-1B69-45A0-BACF-F7F61178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338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~$0.60-$1.20 себестоимость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11ADA5-1547-41AE-82C3-1CD14CC7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433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380C73-DD7C-47A7-BDB9-AD17D52D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Итого media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20080C-BF95-4194-9F4C-ADCC3CA8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271875-DD72-439B-8F5A-44A9AD63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~$2.20-$3.80/мес до буфера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0BF0B9-3713-43A6-ABB8-D342A6B7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Бизнес-ход: продавать визуальную подписку, но жестко лимитировать генерации и считать каждый asset.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8DB00B-DFF7-483D-9C27-B849DC14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8298696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3182CD-9176-4898-B226-F2CDE0F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841DA-33C6-41C1-822D-8C89B5DE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34F5C-5425-40D7-8CAE-742F5A0C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993BD-EAB4-4AAC-9A19-2260B5D1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C42B4-724A-4915-BC7B-AA4A84C2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Архитектура paywall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3AFCE-C973-4141-9D2F-F1AE50FE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61A08-FBC9-4AAD-816C-AD0FF5C0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A7F2C-4C61-454C-8241-D3CF7800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AC7F9-C616-4312-A7BE-F36AB9D2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FCDF4-EDD8-4BC1-9860-E31028BE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3-7 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лимит картинок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 weekly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1FE05-B140-4DEC-8489-9DF32E83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10D0F-4CA6-4968-889E-C1DB41AF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3F81A-97FC-49EB-8FE8-470B58D1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C95B1-9C8E-4284-9B08-D05A6229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93379-0694-4047-8A0D-00A29EE5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1DDC1-81E4-43F2-834B-061B3B81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0-2 видео/мес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7BCB3-FEBD-4DEE-9B3E-49C3BF4E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6EE5E-C4BE-4257-9E79-97A0FB65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стартовый тест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A9909-7540-49F5-9D44-AFF81848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A0CFD-794B-41B9-808C-35C96733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EEA872-D88F-41C7-9CF5-2ED5AF25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F25782-2EF8-49F3-B84C-FF297E9E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videos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98352-D6D7-4759-97B5-2C311F3F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F2B7B2-2348-47D8-A5B1-94608EF0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пакет с видео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7D2D92-22FC-42E0-AE44-F8D440BA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E4DC11-DC9D-48D5-A19F-A2191376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Annual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E9DC1-1EE3-44E7-9D34-32D2AF79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$79-$89/год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90CA22-98F4-44D3-8718-60FAF8AA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пакет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ниже churn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вперед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07DFA-184D-4277-A7EA-2606A708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87B1B1-865B-4D8D-B4BB-0760FAF4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434E00-DDE4-4028-ADAD-41801476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00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не внезапное повышение, а верхний тест для пакета с 4 видео/мес. Базовую цену нужно тестировать.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2F8B2-C5A8-4F1C-A7E5-863F1C8C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762668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C6C685-275D-4217-AB14-CC6F89EC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95BD3-C416-43A7-92F4-36BAE3CA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E06B2-86E3-4642-B865-09AD77AD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27F3D-B956-4EBF-A58C-7BC12362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21559-01AD-4C10-8AA1-9676FBFC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Почему это не просто астрология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EF7C3-8147-4F11-9023-576952B6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F97DC-7412-4037-805D-3A7ED0AC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дают существующие приложения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010EF-7976-44F8-9BAF-38A85009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053CF-4479-48AC-970A-2D472222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Astrology: смысл, но часто слишком общий и пассивный.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17AFE-8ABC-4882-B3D0-A867FBDF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80EBE-D553-4C60-8179-9C4A5D9B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Mindfulness: ритуал, но часто недостаточно персональный.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04E15-5F83-4A8D-8CF5-444F536F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6707F-4AA6-4F6D-8EA5-1EE8F34F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companion: разговор, но не структурированная неделя.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47CFE-9901-4F1A-BDD1-462FA028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26BB6-374E-43C2-884E-BAF100F5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tools: визуал, но слабая причинность.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293DA-3A7B-4F7F-9E2A-CE16079F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соединяет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5A1BD-2079-4FC8-A440-195602CA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CDF47-69ED-4C5F-92C5-C10837F7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Контекст даты рождения без фаталистичного позиционирования.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1F918-F64B-4712-8F64-AB88911C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D39851-819C-4000-9FA5-99E41B37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Недельный сезон, который дает структуру.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4B56B1-172A-42F7-A0B1-6906C22E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DE6D41-76E2-4446-96E9-A0630241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micro-action, который возвращает agency.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5D7C9-C845-476F-AD3E-6A523312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3AF35F-E81B-4F0F-9FF6-689C53EE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Canvas, который меняется по причине.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DF27FB-742C-463E-9593-A16C1935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E3D06-81F4-4FC1-8C4C-35BA960D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Premium-видео как редкий proof-of-magic, а не ежедневная утечка COGS.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86C0AF-AC3A-4928-83B0-E8B6C5FB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9474A1-2902-4A90-9D3A-BBA9422F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2283135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767243-360A-462C-969F-DF85510C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3C1DD-CF1D-4254-A372-37B08780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AFDD7-2AE3-4972-97D3-B613E5F6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D5011-39BE-44E2-A240-B4A3CB5D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CC40A-1AC6-476C-A271-6A8FEB01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Рынок: 4 денежных пула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D16EA-F344-496D-99F5-842D7DFF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6086F-6604-4269-8458-13BCC320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стоит не в одном рынке, а на пересечении четырех уже платных поведений.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27A34-A691-4D8F-8E93-A5EF4984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6A3CD-8AA2-412B-95AE-973680E9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Astrology / guidance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349E9-0A40-4756-839E-B6F72FEF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47850"/>
            <a:ext cx="2047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The Pattern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808CA-32F1-4F74-860F-9AC9FAE5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Co-Star: 20M+ downloads; Nebula/CHANI: сотни тыс. $/мес public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0CC05-42B1-41D4-A4A9-7B7E2392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09800"/>
            <a:ext cx="2047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платеж за персональный смысл, но нужна менее “гороскопная” подача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0D49B-523E-429E-A680-9663431F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95450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EADDA-1315-4E79-94E4-AB26408A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478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Mindfulness / habit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6EA8A-1451-4A18-8E58-4A69FC20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47850"/>
            <a:ext cx="2047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6E4AF-F3F5-4111-8CED-C5F87F74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098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~$300M/year и 4M+ paying subscribers; Headspace: десятки млн $/год proxy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85FD0-A493-4D4B-BF77-A0919705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09800"/>
            <a:ext cx="2047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держится на daily ritual, trust и annual plans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5F8C7-B3EC-4BAC-9ED4-ABFE67F9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B78AD-BCB1-408B-BC65-5FC6D500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AI companion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DFDAB-4C2D-4B79-97A8-9E304CB0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09975"/>
            <a:ext cx="2047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Character.AI, Replika, Finch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6E857-28A3-4DE5-958A-EC7BE31A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Character.AI: 20M MAU; Replika/Finch: ~$1.5M-$2.36M/мес proxy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881F0-8B3F-46D7-9B44-FA120087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71925"/>
            <a:ext cx="2047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companion и avatar повышают возврат и willingness to pay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1D318-C2F7-4520-9A51-6147A9A6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57575"/>
            <a:ext cx="4762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EE6E5-1BB0-4B61-9AD3-8014FAB7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09975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AI / avatar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B763A5-0913-40D5-8F55-DE89EEDF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609975"/>
            <a:ext cx="2047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Runway, HeyGen, D-ID, Luma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0474C6-0939-47F7-B5F7-103E5A81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719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video ~= $0.40; talking avatar может стоить дороже daily image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D4EA51-BBBE-40A7-84AC-902F044A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71925"/>
            <a:ext cx="2047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визуал должен быть premium layer, иначе COGS ломает маржу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2C9292-F2A0-4BEA-B493-713F40B4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102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B85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CDC144-EC9F-491D-BB39-13C8DE0F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86450"/>
            <a:ext cx="847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AURA не выбирает один рынок. Она собирает платные паттерны из 4 рынков: meaning + ritual + companion + visual AI.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D961F4-A8FE-43FC-B400-C9816077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6752140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08658D-EF31-471F-A9A6-1B710404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8CE54-CA11-41DF-951F-0AB7E52B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6EDBD-6324-42CF-A122-D5126590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8BC1E-D289-45D4-99D2-388AFC6F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C75ED-15C8-4BD1-81F7-E0AF5473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Карта рынка: от категории к деньгам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EF866-DB1A-4B4A-9A60-C432E194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4F058-CD84-453F-9C51-AA7C7D6A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942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Читаем снизу вверх: beachhead — это первый масштаб проверки, venture upside — отдельный сценарий после доказанных метрик.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A9CAB-EC8B-47A0-8168-6632424E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AC0D7-48BD-4328-BCCD-35CC123C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240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1AA52-784D-4915-ACA5-8F5CB9CD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859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сотни млн потенциальных users в соседних категориях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85FE2-CD69-473C-AFBD-C2705E83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85925"/>
            <a:ext cx="4429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лидеры уже продают подписки $9.99-$14.99+ и annual plans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F36B7-6A4E-46DC-A939-9E6ED123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C8F34-E2FA-46C4-BDFF-DF5DE8E1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4479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F020F-B397-44FA-ADB0-CFEDA64D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98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условно 10-30M reachable users через app stores, creators и short-form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BF2AF-8C37-4BD3-AE01-D03A4468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9825"/>
            <a:ext cx="4010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при 1-3% paid это рынок десятков млн ARR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017E6-CC1C-4952-B7B6-616201EC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868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321B7-B5F7-4613-BE52-638DB243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1718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Beachhead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6A2CB-6B67-4613-8F6F-61FC49AD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337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100k-300k registered users / 10k-60k active users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43172-1A47-4E59-B2D7-ADC46DB1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33725"/>
            <a:ext cx="3590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2.5-5% paid =&gt; 2.5k-15k payers, ~$0.4M-$2.7M ARR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3D688-1149-4701-B2DA-06D28F0B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71900"/>
            <a:ext cx="826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805ED-9C47-4EC9-AA69-236BFAC6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957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Scale 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B90368-6542-495B-AAA2-87746DF6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576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1M-3M registered users / 100k-600k active users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711A41-D541-4A36-B7FC-CB7A8B1E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57625"/>
            <a:ext cx="3171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25k-150k payers + tokens =&gt; ~$4M-$25M+ ARR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6042F8-C080-49FF-8351-F10522CD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95800"/>
            <a:ext cx="784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BBE1CE-45FE-4451-A8F6-7A8FA8E4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6196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Venture upside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6E6A40-7CCD-4779-9DDB-332B1730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8152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5M+ users и сильная годовая подписка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242DC2-DCD3-4D41-BD86-09923E0F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81525"/>
            <a:ext cx="2752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$30M-$80M ARR path появляется только после retention + CAC proof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C412BE-64EC-4B91-A426-1F369A8B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Важно: 100k-300k — это beachhead для проверки масштаба, а не размер рынка. $30M-$80M ARR — сценарий scale/upside после доказанной петли и маркетинга.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B71EF8-377A-4525-8C93-88861B2B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5127220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AA535F-37CF-4297-96A6-CDB4D00D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2BCF4-3114-494B-A71A-52C0178C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88F8C-31B0-458F-AE27-EE1C719A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4E314-A35B-4606-83AB-3F886F11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0B77E-5647-4A2B-B223-876C4EDA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Четыре главные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107C1-83E2-4B9C-99FB-94AC424C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4C7D5-17F5-4022-B0F5-4FF3E325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6DAB9-30C2-428A-94A4-8F6FA973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D7010-E057-400D-A0FB-A855FD38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1884F-0F59-415F-8CB9-BDFF8285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 Co-Star / Nebula / The Pattern style subscription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93D61-70F9-4B38-A5CB-ECE2C6DE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70689-3668-42E7-A7DA-346BC988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B7398-DE45-4FC1-8747-835F7593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ARPMAU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7E2B8-8FA8-4497-969A-46FB36E1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нужна подписка + visual/token uplift, чтобы быть сильнее long-tail astrology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5106D-A5E6-45F3-A802-1056BA58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43D06-64AF-4274-BEFE-1860D0B6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AC9AB-1D11-4C7B-85D7-0C6FBB60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ARPMAU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657BFA-0430-46B8-B3A9-AEB31A95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работают high-intent premium moments: future-self, relationship,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6C834-0EFF-4FCD-9675-F130828B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07528-E314-49D2-968F-FE9646CF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&lt;$1.50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E11FA3-4B97-4C52-878C-3157BE37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AI/image COGS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7CDC7-28B9-4B17-B330-65080A93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ежедневная петля без видео должна быть достаточно дешевой для подписки $9.99-$14.99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C28F2-8DF8-4DBA-9638-E2197537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ломается хотя бы одна из этих цифр, продуктовую модель нужно менять до масштабирования.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3CD771-7FAB-4B98-96F7-0E8759C1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4731771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C93E16-FE8C-455A-B180-1731F490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FE66F-2F65-4B7A-96DD-84042512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8BE1C-E2E8-4C7A-B64A-6422E19C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5A163-48B1-428B-B0EB-554133FF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174FA-83D8-49B2-A15A-0BBA9087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Пороговые показатели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962B0-5447-4F96-8BD0-02B57AC2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A07F6-E9E3-4FD4-B4CD-91000A68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KPI “на вырост”, а gates для решения: продолжаем, режем scope или останавливаем.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F26F4-F4D5-4E95-A002-514489E4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6C944-886F-41EF-8098-BC90C7C8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88AF6-FB47-41F7-A2F0-6A718063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19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8E643-FC00-45FE-A100-2753B069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85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Минимум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1CD96-0E46-4868-A7B4-D0546FBB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EC28A-12B2-43F6-A024-6DF73BB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85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Хороший сигнал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52873-5FE7-484E-A19B-E84BBB56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A10F5-163E-49EF-868F-C5846D8F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85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00081-D0E1-4CD9-B299-627AAAEA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7499A-5B85-46FF-BBB6-F3547A26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категории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281989-6F2D-4F7E-A2F3-E80D7420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052F5-5890-4690-B9D6-1D704927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19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26EFB-41A1-422A-A689-8005EE60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D82B9B-9E82-4D5A-8A8F-9A3DABB4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19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55188-73DC-4851-80B5-8219D303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4BA531-A140-4437-B132-7352100C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объяснять продукт без длинной продажи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074689-B2F8-4DC7-B6D1-A814440F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4FDEC-34C6-4402-B772-0A04B393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1D01B0-56F7-49A2-A9ED-B64A86DD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F7D1D4-00C3-4099-9467-F023EB69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527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EFAB65-75EE-4F1D-9F6D-83B79535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F40EB7-02DB-4DE1-8193-EA73F727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527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&gt;65%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91EB4A-2727-448C-A1B2-50E954B3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EF055D-D90F-4A1F-9306-9CE3FF23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527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работает как ядро, не как случайная картинка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8459CB-E912-42F0-B39C-FFA84818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70FA84-288A-4FC9-82BB-014FE1E9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12A9E8-4AD4-4BC0-B1C9-B3EAA08F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8699AE-C449-4C30-8F18-5A6C7160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&gt;20%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D9629F-662F-446A-B244-9ACA383C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E17667-DDDB-44B1-A8B7-063B96CE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861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&gt;30%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E1D3F2-1168-44C9-9E46-7CC26D2D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7E3149-C5CF-4853-9545-CE55DEAB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61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 вызывает возврат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E33E8E-A3DE-4395-847B-409F11EC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9DFF47-70CC-49D0-BB4B-CD795F5B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F17278-DA6D-445C-A860-8DE85B28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528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E2CCED-4A41-482C-8FA3-C194970A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195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157F41-EE99-4E7B-A901-2D384E30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BD5BB9-223E-4407-B61F-81787E5F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195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&gt;8-10%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06D337-6FF1-485B-A50C-92A5D500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F0B145-357B-43A2-81EC-C621E8E7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95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переходить к paywall / pricing test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C4E0C3-090A-4989-921D-67B1E8CF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71CE28-227D-45BB-827B-EC4FE6A5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платящего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8F4F5D-A857-45A3-A759-3784B204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86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43C8BF-1A92-4444-8D60-EF95B039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52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&lt;$4/мес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7AA614-68FF-43FA-890A-B9D70B0D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AB5F4A-F3D2-4DEE-A82D-25D05B4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52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&lt;$3/мес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D2C2BE-3CB9-487F-99C7-AF906593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2876EF-B610-43E8-8387-EF14009A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не убивает маржу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B03D79-86FA-43AD-9A85-F40AD0E7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E2FAEA-7C39-41E4-B784-12CB576F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активированного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A598FD-0312-4A70-AE9F-3B487B78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9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DD5643-3F27-45C2-B3D0-F28D12C5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86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F221A6-2199-45F8-8792-C1A7A7BF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4572D0-1DD0-4C5F-988F-B31ADD03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86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 при сильном LTV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9BD136-151F-42FB-BC2A-C225DF33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3CE349C-48EA-4B4F-8CA0-6EA0E4F6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86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маленькие paid tests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835B5D-F589-4742-8E6D-788D1A15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0550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D1174CE-29DE-4DFB-BAEE-CC873C7B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81700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Эти пороги превращают презентацию в систему решений: не “верим в идею”, а проверяем конкретные условия перехода дальше.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4872E0-076F-4565-A023-679BCF83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5357877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7CF406-4760-4DC9-B37E-877A4CF2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2FC4C-68EC-430A-A16F-FF4B7D27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5CCED-AED6-435B-BE4B-FDD39557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A05CB-3452-45E6-AFEF-7EF09325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062A2-97D1-43B2-97F0-9676D9FB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конкурентов: главный вывод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230B5-4435-4C7D-9CDC-AAC3A609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6061A-697B-4803-AF31-4BE99C92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74606-5250-4B29-8CC7-4EC9C370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60956-485F-4C3A-9DA9-C878DC45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4097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C30B7-9423-4BCD-B8D3-B0E7B9D6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763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Сигнал конкурента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FD50C-730E-42ED-86A5-7310579D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5ABAC-59F6-4A2B-958C-D1AE4500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763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доказывает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5DFB2-6329-4299-BFA8-C1E53115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097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DD1C5-3193-48CB-AC3B-6B952A04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4763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29D21-329F-4ACD-B1C6-86261797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94CA1-62E3-4E50-AD93-93790E11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 платят за личный смысл?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C1F84-CCCF-4887-AC9D-7EAE5D5B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145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F00DE-ED42-4A8D-9067-62CAC20E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812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iOS: $797.5K/мес, 2.7M MAU, 64K 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FB4ED-4ED1-4098-8ACC-29F1A456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83DE96-701B-4E58-B0E8-6BFBB1F0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812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conversion ближе к 2-3%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E180A-EB05-4461-9C6A-7AB90B22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145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6A588-7568-46AF-B1B3-BB7B5D16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812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conversion: 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817A4-A3A5-4DFF-857F-73F99BEB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97B5BF-C4EB-4D95-9666-BA0A30D0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Spiritual guidance монетизируется?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563F2B-1A19-4792-97D0-CC5C91CD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194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A4C8B5-856C-4EA1-8827-077C7DC0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860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iOS: $718K/мес, 52K payers, $0.33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E5416-6819-4396-9D1E-214FCF45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194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99C823-2091-4BA7-95E4-9254E538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860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агрессивный paywall ломает доверие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021503-AAEF-45BF-A8B3-DCE14CD7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194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E7FD89-0E39-428E-A95E-2B6022D9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860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causality + season, не vague psychic pressure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43FC91-CE9F-466A-B1A7-8415B7A1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5DE28B-8271-45BE-8E61-E5E35BB3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ritual может стать большим?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A9C3BD-CCF2-415C-91BF-0757FA8F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242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5C5984-A8C9-4FDE-99D0-8BC9805C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909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proxy $300M/год, 4M+ subscribers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2661ED-E15D-4C5D-BB79-6EBDC8BB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242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7D01A6-1A9E-4D2B-999A-A64CA66C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909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если есть доверие и annual habit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8A114F-71AF-462F-9727-384C4D41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242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AC3CCC-07CA-42F6-AB31-3F347DFB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909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plan после первой завершенной недели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DB722A-F9A2-4760-9BD5-78EAC8F4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8E853E-3EA7-4409-BE75-3A9AFCC2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AI/avatar создает paid intent?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08FB24-A27A-418D-9D7D-F4816A83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291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E4187A-481A-46A5-8303-22AFB904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957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Android: оценка $2.36M/мес, 99K payers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B0050E-BB48-484B-B55F-AEE187A1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291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A6223B-72B2-4582-96FF-0319DF1D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957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пользователи платят за memory/avatar/voice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C4ADCD-B061-4132-8660-3D513E5A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291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6A63AC-4A64-4D55-8ED6-E499CA2E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957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ассистента + visual identity layer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028539-0F23-499A-BF76-FEEEB3E3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5CCFF9-2C8F-402D-ABE1-FC46C541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повышает ARPMAU?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A0634F-5AD2-4B66-B736-C84B12C6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9339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03BEB3-BF9D-4A8D-9D8B-823C1D91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0006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Android: $1.82 ARPMAU, 4.5% conversion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7A8F86-659C-4C53-8E3A-B3653144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339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B3A9DE-D272-44AA-B204-58DFAF9C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006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high-intent moments монетизируются лучше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A2D423-1B07-4F12-8740-5EE0DFC2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339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FCCF2B-08C8-414D-8194-56BFEFB1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006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 / relationship / video tokens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0D937F-3C40-4CDB-B8EF-D6F805FD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Base-case AURA должен считаться как subscription self-discovery, upside — как premium visual/guidance moments.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F357E71-FA97-47B2-B8DE-E5988EF9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785378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B577F6-7076-4AF8-B048-BF5E9983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D7DC9-36FB-464F-8199-D6A7375F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AC1C9-68B1-444A-8202-7AF63290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FF83B-03A7-4A6D-9E93-25053DB1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36427-7A0A-4C18-AF02-D37C2148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данные конкурентов значат для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4C34A-70A2-41A9-8F40-F0490637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FC6A9-B3C7-420A-9477-859C1A40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19C34-541E-4A83-A1BE-CF012570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BAF72-A4E0-4073-997F-89EEBAC7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4714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DF65F-7C07-4944-AEFF-A6D5507D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Подписка работает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7A795-7F98-49C3-8F5C-4C45027D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76400"/>
            <a:ext cx="204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астро, mindfulness и AI companion продают $9.99-$14.99+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DD3CC-6C6B-4DDF-8B73-6AC18A57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тестировать подписку, но не обещать безлимитный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7D504-45B4-4F5A-89BC-DC4B9949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717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Visual Plus + annual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9E509-4D8B-42B0-8F17-39F03279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504950"/>
            <a:ext cx="4714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A8678-0714-4FBA-99BB-876FEDD9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573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Конверсия не магическая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49383-0FA3-4D9B-9C55-C84E110C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676400"/>
            <a:ext cx="204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proxies дают ориентир 2.5-5% paid conversion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476D1-F6D7-4978-90A5-39F7DC26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336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экономика должна сходиться даже при умеренной конверсии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3BAF63-8B92-4B46-A0C3-037E92E1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717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считать free-user и break-even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4C94A-4C70-4D68-AA72-FBC9015F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4714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BD027-D181-4929-BE46-4F9751A1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Видео дорогое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5BA44-4CF0-412D-9D54-C52B39B7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67100"/>
            <a:ext cx="204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дешевле Veo, talking avatars дороже daily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B14CB-A219-46EE-A573-511D0E19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должно быть premium moment, не бесплатный daily asset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D9484E-11A4-4E84-B610-67BE5516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624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 только в Visual Plus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DEA744-7FA4-4BC1-BB34-917E214F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295650"/>
            <a:ext cx="4714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35884-3DFA-4FD0-9DDF-095AEAB6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4480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Рынок широкий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76C097-20C7-4159-AD9D-CB260C7D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67100"/>
            <a:ext cx="204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TAM/SAM/SOM есть, но вход начинается с узкого ICP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989F6B-6789-487F-84C6-1AEA2800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9243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капитализация появляется не из “астро”, а из repeatable weekly ritual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1BF5CB-3D3A-40C9-803F-46ED104A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9624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доказать loop и retention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BE008F-4819-4CCF-82F2-523DCD5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531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конкурентные цифры не доказывают, что AURA уже бизнес. Они показывают, какие цены, конверсии и ограничения нужно проверить первыми.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649C92-C5A9-45A0-B718-DE875FF8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2150623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6A0DFA-EB95-432A-A5B3-512A2E53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AAA8E-46D2-46ED-97F7-5F73BC76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861E2-DFAF-470C-8F44-157EC486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A919D-E322-4F43-921A-5934E829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3E37A-1B7F-4252-A5E9-2E2839E6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За что люди реально платят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12B03-FA9D-42A8-8100-2A19FC33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CCF1E-7B5F-4A3B-9E7D-70AD2BD1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56C5B-9736-469F-B703-AC3C9E6F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31932-C068-40FB-82DA-B5EB7F7B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815DC-F8C7-4C38-9409-68203138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объект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E8BB8-313A-4044-A24D-DE5B5C16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56E3B-579D-4C3D-8916-89F42972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Где видно у конкурентов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E1912-9384-4764-8691-E6779D30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D2BB9-527C-4CB0-B376-DEB6E62A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4AD37-9C97-4ADF-9178-2AC88175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832CD2-CD62-4E16-BB50-D763BE23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Эквивалент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A052B-32F0-41AE-B1B5-DF1BA0CB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502BA-32C5-478B-93DB-C7E28D26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Месячная подписка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27CD8-2D69-4B77-A050-1523D2F4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9EF8CB-E236-45EB-8120-AA9565A7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Calm, Balance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E4E52-467A-4C5C-9C1B-0A9BA0AE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35EC5-B901-4750-8FCD-449335D1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регулярная личная ценность и низкое трение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CFC077-DCC1-44AB-851F-51A98038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D567E8-3E33-43EE-B405-3F5E5018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Plus: weekly season + memory + Life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D560B-DAF4-42EC-A1D3-66CD6D44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AC70C3-9E15-4428-9FAE-4B4ADBAA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Годовая подписка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753DEF-BD31-4493-97CF-DB19814C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102D0C-BC2B-403D-930B-9DD0C18D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Headspace, Waking Up, CHANI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214946-327C-4822-B2A8-5D734700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FDF90A-560F-443E-B5EA-A77F345A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commitment и cashflow, когда доверие уже сформировано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F57E8A-C463-49FF-9E78-938791B7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EA20B6-9243-4626-8CA7-9C3DB308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 annual после первой завершенной недели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11DC23-5E0B-4CE5-8BBC-46FD79CE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E429B1-1DB5-490E-8F1C-4C4BAB5D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Compatibility / relationship 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2FD18D-0413-428F-86E4-33669561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FEE415-7B66-4746-8C19-5342AC15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The Pattern, Nebula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46B30D-1498-4BBC-A192-9A733F86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050263-FC5F-485E-B06F-4C00401D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эмоционально важный personal insight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2468AF-19AE-49EB-9548-6927EDE6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536985-E647-45D6-B203-9313BF23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 / future-self special episode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5C4620-8039-4810-8FE7-003199A2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FCEC58-7A3A-471C-B260-7D810FB3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Live или urgent guidance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75EBA7-CBAD-41CB-87CD-AED079AC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362C88-F0C0-4737-956C-EACE3DDB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Astrotalk, AstroTime, Astroyogi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0B0E38-1A33-40AA-A485-0CF01E10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BAD870-63F9-4922-B39B-A46EF743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тревоги: “ответь мне сейчас”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04BC18-8FDA-4509-B5A1-58462439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38E0080-A8D0-4A0F-96C4-AA04F82E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AI assistant; human/creator layer позже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C6DE52-DBC7-4E39-AA46-81EAD1B7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201CDA-D0C0-4332-8600-A4AD1D9B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Special visual asset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344564-6C27-40E7-B5A4-6D19CB3F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54E6F3-33C8-428B-AA60-1E6C3B1A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sketch, aura reading, avatar/video tools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D9A653-F7EA-450D-ACFC-34F7B98B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5D7B3E-5968-4DED-9A92-2080A2BA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ownable image себя/будущего/периода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60A21A-EA99-489B-82B5-A59E5A96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36F74A-7EA8-4CA0-9558-73D47BC0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trailer или future-self video token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EE6E7F-5F38-4465-AE14-7C53D0D0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8696055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995B94-31DE-4388-B608-4130B007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8C7DE-DBFE-4109-8730-4582FF40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09232-B873-4D93-850F-E2645B39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F235B-431B-46FF-888E-7B8179DE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34B2D-929B-4E14-B334-4B0898F4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Решение по pricing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F970E-D427-4B85-AD45-ABEEB72A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7C903-5F04-49F5-88FE-007870D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38BEF-76FD-4C0F-B6DB-F751444F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7AA17-0914-47E4-BE45-C2E9A284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FA535-0187-40C8-9F97-22FC69B3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28D56-68DA-416A-8395-CE5AEB03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1CE53-AE02-454D-B840-EF94B0CF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5A80C-FF85-48DD-9BBA-AF9D038D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287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C2BBB-AF00-4FF7-BA0D-D701CECE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954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по генерации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F8BBC-CA64-452B-9E17-3273402F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4287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404C2-3908-4BE1-B401-CEE76C32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4954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маржи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2A6BB-1FB2-4B30-8B48-3342D4DE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17C8D-CDEF-4895-9B59-F737DB2D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C8AC7D-38E2-4315-A49A-E697B99F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812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B89DC-BF6F-4BA5-8A57-313D5FEC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25C825-1FD3-45B1-9694-1DECBFF5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1971CC-A3F1-481F-A53D-95BBB8DD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478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Day 1 loop + один medium Life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E3769-0EA3-4745-ABE9-94C600DD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9812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D704CD-CA43-4BA9-8529-B720B1FB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478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target &lt;$0.20; цель — activation, не щедрость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7B0E31-5AD8-4F30-AC11-C1098055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DD2280-BD17-4034-A789-2A490B3A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5B6613-812A-4980-89E4-F9DA8A20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514C08-5A14-455D-89D8-AAC1F288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03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CD07D-0809-408E-ACE4-C3493EB1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AA87F0-1731-4E65-A432-6AE551AA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03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loop, memory, weekly recap, 30 images/mo, без обязательных 4 видео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02AFEA-4EA1-43D8-8309-72270CDE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336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321B80-DC3B-4EE4-AF75-E7A0959D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003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нижний price test; проверяем willingness-to-pay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97AC0E-BF85-4027-88F5-143616E5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D14CE2-E1CE-45F9-BE54-2BDCC1D5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0E031E-AADE-4C54-9AC5-485E87E8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CBFE61-0606-45AA-918D-ACC608A5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527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4DCD74-B5A8-4A17-B9DB-EFE04DA1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861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91FDF5-A591-4B00-A6D9-E28492A4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527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 + 4 weekly Runway 8s videos + recap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323F89-DE17-4907-B045-E0C72441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861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540178-5451-4272-8BF2-D3202CFF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527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верхний тест для полного video bundle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8C4A36-6222-4642-AFCB-B946271E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782398-5EC2-4483-B0B2-F1A729A3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annual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E985C7-AD2C-4174-A00F-961093F7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5D5272-3F6F-44F8-858B-C2EAC4A9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$79-$89/year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F36A3A-8A14-417D-B006-72E13060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317165-CB91-430D-9685-4306A94A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052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loop + annual season framing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7C238A-6681-4773-BBB3-975CAB52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385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7E2596-51E4-4EA5-A2E5-8A1677A4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052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 и ниже churn pressure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A2FBDB-B813-47B7-A251-7DF97CED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999A94-45BC-439A-8181-30669F81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video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8C018A-B2B9-4B7D-8993-DB1FE460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B37075-4EF2-44C0-85F0-9776F2F8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576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$4.99-$9.99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9A3D1C-C438-44A2-B1E9-F7341D22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910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494D22-5408-498C-923C-720E1A86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576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Veo/Replicate/HeyGen high-quality moment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F02649-AAE6-4820-92A4-86777778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1910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AFE89F-C288-4434-B625-FE80A274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576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нужен, если COGS $2-$4+ или нужен “wow” выше подписки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F84EB9-54BB-4582-8D7F-D6CED62A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710CB0-BB08-420C-9A24-A42D2755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9466F95-DD50-4A7F-95A4-8D1119B4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434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FF5A49-EC33-4223-A787-66F6FE86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$14.99-$29.99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0EC35E4-653C-4600-A699-73891622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239773-1831-46A7-B385-DE43EED7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01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limited guided pack / custom assistant style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340F2DF-ABCD-4D9C-97EB-59F9DE9B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7434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8B4D15-F474-4D0C-96FC-F142D32A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101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монетизирует content leverage, не только compute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940FD4A-22E0-4B82-BBEA-956E029C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0C4290-EC5B-47D0-9896-B424F87C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не должна продавать unlimited AI. Она продает season, memory, causality и лимитированные visual events.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7B030E9-E279-449A-B4FE-B4565F77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4342595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C8C831-9F2A-42D8-85A5-D45C75E3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F8911-1CB4-4A2F-9449-9B58B00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37AA2-64D1-4EC7-95D7-53C3ED57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65EEF-60DF-42C7-AC97-BC40E4BC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DF9EC-FC24-4931-835B-CB970196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Гипотезы conversion / ARPMAU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CE5A1-5453-4CA3-A297-603CDC93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9568B-1FBC-40FC-8B17-116DDF54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68B20-D970-45E8-A6E7-AC114413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диапазоны conservative / base / strong. Смысл: какие предположения должны подтвердиться.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E2D1D-6E57-4192-ADB4-92494975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AB2CD-3511-4275-BCD4-70A7DC4B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68D68-AE77-4A31-B9C3-F4570F7C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36E11-772E-4660-893D-60A860C5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71F7E-43D2-49D0-BAAE-22946734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22BF7-DEDA-4380-ADF0-840FC32B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4E80E-AEE0-41C1-9E63-0C15DC06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1929C1-C41A-43B1-AE1E-4FDB74BE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C12BE-221C-48B1-9687-03AB6C4B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283E1D-0B0E-4EE6-A77F-096CA7C1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2F50D-8B8B-4F95-BEB3-ECBAF0A9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9C504-F630-41B6-B0B2-A517FEA2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CAD73-F437-48C6-B549-DA51D954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8A3AC6-92C0-4958-9D3B-7D0B46B4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633F0-30EE-478E-929C-023F1569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F64A3-DAD2-46EA-85DA-8C050D3D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4.0-5.0%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EAEF18-61B7-4B99-83A1-A90CDE7C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B47477-FF69-4453-8CD9-10666B4B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1B8DDA-010D-4DDF-90C1-7E4D97AA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1C8795-19B8-4FD7-B224-1758E637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7F1D58-F7F2-47C7-B894-EE3A26FA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305F1C-8324-4962-8D81-DDD67451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EA437F-946C-44F3-8F74-9F9302F2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03EC66-384B-436B-A191-980E83CF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541588-3156-416B-8136-BAD3B4A2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C67A43-95B4-4779-8021-C7A3D29E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15259C-E660-4A30-BA07-338D1E88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D5ADAD-3CC9-41E8-8C2E-5AE9A31B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F3B9B9-828B-473B-A44D-01024420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225DC9-37A2-42E5-9AD5-549CB683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$11.99-$12.99 blended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C1C316-3718-440E-B7C2-5F95D8B2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6E7C61-9D62-42D5-998C-12D7255B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7BFE5B-A4CB-4EFC-8965-164C2CCC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FF2B9C-6C48-4761-A675-182DA884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Token buyer share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EAFEF4-2E65-4D41-9BC7-D57C31E8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5F23F7-F140-47E8-A065-C332BD50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F45FED-7573-4DDE-8095-508B9E74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AD95FF-BC84-4DE7-8150-FC001D84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8-12%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05C535-7A1D-42E7-B5B6-4FA9896F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16D3A2-9630-48AC-87B2-E959A5FC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15-20%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11A554-1E9D-4F66-948A-79EFBEAB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6B5039-41C7-4C81-BFCA-798DA677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A0988CB-0CC8-4D85-B711-5042C2C5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FF2BED-7CED-40D4-8DDE-67BA85C3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$300-$800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AE38E2-89D8-4C3B-AED5-65974346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E79913-55C7-4B54-B109-D30D4474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AEBA19-979D-48D9-8671-C92B0C14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64AAC0-A461-48D3-A1C2-6E4B7D11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$30-$100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F60AB7-5F65-41E7-A823-0B2F7BF6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B79295-D443-44A3-8C12-B1E6B639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977080-60E7-43AF-8044-30673BF1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33CC3FD-0634-4E45-8554-5C21417A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content app risk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0820EC-2E52-4719-91DE-ECCC2845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D2DB58-CE5F-4A18-B100-162EA07E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работает, если понятна causality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2A7421-CDA8-44FC-BBC1-7ACC8072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3DCACF8-86D9-4D58-BE6F-AAD2655C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с high-intent moments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2D5C42-08F7-4F75-AF89-4CEF5AA0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построены из оценок конкурентов: Co-Star, Nebula, The Pattern, AstroSage, AstroTime, Calm и Balance.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E99928B-F615-41DF-90A7-EA23674C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C76E6A-0523-4F86-A468-4827EB5B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4052945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C60426-FAEC-4894-8A62-07077F1F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FDD73-5D26-4403-930F-918C9560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E72D8-600B-4B18-8A84-C10D4CD9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D29A1-5F80-4826-90FC-F005E82D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47537-E41C-4FC0-AA3E-BC774A55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Подписка на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6C484-8AA7-4FB5-9B2F-7FEF8E92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C6C4C-D4D5-49EA-B6FE-500D5AC2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8DA60-F41B-4F4F-AC69-FC5335A9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45B25-BA01-4E3B-BA61-9C6D65FE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52412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A3322-B590-4CEA-A596-0BDE8F0B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38B6C-9B14-4562-8C48-0BD8AC04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857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cards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8s videos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15735-D385-4140-A4D6-5D2A1C8A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~$2.40-$4.05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1072A-E4E9-4F22-A995-39253D4C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/ paid user / month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8AE41-BEFB-4E02-A615-02B8A541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4592B-A4F1-4F07-9AE5-D02FDE85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4478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06548-195B-4EAE-9057-3BF0FD0A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9CE1D-0CCA-40BB-8A7E-31293599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478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Частота / месяц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87E6C-71F4-4953-A337-32AFC37F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83969-7996-4FC0-A2F5-518B5C41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47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Модель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F9AB4-3598-45B0-B080-429511D9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811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76E8A-628A-4F23-9CF5-DB728599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478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Unit COGS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0BF07-6F00-4D09-ABE1-EC869495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3811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54CB56-3B46-4802-A260-B7FA6D59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4478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COGS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B39A5F-044D-4521-B626-8632F619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954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3A236F-FB2C-403C-AE3C-C7FEBA96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621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Текст daily card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BFBB43-850D-4D4A-A81D-0AAA1214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954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BE9BE9-9D1A-49EA-A019-1CA535F3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21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6DBDE2-82AB-41A7-AD1B-33B75942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954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FC39F-5CAE-4FA2-AF48-C1F91762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 mini / structured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1ED3F2-EC28-47E2-BE70-29C325C5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954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24E3C1-578D-45B4-BCF7-52BA1AD8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621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$0.003-$0.008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2351D2-815A-4814-910C-80DDAFA4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954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B178FF-CC38-4D0F-B7D7-6DE4B9FD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621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5EE08E-25DA-4441-909D-EC094FED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8A2C12-1595-4A3C-80A2-456C2A9B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image / Life Canvas frame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FEA716-CC3A-4BA2-85D8-85F2E4CC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98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CD46D7-73C0-4B9F-9384-24135F83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FF2B80-B8F2-44D4-8251-9F90528D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A68388-BC14-4776-8277-1A1AFDFA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gen4_image_turbo или low-cost image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D9688D-82D8-44F5-B9DC-E2AB1F72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098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4405A8-103A-4138-A5AD-5C2775C1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765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$0.02-$0.04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D0D395-3BF2-49D7-9BD9-9C70EEAF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1856C2-91FE-411D-B108-51A554D7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765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$0.60-$1.20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FF4A6B-4A21-42E4-B51F-F2F6E11F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241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C46A0-F38C-435F-ACFF-68FE4D31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908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8s video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D1C073-0C07-45EB-B03C-CBC54A74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241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4C0CE5-F7B4-4836-892B-76AFEF5E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BF56E8-AEF1-40EF-A6BC-BFE8495D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241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61C3C0-82B6-4E0D-B781-BB3FDB0D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908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Gen-4 Turbo, 5 credits/sec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F2A77A-C573-4A4B-87BE-0E8CFC0F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241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C339B9-D35A-4C21-9C2D-EBAE779B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908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FEEEBB-FA14-4843-92FA-C7B761EA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241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3272CD-4875-4C67-95A1-43B7F1BD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908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7684F7-C5F7-4645-A40C-248BE686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6F223D-E03D-4F84-98EE-7284EC1C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5052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Retry / failed generation buffer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EB5D47-AC9F-460C-B793-D7EBAEAF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385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1E63EA2-97D7-4497-A4DF-E7756BC5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3DBB65-79A0-4375-B9CE-E447A469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385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098F8C-0878-4DDC-A08F-10D7FAE8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05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media retry reserve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EB29D6-FC18-4383-87F0-05E9A157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385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E4C4F8-B23C-4D15-B51A-0B5C8A2D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052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5123BB-319E-4194-9D43-4E7D7605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385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EB00784-ABF0-467A-958C-66F7480D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5052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$0.50-$1.10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B3F3F5-6081-42A7-A8F6-4196EE36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85013B-CB0A-48A9-A6C6-4D4F16BA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195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Storage / infra / analytics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C90930-7A5A-43BF-B887-7D390049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F2942EA-0115-4D8E-BABB-EECFF427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195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D32ABFC-9A2E-45E9-8ADD-81DDAB37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17D815-11A6-4FAB-AC34-C37D59C6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195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S3 + backend + events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DCA9911-06CE-4B0A-B69E-2497122E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528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942C489-EBD2-4B70-8543-EA7C6245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195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496E990-7409-4359-8C00-8147052D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52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AF5BA82-AFB7-425C-8965-19167046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195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$0.20-$0.50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97DE058-02A3-4C6C-AFF8-0455BABF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672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EEE9015-5C28-444A-8E03-76195D52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339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Total paid user COGS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FA78D35-FD57-4893-9B4E-79576D4E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3408ADE-B841-4F21-B11F-F075B4C6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339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package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67B51D8-06F2-4068-B6D0-ED4CF388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24F633D-0F83-4275-8F68-D736C27D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33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subscription generation bundle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B898B52-E13B-4F3C-82FA-49A9CE8F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672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C50D605-74BE-4A1E-89A3-8AAB98E8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339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C7E7933-AD00-4426-B44F-69E74F75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A35DCA8-D95C-49A4-BEAD-07706228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5339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~$2.40-$4.05/мес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7E808FC-A77E-46FC-AE9D-384EA363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817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Рекомендуемый Visual Plus bundle: 30 daily visual cards + 4 weekly videos, жестко лимитировано.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8C4C378-13DA-4FF1-9990-1456C8BC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955574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7B2006-DC12-4D7F-B418-D837B24C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5C3A6-B79F-406F-ADEA-BE2DA29B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46A6F-7205-4BF5-BAAC-724B0201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F3100-B0B7-419E-B26C-AF13096F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D2D49-4B72-4517-8C16-9FA44882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free user и break-even conversion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F2E57-AF7D-442D-8BC5-6AEB6024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8C283-CA5C-4DBD-937A-7C92CED5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1BA4D-AADC-4A5B-A633-8F7327FC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AD665-3783-4B0C-904C-366CE803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32678-9A8D-49C3-B6B3-6A362E4F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Free-сценарий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60B6F-3BDE-45F6-A95E-EF29CAD6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09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05F16-6235-4FA6-A641-EB5880FC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76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71E62-4506-46AE-A57E-D2887CFF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409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05553-6817-4583-A76A-C7BDA361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76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COGS / activated 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7C2CA-A340-47AA-B436-2D71D9CE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09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983C4-AFF1-4AF5-900C-2D73ED85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76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случиться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4D5F5-D79D-4E2E-911B-86F46191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26852-F884-46CC-A203-CCFF04E0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Light free trial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2AF3C-EA4D-4FDB-B468-8625FDC2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26ED6F-837F-43EE-90FF-6BDA20E8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+ 3 cards + 1 image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84CD8-A229-42A9-A26D-CDF988E0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81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087A8-B343-4429-8DE0-45EDDA5D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47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$0.08-$0.18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70DAC4-541A-47BB-B17B-4BB46E1D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81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9B3A8-8BC8-44BA-8F4E-18EE2181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47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для broad acquisition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BE33C5-961E-46DC-9043-4189BA5A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799ACE-188A-4FD5-8B9B-0816D031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7-day free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744B0D-DF60-4277-B8CD-D9279105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7D71B-F4A5-4B3F-B959-6BABBE7C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19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7 daily cards + 7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E13802-2D3C-494B-8677-D1CB5126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ADBCDC-37BA-4EAB-9C0A-A0E62BC8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19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$0.25-$0.55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2CD80F-939C-4385-A5F8-005430A8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52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112854-4D63-43E6-A08F-F9E8234A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19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если видны D1/D7 и paywall intent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A84137-F5BB-489F-8B5B-8C248AAC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FBB4A9-6A1D-4AB2-88D4-C765A9B4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video trial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5928B5-F85C-444A-94C6-8EBE2BF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24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2C5E5C-AA5A-4DC2-B289-79909929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8s Runway video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5026CC-590C-4BA5-89AE-D1E8B037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5515C0-B656-47D7-95A3-A314FBC1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90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+$0.40-$0.60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3E5065-475A-4EFB-9557-9323D955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24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A648E7-B6B6-4DB3-BB06-29E07EDC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90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рискованно, если не поднимает conversion резко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D36F78-2984-46DE-AF69-B234B0CB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482BC2-A03B-425F-9932-C911E35C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contribution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BE2DC4-04F6-432E-ACB9-EB3D9C1D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95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CF957C-A9B1-474F-B3FC-5B1698DF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62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 blended price, 15% fee, $2.40-$4.05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3CEC9F-7EA4-49B9-942C-F0601583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95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817146-E90A-4669-AD15-AE39F6CD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62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$6.99-$8.64 / month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C41CD6-6AF4-40E4-9CAF-E72EC520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95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F6DD86-E122-4982-85C2-4514A040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62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базовая subscription margin per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FCF28B-4B23-434D-8091-1A888187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9DB5EC-97E7-4895-966B-BA7FE0AC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CAC activated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681818-8BCD-4A8B-BEB6-81204640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BECA96-C287-4B94-AC19-780734BB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 conversion, 3-month payer life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B31E5B-59E4-4093-84DA-731762D6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67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162D31-4039-4C72-A3E6-2815EC74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33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~$0.42-$0.78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75A12F-575B-4586-9A58-9D553163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67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C8A30C-5465-44F0-B4E8-FFD3151C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33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ads пока нельзя масштабировать без лучшего LTV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A25B80-8E16-425F-A751-C7AD7A60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C6A8AC-2128-4C64-99FB-DDFF9457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CAC activated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12A324-DA24-4B57-A4B4-0E552A74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9353B4-6959-42F5-BF9D-317580A3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05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5% conversion, 4-month payer life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CD29CC-BC81-4EDB-AC2D-55F237BA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38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159841B-F4C8-4ACA-AB63-EEAE9A20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05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~$1.40-$1.73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6B0247E-51FF-4E3E-B0F5-95642633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38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C6FEF3-3BD4-41E2-89BB-0645CF3F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05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возможно только при сильной retention и visual proof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E6442CF-6DEB-4B49-B407-855BDE55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9ED169-8834-4697-BC41-C268C967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3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не бесплатны. AURA должна тестировать paid acquisition только после замера free COGS и paywall conversion.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72E53C-4ACB-422A-98A8-78DB56A4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7448754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CE49C7-C7FD-43FD-ACB2-05C1A2FE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FE215-9C34-42C3-A8E6-D7A95793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F090B-0B1B-4F6E-AC08-D63CE3D9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4A48A-4FDD-4746-866D-51564912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8D157-04F3-4044-9C75-5A8A2CFC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Финансовая модель: главный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0E2AE-73DA-4FEC-8692-2C04AD2F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87963-96E6-4FD0-A6B8-3959E23B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24053-2737-4ABD-9D1F-8E231177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9CD5E-388F-4508-BFA8-06C6B1EE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E89CC-770D-41EC-993A-003A2DBF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42360-517E-45AB-AA81-090237B2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€6k-€15k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89976-56B5-4B79-B00F-351CD517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визуалы, лендинг, 30-user cohort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37C09-A8D1-4C15-9073-4CFCC563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DE5A4-A741-4680-B26D-B8CC5E98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Pre-scale runway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09B27-3BE0-4206-A2B4-7E00E40F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€80k-€150k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FD7E6-8A63-48A2-8865-45BA7B9B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бережливый бюджет до сильной MVP-проверки, не весь путь к 150k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4FD1E-3E0C-4B11-9D04-F789895A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03748-ED98-471F-B803-E0F1BC2B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Base price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9286E-4C69-4BA0-83AF-0558ED87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2005D-1015-4EC0-A66A-AA0D1AD3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основной тест подписки без перегруза видео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5B990-3471-4D5A-819C-84CB619B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0E59B-F274-42C5-89C8-F2470D47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5E6AF9-F5B4-4A69-9B1B-BC48524E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BA8805-5F94-416A-8AE1-6F1A210F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4 видео/мес держат COGS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8C9604-BE34-4D34-8C55-FF205B51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1C6A5F-C257-48B2-96DF-9AA157D8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Paid COGS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963854-BE71-4BA4-BE45-3065B153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341916-D938-4433-B0F2-8403C6AF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 + 4 Runway videos + retry buffer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BD7F4-96F5-4F43-AD67-93F4A27F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2575CF-4020-4665-881A-5CFEA04B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Go/No-Go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807F5D-7A90-4E80-B853-C7E27382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717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&gt;20%</a:t>
            </a:r>
          </a:p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intent &gt;5%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C3FB31-0120-4980-8B7F-DD795D9F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иначе режем scope или останавливаем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AA913B-2EF2-4B18-9551-50773E2E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7FD1F6-2F89-4906-9F2A-6256C4EF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1B27F5-9CAB-461C-B053-F0E6151F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M1-M2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4682FF-7963-44FF-8F3D-01439C63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proof of desire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79F158-E56D-482D-82F9-6901CDC4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47BF48-D15D-4FB7-BCC7-D09B31D9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M3-M6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500808-D052-45AE-B9F3-8237491E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loop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A7B87D-DC09-4E39-9690-A4F86657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09B45E-CCE8-44AA-864C-D7FFDBF3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M7-M12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CA0C65-56C0-4ADA-B21A-7FD6F116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1F89FA-4913-441C-9EED-F739ACB3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59289B-F8EC-4F88-B5C6-799FDD41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A17E14-A79A-4690-B8AF-E33737B3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48D291-CCB7-4A72-916F-F84D191A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 — не “сделать весь продукт”, а купить право принять решение о MVP.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29876A-3930-4176-B721-B9008CC9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1391469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3B4792-8701-4048-9713-5EE0F0A4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6E5CA-C17C-417F-9C10-B1F60CCF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A732D-7609-4443-BD1E-7E615388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E1DA8-5972-48B6-89C7-B0392867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27414-AEF9-4B45-BD93-9D904B95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Годовые сценарии: сколько может приносить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2716D-B7D5-48FF-BB47-1EDB8256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0F63C-0B0F-48EF-BF83-4BFB42DB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8034E-F096-44E5-B12B-5129B690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F2E0A-DDD7-4B0C-8A2C-0909A792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8F48B-0E7D-48A8-A873-A1E3D725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BFB05-6E17-4A3A-AAD0-0986B5EF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5F215-1AF5-412A-8FDE-6B3542E0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F3F5B-5DC9-4C73-83E5-337BC5AA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47B69-B1FD-466E-8581-9AFFBCEF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DD84A-9F13-4247-BC50-9746F548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6F1FB-268A-45DF-9461-6C09BFA1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56382-FE56-4DAA-B15C-65C439B8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FF1FE-D049-4F58-B0EF-8CA0CE57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65FC6-09F9-4C86-88C4-CBBCB228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DAA96-EDF8-4912-B5C9-2124F655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B843E-4843-41FA-8468-00B73D0C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CCC50-8217-4821-8A04-18A3CBB7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$40k-$120k ARR run-rate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7F08F-1E27-4359-B322-47158209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4C72A0-FBF7-4502-8283-82422395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$250k-$600k ARR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1C2701-3236-4490-9678-8CD1C617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7731E7-36AB-4D98-9C5C-11FC4E0A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$0.8M-$1.5M ARR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4342F8-DCE9-43FE-8DD3-3EF2F507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182EEC-B0BB-4570-BB54-2E858C94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маленький cashflow-продукт, если CAC низкий и команда компактная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4DAECA-2E20-4DBD-87A2-8098930F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C72BE6-29B0-49ED-B384-4DEABE36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7A7560-23BE-45BC-A021-7C22FFFD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9FFE62-5E59-4EA1-BA53-6D11872D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$150k-$400k ARR run-rate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9102FB-E012-47A0-9F72-A3E8DB1A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66B487-55D6-4614-A04C-CB78F7B4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$0.8M-$2M ARR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4D8B6B-6624-4C1B-AA8E-A43AE4FD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5E1312-995E-427E-9AFC-EAADE2B1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88C962-BEB9-4CC6-971B-16B104EC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F0D9C0-C231-4FE0-AC38-F05D14BF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строить standalone business или поднимать seed под рост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5CF177-9CAE-4E99-9C14-2BDDC501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B34621-F818-437E-A75E-A74B4D9A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A8E6F0-67CE-4E71-8EB1-5178A80D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A24D86-23B8-4B7D-8562-FEE6ACCE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$0.5M-$1M ARR run-rate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DD567C-9F33-46D3-9745-DCCDA3A3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5BFCB4-7167-4E8D-85AE-EE45CF23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37E860-75A7-4DB7-B0D2-8A471CFE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E51D8E-8A23-4F1E-A409-51C1B191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$8M-$15M ARR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B321B3-64A6-433B-8A63-0DC5DF32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E74BDB-81DF-4AC2-A82D-6E0ED230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стратегический интерес: wellness, astrology, AI companion, creator platform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5ECAC6-52BC-481F-8715-1A56E43D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D44EEC-A819-4BDC-A07F-E1B37127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драйвер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EDEE562-3054-42F0-803A-94EEED6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A6E252-0431-4867-83E7-BE3DDF9B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и понятность Canvas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56741E-AF2B-47B5-BC0C-6A6E6A2F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158F62-3FFD-4667-8A79-7A485CEE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+ annual + CAC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11D2B9-C47B-4F47-9EA0-CA81B86E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5AD610-F44D-4C23-868E-883A6D5D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layer + paid scale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4344BA-F9BA-41D2-B4D1-1DA38871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5EBE2D-ADA7-4F12-B2EC-187FD0AD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95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рост держится не на “красивых видео”, а на повторяемой петле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1AA68C-1B81-405C-BAAE-C4B2C2CB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808E68-5EEA-4528-9A80-C3915373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stop-signal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11AF20-0AFF-4D98-83D1-FA71168A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66DF9F-7B0B-4299-9EAE-CD670C7F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&lt;20%, paid intent &lt;5%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2862C7-8C82-44D8-886D-329D441C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5E3FC4-CB3D-4578-BFC6-E97585B3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&gt; LTV, video COGS ест маржу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1612282-1221-4AE0-AD62-B1EF1F32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5E92874-8F24-469E-84D3-B82EF598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retention после novelty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B4A5028-570C-4AFC-B996-DA4E88C9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81AD8B-6EF7-43CB-814E-2C131C4F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00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тогда проект останавливаем или режем visual scope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76B1F43-EB9A-468B-B297-1415B686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прогноз продаж, а рамка: сколько AURA может приносить при разных уровнях retention, CAC и paid conversion.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0827AEF-F804-4319-9485-AD3B9B38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6067252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1BBFB4-145F-4DDD-9CA1-551E48BD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306FB-AAA2-4822-939C-41627F08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6B22F-CE6B-4617-80DC-62040B07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92007-3798-43A1-A13F-3F34686E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72250-942A-47A0-A6B2-18B69C29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Сколько может стоить проект по стадиям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78A7E-8D8C-41E8-9A3A-91CEB9D7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AC1CF-A26B-4B51-83CD-653371C5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28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53F04-5AD6-438F-BAB8-0940E9A7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1: проверка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9500E-6C6B-4E54-97A4-C5AC6EF5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€6k-€15k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A42B4-A498-4673-AF6C-E306756B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visual examples, лендинг, микро-маркетинг, когорта 30 пользователей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7F200-D48D-4B98-9EB6-5F69370A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D5620-C8BD-4BA2-8BE2-1E0DA4D9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есть ли спрос, платное намерение и понятная причинность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F74F1-07FB-4FF1-9F04-D116B3B5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19250"/>
            <a:ext cx="228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F28A4-37E2-4D28-9168-D1D47F0D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669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2: 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AE9A9-C2C8-405C-A1F1-D6693403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3D092-187D-4A38-BDC1-3765A47F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90875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MVP, вход, onboarding, daily cards, Life Canvas, paywall, аналитика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8E6D4-122F-4FF7-B1FA-1E9948D4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3862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442B86-0DDA-4531-96A6-75CE34C4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577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может ли пользователь пройти петлю без ручного сопровождения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26F73-0E71-470E-A4D1-5594FA33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19250"/>
            <a:ext cx="228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A07D5-9B1F-44B6-AC8F-29371D31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669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3: запуск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6C4DE-1C41-4447-B627-B406A4B0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765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€40k-€120k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9F8FCB-FD01-41A4-B6EB-FA1ADFED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90875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pipeline, billing, CRM/admin, creator pack, paid/creator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07E26F-7AF5-4171-8048-8C5A8C1F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3862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B11492-510D-4504-B917-C42DDA3C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577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сходятся ли удержание, CAC и себестоимость генерации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1C1D62-5CC6-4523-985E-020C98B8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19250"/>
            <a:ext cx="228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A3EB88-B51D-49B0-96A3-685E03A6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669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4: масштаб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0AA503-F76E-4E66-84C2-789F74C8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€150k-€500k+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6F4784-C222-4AED-956B-CDA8B5EF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90875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polish, backend scale, content ops, creator network, paid acquisition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7BD5EE-497B-4E45-AAA2-E75575AC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3862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41FB81-79D8-4CEA-AE8F-3470DBD9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можно ли идти к $50k-$100k MRR без разрушения маржи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B821F1-46C7-4097-99FC-DB31A50C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5785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Смысл: Фаза 1 покупает не разработку всего продукта, а право принять уверенное решение о MVP.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543C94-1637-4122-8292-FD5772A3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6969799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B78E5-6FED-4577-9FC1-C3BD5A3C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22516-7ECE-46FF-9A29-D3B391B7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13485-4B13-48E1-9B6E-BDE82BB7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989EE-7622-47C1-B8DA-4416ADD7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7B33B-429E-49DC-B8FF-D41B101C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Модель маркетинговой воронки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5CE98-0D1D-4A7F-A669-0EB11521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C0371-75C2-4121-A0D9-6F0F8C14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6EC9D-7272-4550-8D91-F1B3451A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0BE90-085C-45CD-B3C2-2253FC15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04B74-C0D4-4389-BCA9-E913D609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9EA30-E0CF-401B-96D9-9E2144DC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41D48-86B0-4AD2-B95D-04480280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07952-7359-40D4-B500-212315CE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A15DA-5A63-495D-BFA9-A5111ED4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BC1C5-A060-45DF-B5F2-8D0785B4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F4F5C-BA5C-44B4-A1DF-489F76A3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14480-ADB1-407B-93BE-AD49A00C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28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615AF-BC20-4E18-9986-AE81EE36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95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5DBDC2-ECF1-4820-93B4-B59FDF4E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26312-2514-4328-8042-EF5FAB23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Visitor -&gt; signup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B2B4B5-94EB-4750-91B4-7C57758E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E9F4D-8C37-41C4-BA6C-FB12DE20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6DF687-FD7E-431E-B4C3-063433D3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5D6F9-450C-4B60-9753-EDD1555A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C7A525-2DD6-4544-88A8-7FCCFF4E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0330CC-E988-4774-A79F-6D28F7B2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9FBA51-8C36-4EC9-9789-C8A10B82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62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145D09-AC20-4883-B8DA-D6251BE8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28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нужно тестировать до ad scale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37B7F6-1A62-4F84-8A21-2F03ABFF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3B79F8-B183-48F4-AA87-BD8BC052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Signup -&gt; activated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25988B-8742-4E34-9CBC-CF01C5B7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6B6BA2-7DBD-4564-8091-2AE47ADE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E3F82E-8FBA-4053-9FD4-545DBA86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5DD54D-6DEF-4AEF-8316-43964B2C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92A041-A189-478A-B879-FE479327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19DD68-1B8B-4F38-BE5C-EC409C8D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C1FF3F-4BAA-431D-9EFB-78BD274D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955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2E80A4-33C3-4935-B2EE-425FED79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622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activation = first completed loop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F74A27-1897-4E20-B1A6-30439DAA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DB08EB-A967-4BE6-A95A-FFE34F41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Activated -&gt; paid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9B9433-5747-4D02-A460-3B5099B6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83594C-2DA0-4885-A6DD-7AEA8484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1B515B-D2AE-401E-9980-C33C49D7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7526ED-6724-4CBB-BEE9-01872AE0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F17A18-5CFE-4E88-9F79-B001D661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481746-13EC-4E0D-98EC-42467573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55F812-92EF-4BF5-A4AC-249C7733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6C5272-B6E0-4C8F-A87B-35FDBBD2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956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после value moment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E938A7-1D10-4985-AFE9-7B6994C8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EADBE8-11FE-484D-A99F-D3952781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target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CA0F0A-6BF4-4ED0-81BD-6AE50E0A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0026E4-B271-476E-8CC6-83D3AF36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&lt;$0.50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24C789-9B37-485C-B8B2-A710DD38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37C01D-4B07-4E88-A0A4-41F37C3F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C41FFB-D4B6-4685-9AD2-7179FC97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A03CD7-199A-45E4-8162-14654A86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A72B1C-67C3-4DF0-B5D3-996DC098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623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562684-2F93-493D-96F2-94F9EC67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290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основе COGS + contribution margin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FDE423-824D-4A19-B283-2993CA31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8F9CDDF-9302-4D66-A90A-40143028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test budget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141119-0696-4E3E-B7D4-9C95C895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6C9525F-1F8F-4B55-8E16-1C3FE548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A12768-2661-466B-B07F-7D4D3231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C72CE13-2B24-4077-9C72-2D8EB134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$1,500-$3,000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2A0CD6-3D96-48A8-8285-EF362B72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DCF9D1-CF68-4E6F-82E1-DF70A96E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081EDDD-486C-4226-8058-8B7570E2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2AB9B91-33D1-49F1-9206-65FC8C4E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62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тесты до scaling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D7B7F1C-5406-470C-81FB-50413035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D23A706-E34E-4B40-84B2-7028EA26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1,000 users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4C6EC27-AFC3-4912-B786-9D8CB996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CD462D6-13B3-4706-8359-EE9E637B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warm/interviews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34FFD0F-EFE4-4585-BC74-C4709A5A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32BFD87-20A4-4CDA-8FAA-233236A6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organic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745B9F5-A67E-48B1-A46E-5FB1EEE7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4495BFC-07E3-464E-9D3E-6E41461D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paid test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0412133-CB37-44F1-83C4-DC14A6C7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29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1C0CB52-DD28-4D3F-BA9F-F8DB7017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95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маркетинговый слой Алины ложится сверху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F94CC3B-227C-4A6A-AA1B-06B390D5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нельзя считать отдельно от free COGS. Чем щедрее free usage, тем ниже должен быть CAC.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3C644F7-6DD9-4E19-BEBA-AFD5ACFE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82142238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35D9C4-275D-46F7-9AAE-79F385E6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C24D4-307D-4B27-A36D-63E86399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13A3E-896E-4554-9701-178487A5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4DAF4-42AF-497F-BA9B-CF7344CC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31CAB-C1B9-46B2-9172-051624BD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 в Фазе 1: что проверяем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2BBAD-C78F-430E-BC17-66E701FA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F8600-805F-46F2-84F7-6D8275D2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7C699-EC75-43E2-B3DD-AC414762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078FB-64AB-4F0D-8DDF-871D0678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695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BE532-A228-4DAA-996B-201B42DF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71E6A-A901-421A-8772-C96110B6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€700-€1.5k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73CDA-5954-48B8-9936-BE581B07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примеров Life Canvas, future-self и week trailer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92C50-44BB-4122-9795-5EA72912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визуальный вау и понятна ли причинность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84FD8-7501-4671-8E17-92512185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695450"/>
            <a:ext cx="1695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7C52AF-EB00-4E79-B48E-5D376879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9050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Landing +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34A38-1CEA-4FB8-9624-C2AB77A7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955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€500-€1.2k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0E50C9-A1E5-494D-82CC-1A18DBBD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28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лендинг, price test, lead capture, события activation/paid intent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A2F25-4CFF-410F-AC64-BC5BAA03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862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цена и формулировка дают signup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6FC27-884D-4F22-A7C2-DB3F273D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95450"/>
            <a:ext cx="1695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E18E3B-58B4-41CC-A08C-B6992D5C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050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Creator micro-tests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60FB7-9831-4994-ABF2-E572D28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955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€1k-€3k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90ED31-5916-457A-8661-AEE7532B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28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5-10 micro creators / warm audiences / сторис-форматы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A771B-A2A7-4C30-A037-C4F952F3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hooks вызывают интерес без тяжелой рекламы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93CAFB-3DFE-4FFC-9B89-89CA23D5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695450"/>
            <a:ext cx="1695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4B18E4-706C-4E7A-A9C1-D61E23FE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050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Paid creative 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F0EF4D-6C38-4BED-982B-5860D366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4955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€500-€2k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576A1C-FF19-4A18-A3D6-DA963DDB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28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Meta/TikTok tests по 3-5 hooks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6FC9F4-AF5A-405C-B960-CCE59F90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862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visitor/signup и первичная конверсия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742906-556D-4165-880F-BBCBA6C5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95450"/>
            <a:ext cx="1695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05D607-9240-42AD-8FC5-0C6A840B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05000"/>
            <a:ext cx="1466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Concierge cohort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4F446F-85E8-4D53-AF64-F844579D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955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€800-€2k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A0FFAC-7071-4D24-9E75-E2C0D7DA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289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ручной forecast, интервью, paid-intent follow-up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22397C-571C-4836-A646-5A475E80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862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понимают ли users продукт и готовы ли платить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CC54B1-6B45-4335-A33F-53CFBBE3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 должна дать ответы про спрос, понятность Canvas, цену и стоимость привлечения.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34B532-DB96-435E-B710-61D6A508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01191143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F3117B-711E-467F-8A57-7AAFB5E0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6D92E-3500-45C5-A164-B10D8498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98B1B-AE64-4836-A8FF-02403B62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E2509-1DB1-4DA8-A7AE-B4A2ACD1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1FADE-2F33-4B7B-A750-B701E810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30-дневный план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FB8EB-6808-4E04-85A7-E6EB1168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19488-9DA0-45A0-B6E9-6C6C8BA4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3FB1A-6245-473B-ADA6-B9583EB7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1B289-020F-4BC1-9F83-4F634C4B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BAFDA-6E70-493A-B5E2-6FCBB2BF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015CF-A4F0-466E-BA19-12E19283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 interviews + ручной weekly forecast concierge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94F02-2DD0-4866-B721-779652E3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DAC25-E48B-45CC-89B2-FC63E259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20923-9D7A-42BA-9C94-6E33D227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10-screen prototype + 2 visual styles для Life Canvas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93EA5-A947-444B-BBFB-6A112CBA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A1866-C7C7-4C32-AEB1-8FAF824E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E56F0-6218-43CD-866E-A41FA64F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price test $9.99 / $12.99 / $14.99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D09ED-AC11-43F4-A10C-B37228F1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18CFE-7D2D-4FD7-8575-B06E37D3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3E43C-EB84-4240-AB4F-87DD57DC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30-50 users через 3-7 дней + paid-intent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93E9A4-9049-418B-A5B7-77642653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 успеха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3C215-BB2B-441D-931A-E5181578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720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 понимают категорию  /  &gt;50% объясняют Canvas change  /  D1 &gt;20%  /  paid intent &gt;5%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6BE884-74A5-4D94-BC0E-403B03FB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518534812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7440D4-3FA9-4911-81C4-51E72889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DC703-0724-4499-8C11-CD6C27C5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A0A19-8511-42C7-AD22-9609FDDC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5CE1F-255E-497D-A44D-DDE9A896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98E7A-73BC-49B2-9867-B42D7691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1: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B861F-09BF-44FD-A211-1F9C83DE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D3650-A043-472C-9970-1025FE49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A4CB8-4491-4A45-86C3-579631F1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4C0FC-74B1-4D90-8249-EC83C3C8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27093-9CC1-48F1-9DDE-A9613EF9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Период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FDA6E-6863-4759-B85D-CFBE2DDB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3359E-E3CD-48C2-9D5D-664FDFBB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F5C35-3CCF-4599-9E28-BE0BB4A7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B66E9-4BB7-4C76-8FCB-E128D39D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960E2-63CF-4B6D-AF17-0CA6C997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82766-81F9-48CC-8C0E-84E2852E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9B7D5-8AE9-41FF-8AF2-826705BB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A606B-D905-4041-B1D9-CA3A4088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1-7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27B08-E940-42FE-9A7B-EB9AC70F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22718-74AF-4DBF-AD73-CB15D0EA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концепта, 5 visual examples, landing structure, сценарий интервью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03FA3-DFE8-4A9F-9D7A-54F4A415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8BAC7-D33A-435D-BD04-7B6E92DF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понятность идеи, сила visual 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6D36D2-2914-4A75-9780-E6F7E89D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BBAB8C-9461-479C-A0DE-9E700B3B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1-2 концепции оставляем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B556B6-4FC0-4A5A-A3A4-1E62459B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95588D-5173-492C-A4C3-7C64569B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8-14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70CE14-96CD-4707-8F4B-0CB4AB79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0E22CA-183B-475E-A632-FBF25D12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8-10 screens, prompt logic, first Life Canvas styles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47D994-C894-4A95-A41E-1012F46A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E93F12-853B-4EC0-BAD6-DA7F0FF2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пройти loop без объяснений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BFCC11-0237-4B11-A523-3C4EDBBC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FE61B-6EDB-409E-A03B-B03F20BE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в MVP, что выкидываем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79CCB7-ADF4-4B42-BD7D-AEE76CE9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D5DF79-89DD-4161-8F78-BDEC8E68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15-21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DE5858-DA15-4B42-8927-E348D8F3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F35BFC-5D4F-48F5-8DE7-A7B9D832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30-user concierge cohort, ручные forecasts, first 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967F04-A450-4BED-BA73-98A8209E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35C90D-DFF3-4815-BC5B-1C59BF12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D1, понимание Canvas, качественная обратная связь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9AC3D4-E7C6-43F2-95F8-B01715D5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8DDE51-EA9C-4859-83C8-BCA8E0A9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продуктовая петля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65D8BF-D7E0-4CD3-B46F-0A5C916A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BC5E9A-B605-4A33-9764-27FDD9B3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22-30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2D7134-6467-4204-BB00-240A7062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C6855F-84A9-4475-8EEC-0289B139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test $9.99/$12.99/$14.99, paid intent, CAC signup proxy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546760-8B87-4AF5-9A4B-E34F894B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41D8BC-6999-4214-9326-B613C732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&gt;5%, D1 &gt;20%, Canvas causality &gt;50%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B5D4A7-1B96-441C-B097-D283E013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AECAD7-FD81-480C-A709-12C143B8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go/no-go на MVP build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B8F8BB-6EB9-4BF5-8D54-C234D51C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54659762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EAD11A-8821-470E-890E-2BD90A8E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EB95E-5998-4621-8DD7-24F62210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031D6-CA2C-4581-AF27-55A6C938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F6FF7-0316-4234-8927-840180B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10C1D-0AAA-4290-9B4C-C06048F4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2: если Фаза 1 проходит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4AEAF-E530-4781-B990-09155041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FCABD-947C-4698-9719-C60B9D83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F6D55-58BA-4CF0-8160-DA369371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9E3AF-A204-4AB2-996C-D7A8CEED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F9BBA-3C95-46BF-B008-0922FDE7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20D74-DC6C-4D85-BF2D-C8394F12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0ED9A-8B39-4A6D-98AB-1BC56BE1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строим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5AFEF-91A6-47D4-8822-52194044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10ED2-BF5F-48A0-BFF7-71A22ABE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Зачем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00BC3-9980-4798-830F-C2C2CD8B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AF85A-0FCE-44CB-A2F7-4B3FCDF1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05AC5-A972-41F0-9946-257E4090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262BF-477D-49B7-A6AC-E69C2F6A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9E2BF-640F-49F8-A8F4-04841DC4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000B2-A0EE-45C8-BD7A-1BBC0D60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prototype, auth, onboarding, weekly season, daily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885B22-7B2B-4512-BBBE-384FAA06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3A6F4-2ED2-4E23-959F-3EAB1526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дать пользователю пройти loop без ручного сопровождения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72578-6F9A-4409-B476-B36B2B91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26254-2C86-431F-A285-C7B9D95B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 активных пользователей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5C9064-8C17-40DD-BDA0-7F4E40D9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F46177-6446-4EB2-964D-8E6FF767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1D9F3B-158A-4833-8BF5-B9999996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3686E1-9FFD-4275-8E0C-B5DC0F47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 prompts, Runway workflow, retry limits, COGS logging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85AED-E60F-4512-AC87-F5D01265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A7B902-86F2-400D-9184-DFE47951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контролировать стоимость каждого generated asset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23EA33-1E8D-4105-840B-A79930F0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503209-5963-4CB1-BCB9-52650332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paid user &lt;$4/мес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E21412-463E-4EFE-9721-0987D4E2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2CD50E-AF31-40C5-AD89-37610C68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AB8740-E710-4DF7-A104-C5122F97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5E8DF8-41FC-4029-B78A-3A0F1ECB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test, Visual Plus, annual, premium token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DE309B-1189-4AF3-A510-8C7104DA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08C7B0-AC61-4C02-857F-16D33BD7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найти рабочую цену до масштабного маркетинга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DC56C0-372C-48F4-8D89-176F7CD1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DB1E7E-505B-4B6D-A0D2-22C40209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 2.5-3%+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864FE8-B8FA-4255-B24E-789A3C94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3103C5-0DC2-48C7-A611-16297904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B81E8B-629C-4633-8F3E-FCE7AEF1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B5DDF3-D6C8-42DA-8705-2B278D20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pack, 10-20 hooks, small paid budget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84CDAB-EEE8-41DA-A982-2FD02071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984056-2B05-4C46-BDA1-22558939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понять, можно ли привлекать не только warm users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B6A653-6EAE-4E21-950D-DB38AE52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9A2C0B-3E53-41CD-9E5D-2098322A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в допустимом диапазоне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9DE759-9652-485C-A2B8-EB6EAD20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68404E-D627-47F1-9B96-FAD1E213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Build decision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0D8100-D6F7-4B53-A7AA-128C5FA4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573722-45CC-4339-8331-93DC21C5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/ backend / analytics / billing roadmap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49887F-AC7D-478B-BA74-BC394BD3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58FE6C-E4D4-4B65-B0B3-359E5E6B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переходить от проверки к разработке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348D07-D75D-4F28-B94B-11B12D30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C63ABD-E7D4-4A02-9F9D-B1516BBA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retention + paid intent сходятся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6E8691-1235-4B95-BCFF-73B398A2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171119629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F61933-79C1-4C90-8688-453AE753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A1D9B-41BD-4460-950C-A0656FF9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21E7A-3847-449D-9373-94F4FF2F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92D39-7AF1-4ACC-BC79-690D7C0D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C41D2-DE59-4EF4-9CEC-4C449CDD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Границы продукта: MVP и позже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4F934-2492-41BD-95B0-0F75866E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40BDF-8CDF-4BA3-A233-07AA5432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должен защищать петлю. Все, что не помогает проверить причинность, оплату и возврат, уходит позже.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60133-2F62-46F7-A887-27066458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4476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37FD9-7B4F-4825-B104-7402FE4C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62100"/>
            <a:ext cx="4476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8BD1A-9733-4A75-85C2-D57AA8B1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A67D4-BE1F-4FA6-9FF7-E0AAEA2C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ПОЗЖЕ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4ADE6-BB7B-4185-8985-2441093F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Петля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B54F3-864F-4032-BD77-3D137862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6220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Episode → Action → Reset → Canvas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4CDF9-555F-41BA-A433-1BB46286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ветвления сезонов и deeper 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C0ECF-B36C-477C-9538-FCB94FA7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8607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Помощник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1803D-BAE1-4EF7-9FAC-DC0A6E36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67025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тон + контекст недели + memory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FCD92-7766-432B-8FCD-0D801460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670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voice/video assistant, голоса авторов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57BDF-B5EC-457C-B3AB-19E19138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Визуальный слой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3B356-AA99-4152-B989-75C2DE28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7185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через изображения + avatar style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B4EF2-A99B-45E3-A69E-113F8F59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video, talking avatar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5AC9B-AE2A-430E-89ED-0D36E5FB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95725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Монетизация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90E05-6D97-4A88-9E3F-E3A96506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76675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annual + один token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65354-D826-46F6-A94C-7442F539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7667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seasons, expert layer, marketplace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FF812-215F-4F12-9119-518DE5E2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Сообщество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71459-FBEA-4E31-B106-ACE68B92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81500"/>
            <a:ext cx="2714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в 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B2905E-DD63-46DE-ACFB-B76160D3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sharing, social, cohorts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BE0BBA-BA72-4B33-BD4F-B4F2517D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695950"/>
            <a:ext cx="828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Правило: сначала причинность Canvas и оплата, затем видео, голоса, marketplace и community.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B8252D-D15C-4EA3-A637-E29A72DE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12894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E9F5B3-E206-4BED-A129-F0225154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4B1AC-7A44-4F12-9326-1B6399AA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4AC10-7BE0-43C3-87FB-6C6BB904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16ED9-7AE4-4155-9B94-5967C7CB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C0CDB-3301-45A6-9843-80BC17D5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Риски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7A13D-346B-4A23-824E-6DA4C27F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2C658F-5420-40D5-8214-F8BCB913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37B92-DCF3-4D9B-982B-B46B6757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A34A6-1AE3-4A92-98F9-9DCA3FB0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80FB6-1D10-4254-8DAF-2DAE8A3A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Похоже на гороскоп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08567-5526-4855-A615-A5D0F41B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видит обычную астрологию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B8038-533B-4388-856A-9283B809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позиционировать как week-series и действие, не fate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9289A-148F-4B34-895F-F7AD268B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71625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62322-A488-4375-94F0-7FE27C8A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4307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Аватар случайный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2437B-F730-42DD-B26B-277B0CCB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62175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неясно, почему изменился Canvas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15178-AB97-4103-B991-30835438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00325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показывать причину рядом с Canvas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DEEC7-294E-47D4-9DDF-AD8D774B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C7EC5-3525-492A-A740-2855E6D2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43075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Видео съедает маржу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8D3B1-1E5C-4553-8759-2E68F3D4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62175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бесплатные users генерируют дорогие видео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746AE7-5D90-439B-A1BB-7345229D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00325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premium/token video; логировать COGS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FC0C0-A7D0-4864-81CE-C107C507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4B7B09-1258-453A-9D5F-5AF116BC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AI звучит generic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A92BDF-54A5-4454-B36D-42E9B686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низкое доверие и нет возврата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A2047-3660-4A75-9E27-4A49B9E5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prompt QA, feedback и memory guardrails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D82744-6E11-4828-B685-EF616373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2425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9A09B0-B505-43E7-A23B-306EAD42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957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Нет платного интереса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9574E0-DFF0-4B03-8C74-EB719395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14800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нравится, но не покупают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0E3581-D203-449A-88B1-4F38CE88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52950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после первой петли + price tests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B23148-9FC7-40FE-A6DA-13CAB4D8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риск не рынок, а причинность: пользователь должен понимать, почему Life Canvas изменился.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9E703A-1EA9-4CF3-A46F-F0C3D688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365476512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7A238B-4164-4A39-ABF8-A0A9021E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9DDD9-4C36-437F-83CB-F9C07DBF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70C6C-3F6C-4D30-8FAF-9661FC9F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51D12-63E0-45CC-BE53-032BD413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7ABDE-502D-4572-93D5-63E50BE7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Условия перехода к запуску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1D802-670F-43BE-BE9B-1FEA77B0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D25B0-A86E-4207-8D45-8024103A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942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11F7A-938D-4507-BA9D-6F59FE57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881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Вердикт: запускаем проверку, но не считаем продукт доказанным бизнесом до первой группы пользователей.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7ABBD-B67D-4E16-87AE-C931BFFC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714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FF77D-4D10-479B-A519-98D0DF10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Продуктовая 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0ACC0-D77A-4E49-84EA-9185F492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44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понятная петля: эпизод → действие → сброс → Canvas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F0B5F-4FA2-425D-8B76-1BFB9BAA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181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7582E-F3ED-46BD-9533-ED611603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447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визуальных примеров + кликабельный прототип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7F68E-EBE4-49EE-BA20-5FC4F51C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76450"/>
            <a:ext cx="1714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2BC23-E54E-4A47-AC6A-0BF2E17B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2669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Финансовая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ACF56-7E2C-4E90-8E15-A5DB0499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57500"/>
            <a:ext cx="144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цена, себестоимость, бесплатный пользователь, привлечение и сценарии разделены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2A5F4-087E-4F26-9294-37341EBE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676650"/>
            <a:ext cx="1181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5D4D44-07C6-4E9B-A0E4-345897EA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24300"/>
            <a:ext cx="1447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логировать каждую генерацию и пересчитать после первой группы пользователей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7D56F-2A88-4177-8F34-D80A237C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76450"/>
            <a:ext cx="1714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9EB47F-023C-4137-A78B-EDE59C05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669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GTM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769B3F-046B-4448-8F52-DCE5CF45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144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старт — авторский контент и теплая аудитория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140476-3C2A-4B34-ABE5-BBB60E7B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76650"/>
            <a:ext cx="1181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C16A9-3796-437B-90D9-A62BA056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24300"/>
            <a:ext cx="1447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10-20 hooks + малый платный тест после paid signal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C28965-3B60-4BF9-8ADE-B2F49C79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076450"/>
            <a:ext cx="1714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BF5AA1-FFC7-4B3A-AA23-67BDBB0B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2669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Технологии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FE144F-32C0-4D2E-BEB7-7EA3BFC2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857500"/>
            <a:ext cx="144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начинается с изображений и лимитированного видео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FD925A-10A8-4820-99BD-950EF08A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76650"/>
            <a:ext cx="1181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178438-8569-42B6-A3D5-899C8EAE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924300"/>
            <a:ext cx="1447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сравнить провайдеров и поставить лимиты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A034E7-C515-495D-919E-D193DA89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714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F53688-5D91-465D-A158-BEA38B7F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Следующее решение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3B12CB-22F6-4E9F-83C7-F130F325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1447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фазу проверки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E3B661-81F4-4743-9CC9-C8988BD1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1181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469CA9-B968-468C-9C4F-18A01DC9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1447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по возврату, оплате, Canvas и COGS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722BFB-E107-461B-A503-3A5EB86C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38800"/>
            <a:ext cx="847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E9CA4C-CC65-4590-8D8A-6C2EC6EF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3405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3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следующая фаза должна не масштабировать идею, а быстро проверить петлю, цену и себестоимость на реальных пользователях.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90F9CD-1255-4A32-BB97-DA016EB1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88301409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4D7ACA-7DB7-44E1-BE75-E924C7B9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A32E0-57CA-4CB3-907C-99A44F2F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44E10-9F6C-43EA-B525-D3250C9C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5054C-5F50-4CE8-A8DB-ECD2C3CB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2F9A6-E5A8-4999-9FFB-B819B7F9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Следующий шаг: запуск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0EDF0-494C-410A-8579-F3610D9F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275D2-DE14-4D66-B1C0-A83C0E64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B4320-E51F-476A-9111-89B10703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33750"/>
            <a:ext cx="666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сгенерировать визуальные примеры, собрать кликабельный прототип, протестировать первых 30 пользователей и проверить, понимают ли они причинность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DA6CE-79AC-416A-94F7-41C27A14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 → интервью → ручная группа → готовность платить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09FBF-08A6-4FE3-975D-DF894FA7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133227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2026-06-08T07:27:46.4500000Z</dcterms:created>
  <dcterms:modified xsi:type="dcterms:W3CDTF">2026-06-08T07:27:46.4500000Z</dcterms:modified>
</coreProperties>
</file>