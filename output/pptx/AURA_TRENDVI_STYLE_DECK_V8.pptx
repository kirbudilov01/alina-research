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17e970a7094480" /><Relationship Type="http://schemas.openxmlformats.org/officeDocument/2006/relationships/extended-properties" Target="/docProps/app.xml" Id="R1b22a978bc7d43b5" /><Relationship Type="http://schemas.openxmlformats.org/officeDocument/2006/relationships/officeDocument" Target="/ppt/presentation.xml" Id="R667b8f6cbe2b40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1fdd1a740244f1"/>
  </p:sldMasterIdLst>
  <p:notesMasterIdLst>
    <p:notesMasterId xmlns:r="http://schemas.openxmlformats.org/officeDocument/2006/relationships" r:id="Rc49139df61a04a71"/>
  </p:notesMasterIdLst>
  <p:sldIdLst>
    <p:sldId xmlns:r="http://schemas.openxmlformats.org/officeDocument/2006/relationships" id="256" r:id="R3c4839b3bd6e47f3"/>
    <p:sldId xmlns:r="http://schemas.openxmlformats.org/officeDocument/2006/relationships" id="257" r:id="R7beef66ac9b1462d"/>
    <p:sldId xmlns:r="http://schemas.openxmlformats.org/officeDocument/2006/relationships" id="258" r:id="Rc93854ed8f28423e"/>
    <p:sldId xmlns:r="http://schemas.openxmlformats.org/officeDocument/2006/relationships" id="259" r:id="Raf53e44ceb004c71"/>
    <p:sldId xmlns:r="http://schemas.openxmlformats.org/officeDocument/2006/relationships" id="260" r:id="Rf33af73296904945"/>
    <p:sldId xmlns:r="http://schemas.openxmlformats.org/officeDocument/2006/relationships" id="261" r:id="R4de582abd4bb43e7"/>
    <p:sldId xmlns:r="http://schemas.openxmlformats.org/officeDocument/2006/relationships" id="262" r:id="Re4901dc4a1994030"/>
    <p:sldId xmlns:r="http://schemas.openxmlformats.org/officeDocument/2006/relationships" id="263" r:id="R81e5d333e05e4712"/>
    <p:sldId xmlns:r="http://schemas.openxmlformats.org/officeDocument/2006/relationships" id="264" r:id="R60b5793e83db4786"/>
    <p:sldId xmlns:r="http://schemas.openxmlformats.org/officeDocument/2006/relationships" id="265" r:id="R0cbdf50c94814473"/>
    <p:sldId xmlns:r="http://schemas.openxmlformats.org/officeDocument/2006/relationships" id="266" r:id="R48ec88e45d9c4b1f"/>
    <p:sldId xmlns:r="http://schemas.openxmlformats.org/officeDocument/2006/relationships" id="267" r:id="R2df0405ee3104926"/>
    <p:sldId xmlns:r="http://schemas.openxmlformats.org/officeDocument/2006/relationships" id="268" r:id="R36075dd86a444bda"/>
    <p:sldId xmlns:r="http://schemas.openxmlformats.org/officeDocument/2006/relationships" id="269" r:id="Rfac64c8c74d8421b"/>
    <p:sldId xmlns:r="http://schemas.openxmlformats.org/officeDocument/2006/relationships" id="270" r:id="R3063598326b943f8"/>
    <p:sldId xmlns:r="http://schemas.openxmlformats.org/officeDocument/2006/relationships" id="271" r:id="R08e76da3006e48fd"/>
    <p:sldId xmlns:r="http://schemas.openxmlformats.org/officeDocument/2006/relationships" id="272" r:id="Rd7c503a530d644c9"/>
    <p:sldId xmlns:r="http://schemas.openxmlformats.org/officeDocument/2006/relationships" id="273" r:id="R6b819f435d0544be"/>
    <p:sldId xmlns:r="http://schemas.openxmlformats.org/officeDocument/2006/relationships" id="274" r:id="Ra786bf8f48fd4dc2"/>
    <p:sldId xmlns:r="http://schemas.openxmlformats.org/officeDocument/2006/relationships" id="275" r:id="Rce1d2122d11649d0"/>
    <p:sldId xmlns:r="http://schemas.openxmlformats.org/officeDocument/2006/relationships" id="276" r:id="Rbd11abc53b874568"/>
    <p:sldId xmlns:r="http://schemas.openxmlformats.org/officeDocument/2006/relationships" id="277" r:id="R6d5a66066e1f4cea"/>
    <p:sldId xmlns:r="http://schemas.openxmlformats.org/officeDocument/2006/relationships" id="278" r:id="R71053783b3e8495d"/>
    <p:sldId xmlns:r="http://schemas.openxmlformats.org/officeDocument/2006/relationships" id="279" r:id="Rf6524d0371a741e5"/>
    <p:sldId xmlns:r="http://schemas.openxmlformats.org/officeDocument/2006/relationships" id="280" r:id="Rb1f347e30b1f4eed"/>
    <p:sldId xmlns:r="http://schemas.openxmlformats.org/officeDocument/2006/relationships" id="281" r:id="Ra5a2bfdd6ac84c4f"/>
    <p:sldId xmlns:r="http://schemas.openxmlformats.org/officeDocument/2006/relationships" id="282" r:id="R28c0bb325446498d"/>
    <p:sldId xmlns:r="http://schemas.openxmlformats.org/officeDocument/2006/relationships" id="283" r:id="R5fbc32b4440f455e"/>
    <p:sldId xmlns:r="http://schemas.openxmlformats.org/officeDocument/2006/relationships" id="284" r:id="R56acbb60250a4f5e"/>
    <p:sldId xmlns:r="http://schemas.openxmlformats.org/officeDocument/2006/relationships" id="285" r:id="R94d00ce92ff24c1b"/>
    <p:sldId xmlns:r="http://schemas.openxmlformats.org/officeDocument/2006/relationships" id="286" r:id="R605ac2159a8d4336"/>
    <p:sldId xmlns:r="http://schemas.openxmlformats.org/officeDocument/2006/relationships" id="287" r:id="R87d644bc41164ce9"/>
    <p:sldId xmlns:r="http://schemas.openxmlformats.org/officeDocument/2006/relationships" id="288" r:id="R216fc806551345cc"/>
    <p:sldId xmlns:r="http://schemas.openxmlformats.org/officeDocument/2006/relationships" id="289" r:id="Rcfe781f8442a4876"/>
    <p:sldId xmlns:r="http://schemas.openxmlformats.org/officeDocument/2006/relationships" id="290" r:id="R1d27a4f8bc3a4513"/>
    <p:sldId xmlns:r="http://schemas.openxmlformats.org/officeDocument/2006/relationships" id="291" r:id="R411147f9b81741d6"/>
    <p:sldId xmlns:r="http://schemas.openxmlformats.org/officeDocument/2006/relationships" id="292" r:id="R5ba798ed85c84449"/>
    <p:sldId xmlns:r="http://schemas.openxmlformats.org/officeDocument/2006/relationships" id="293" r:id="Rcdd5f767ec2543a3"/>
    <p:sldId xmlns:r="http://schemas.openxmlformats.org/officeDocument/2006/relationships" id="294" r:id="R336830754fec4e36"/>
    <p:sldId xmlns:r="http://schemas.openxmlformats.org/officeDocument/2006/relationships" id="295" r:id="Rf036a077d4f74fbc"/>
    <p:sldId xmlns:r="http://schemas.openxmlformats.org/officeDocument/2006/relationships" id="296" r:id="R2b9032fc03734f0d"/>
    <p:sldId xmlns:r="http://schemas.openxmlformats.org/officeDocument/2006/relationships" id="297" r:id="R8653147df0424fee"/>
    <p:sldId xmlns:r="http://schemas.openxmlformats.org/officeDocument/2006/relationships" id="298" r:id="R124857a5407b4c99"/>
    <p:sldId xmlns:r="http://schemas.openxmlformats.org/officeDocument/2006/relationships" id="299" r:id="Ra3acba9e1e6f4020"/>
    <p:sldId xmlns:r="http://schemas.openxmlformats.org/officeDocument/2006/relationships" id="300" r:id="Rb26a0923494246b0"/>
    <p:sldId xmlns:r="http://schemas.openxmlformats.org/officeDocument/2006/relationships" id="301" r:id="R604b96921e154f82"/>
    <p:sldId xmlns:r="http://schemas.openxmlformats.org/officeDocument/2006/relationships" id="302" r:id="R43a73fa3c057467e"/>
    <p:sldId xmlns:r="http://schemas.openxmlformats.org/officeDocument/2006/relationships" id="303" r:id="Rd17337c98b6f435b"/>
    <p:sldId xmlns:r="http://schemas.openxmlformats.org/officeDocument/2006/relationships" id="304" r:id="R9772e885eb904810"/>
    <p:sldId xmlns:r="http://schemas.openxmlformats.org/officeDocument/2006/relationships" id="305" r:id="Rec7738b46e2c4679"/>
    <p:sldId xmlns:r="http://schemas.openxmlformats.org/officeDocument/2006/relationships" id="306" r:id="Rc45eb252bc8d4cb5"/>
    <p:sldId xmlns:r="http://schemas.openxmlformats.org/officeDocument/2006/relationships" id="307" r:id="R4a205d62a07d46b4"/>
    <p:sldId xmlns:r="http://schemas.openxmlformats.org/officeDocument/2006/relationships" id="308" r:id="R7e0bcef1e2254b9c"/>
    <p:sldId xmlns:r="http://schemas.openxmlformats.org/officeDocument/2006/relationships" id="309" r:id="R13a8c70a91b747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2304d062448f3" /><Relationship Type="http://schemas.openxmlformats.org/officeDocument/2006/relationships/slideMaster" Target="/ppt/slideMasters/slideMaster1.xml" Id="Re81fdd1a740244f1" /><Relationship Type="http://schemas.openxmlformats.org/officeDocument/2006/relationships/notesMaster" Target="/ppt/notesMasters/notesMaster1.xml" Id="Rc49139df61a04a71" /><Relationship Type="http://schemas.openxmlformats.org/officeDocument/2006/relationships/presProps" Target="/ppt/presProps.xml" Id="Rd454411486e44461" /><Relationship Type="http://schemas.openxmlformats.org/officeDocument/2006/relationships/viewProps" Target="/ppt/viewProps.xml" Id="Ra5053610377046dd" /><Relationship Type="http://schemas.openxmlformats.org/officeDocument/2006/relationships/tableStyles" Target="/ppt/tableStyles.xml" Id="R6f4dc69b0c6a4616" /><Relationship Type="http://schemas.openxmlformats.org/officeDocument/2006/relationships/slide" Target="/ppt/slides/slide1.xml" Id="R3c4839b3bd6e47f3" /><Relationship Type="http://schemas.openxmlformats.org/officeDocument/2006/relationships/slide" Target="/ppt/slides/slide2.xml" Id="R7beef66ac9b1462d" /><Relationship Type="http://schemas.openxmlformats.org/officeDocument/2006/relationships/slide" Target="/ppt/slides/slide3.xml" Id="Rc93854ed8f28423e" /><Relationship Type="http://schemas.openxmlformats.org/officeDocument/2006/relationships/slide" Target="/ppt/slides/slide4.xml" Id="Raf53e44ceb004c71" /><Relationship Type="http://schemas.openxmlformats.org/officeDocument/2006/relationships/slide" Target="/ppt/slides/slide5.xml" Id="Rf33af73296904945" /><Relationship Type="http://schemas.openxmlformats.org/officeDocument/2006/relationships/slide" Target="/ppt/slides/slide6.xml" Id="R4de582abd4bb43e7" /><Relationship Type="http://schemas.openxmlformats.org/officeDocument/2006/relationships/slide" Target="/ppt/slides/slide7.xml" Id="Re4901dc4a1994030" /><Relationship Type="http://schemas.openxmlformats.org/officeDocument/2006/relationships/slide" Target="/ppt/slides/slide8.xml" Id="R81e5d333e05e4712" /><Relationship Type="http://schemas.openxmlformats.org/officeDocument/2006/relationships/slide" Target="/ppt/slides/slide9.xml" Id="R60b5793e83db4786" /><Relationship Type="http://schemas.openxmlformats.org/officeDocument/2006/relationships/slide" Target="/ppt/slides/slide10.xml" Id="R0cbdf50c94814473" /><Relationship Type="http://schemas.openxmlformats.org/officeDocument/2006/relationships/slide" Target="/ppt/slides/slide11.xml" Id="R48ec88e45d9c4b1f" /><Relationship Type="http://schemas.openxmlformats.org/officeDocument/2006/relationships/slide" Target="/ppt/slides/slide12.xml" Id="R2df0405ee3104926" /><Relationship Type="http://schemas.openxmlformats.org/officeDocument/2006/relationships/slide" Target="/ppt/slides/slide13.xml" Id="R36075dd86a444bda" /><Relationship Type="http://schemas.openxmlformats.org/officeDocument/2006/relationships/slide" Target="/ppt/slides/slide14.xml" Id="Rfac64c8c74d8421b" /><Relationship Type="http://schemas.openxmlformats.org/officeDocument/2006/relationships/slide" Target="/ppt/slides/slide15.xml" Id="R3063598326b943f8" /><Relationship Type="http://schemas.openxmlformats.org/officeDocument/2006/relationships/slide" Target="/ppt/slides/slide16.xml" Id="R08e76da3006e48fd" /><Relationship Type="http://schemas.openxmlformats.org/officeDocument/2006/relationships/slide" Target="/ppt/slides/slide17.xml" Id="Rd7c503a530d644c9" /><Relationship Type="http://schemas.openxmlformats.org/officeDocument/2006/relationships/slide" Target="/ppt/slides/slide18.xml" Id="R6b819f435d0544be" /><Relationship Type="http://schemas.openxmlformats.org/officeDocument/2006/relationships/slide" Target="/ppt/slides/slide19.xml" Id="Ra786bf8f48fd4dc2" /><Relationship Type="http://schemas.openxmlformats.org/officeDocument/2006/relationships/slide" Target="/ppt/slides/slide20.xml" Id="Rce1d2122d11649d0" /><Relationship Type="http://schemas.openxmlformats.org/officeDocument/2006/relationships/slide" Target="/ppt/slides/slide21.xml" Id="Rbd11abc53b874568" /><Relationship Type="http://schemas.openxmlformats.org/officeDocument/2006/relationships/slide" Target="/ppt/slides/slide22.xml" Id="R6d5a66066e1f4cea" /><Relationship Type="http://schemas.openxmlformats.org/officeDocument/2006/relationships/slide" Target="/ppt/slides/slide23.xml" Id="R71053783b3e8495d" /><Relationship Type="http://schemas.openxmlformats.org/officeDocument/2006/relationships/slide" Target="/ppt/slides/slide24.xml" Id="Rf6524d0371a741e5" /><Relationship Type="http://schemas.openxmlformats.org/officeDocument/2006/relationships/slide" Target="/ppt/slides/slide25.xml" Id="Rb1f347e30b1f4eed" /><Relationship Type="http://schemas.openxmlformats.org/officeDocument/2006/relationships/slide" Target="/ppt/slides/slide26.xml" Id="Ra5a2bfdd6ac84c4f" /><Relationship Type="http://schemas.openxmlformats.org/officeDocument/2006/relationships/slide" Target="/ppt/slides/slide27.xml" Id="R28c0bb325446498d" /><Relationship Type="http://schemas.openxmlformats.org/officeDocument/2006/relationships/slide" Target="/ppt/slides/slide28.xml" Id="R5fbc32b4440f455e" /><Relationship Type="http://schemas.openxmlformats.org/officeDocument/2006/relationships/slide" Target="/ppt/slides/slide29.xml" Id="R56acbb60250a4f5e" /><Relationship Type="http://schemas.openxmlformats.org/officeDocument/2006/relationships/slide" Target="/ppt/slides/slide30.xml" Id="R94d00ce92ff24c1b" /><Relationship Type="http://schemas.openxmlformats.org/officeDocument/2006/relationships/slide" Target="/ppt/slides/slide31.xml" Id="R605ac2159a8d4336" /><Relationship Type="http://schemas.openxmlformats.org/officeDocument/2006/relationships/slide" Target="/ppt/slides/slide32.xml" Id="R87d644bc41164ce9" /><Relationship Type="http://schemas.openxmlformats.org/officeDocument/2006/relationships/slide" Target="/ppt/slides/slide33.xml" Id="R216fc806551345cc" /><Relationship Type="http://schemas.openxmlformats.org/officeDocument/2006/relationships/slide" Target="/ppt/slides/slide34.xml" Id="Rcfe781f8442a4876" /><Relationship Type="http://schemas.openxmlformats.org/officeDocument/2006/relationships/slide" Target="/ppt/slides/slide35.xml" Id="R1d27a4f8bc3a4513" /><Relationship Type="http://schemas.openxmlformats.org/officeDocument/2006/relationships/slide" Target="/ppt/slides/slide36.xml" Id="R411147f9b81741d6" /><Relationship Type="http://schemas.openxmlformats.org/officeDocument/2006/relationships/slide" Target="/ppt/slides/slide37.xml" Id="R5ba798ed85c84449" /><Relationship Type="http://schemas.openxmlformats.org/officeDocument/2006/relationships/slide" Target="/ppt/slides/slide38.xml" Id="Rcdd5f767ec2543a3" /><Relationship Type="http://schemas.openxmlformats.org/officeDocument/2006/relationships/slide" Target="/ppt/slides/slide39.xml" Id="R336830754fec4e36" /><Relationship Type="http://schemas.openxmlformats.org/officeDocument/2006/relationships/slide" Target="/ppt/slides/slide40.xml" Id="Rf036a077d4f74fbc" /><Relationship Type="http://schemas.openxmlformats.org/officeDocument/2006/relationships/slide" Target="/ppt/slides/slide41.xml" Id="R2b9032fc03734f0d" /><Relationship Type="http://schemas.openxmlformats.org/officeDocument/2006/relationships/slide" Target="/ppt/slides/slide42.xml" Id="R8653147df0424fee" /><Relationship Type="http://schemas.openxmlformats.org/officeDocument/2006/relationships/slide" Target="/ppt/slides/slide43.xml" Id="R124857a5407b4c99" /><Relationship Type="http://schemas.openxmlformats.org/officeDocument/2006/relationships/slide" Target="/ppt/slides/slide44.xml" Id="Ra3acba9e1e6f4020" /><Relationship Type="http://schemas.openxmlformats.org/officeDocument/2006/relationships/slide" Target="/ppt/slides/slide45.xml" Id="Rb26a0923494246b0" /><Relationship Type="http://schemas.openxmlformats.org/officeDocument/2006/relationships/slide" Target="/ppt/slides/slide46.xml" Id="R604b96921e154f82" /><Relationship Type="http://schemas.openxmlformats.org/officeDocument/2006/relationships/slide" Target="/ppt/slides/slide47.xml" Id="R43a73fa3c057467e" /><Relationship Type="http://schemas.openxmlformats.org/officeDocument/2006/relationships/slide" Target="/ppt/slides/slide48.xml" Id="Rd17337c98b6f435b" /><Relationship Type="http://schemas.openxmlformats.org/officeDocument/2006/relationships/slide" Target="/ppt/slides/slide49.xml" Id="R9772e885eb904810" /><Relationship Type="http://schemas.openxmlformats.org/officeDocument/2006/relationships/slide" Target="/ppt/slides/slide50.xml" Id="Rec7738b46e2c4679" /><Relationship Type="http://schemas.openxmlformats.org/officeDocument/2006/relationships/slide" Target="/ppt/slides/slide51.xml" Id="Rc45eb252bc8d4cb5" /><Relationship Type="http://schemas.openxmlformats.org/officeDocument/2006/relationships/slide" Target="/ppt/slides/slide52.xml" Id="R4a205d62a07d46b4" /><Relationship Type="http://schemas.openxmlformats.org/officeDocument/2006/relationships/slide" Target="/ppt/slides/slide53.xml" Id="R7e0bcef1e2254b9c" /><Relationship Type="http://schemas.openxmlformats.org/officeDocument/2006/relationships/slide" Target="/ppt/slides/slide54.xml" Id="R13a8c70a91b747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d88d47bacf4e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e04b83456a4748" /><Relationship Type="http://schemas.openxmlformats.org/officeDocument/2006/relationships/notesMaster" Target="/ppt/notesMasters/notesMaster1.xml" Id="Rd6d9866880474b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2d2b5c871d4b50" /><Relationship Type="http://schemas.openxmlformats.org/officeDocument/2006/relationships/notesMaster" Target="/ppt/notesMasters/notesMaster1.xml" Id="R381f8ddec8be45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207a3e47d749e0" /><Relationship Type="http://schemas.openxmlformats.org/officeDocument/2006/relationships/notesMaster" Target="/ppt/notesMasters/notesMaster1.xml" Id="R1d5f82b9a69646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52886232248bc" /><Relationship Type="http://schemas.openxmlformats.org/officeDocument/2006/relationships/notesMaster" Target="/ppt/notesMasters/notesMaster1.xml" Id="Rf1dbec29f8e04e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61329d00244a04" /><Relationship Type="http://schemas.openxmlformats.org/officeDocument/2006/relationships/notesMaster" Target="/ppt/notesMasters/notesMaster1.xml" Id="R5848e2e385cf42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87865140244e5b" /><Relationship Type="http://schemas.openxmlformats.org/officeDocument/2006/relationships/notesMaster" Target="/ppt/notesMasters/notesMaster1.xml" Id="R0b003c626c0c4d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e85f9835e64677" /><Relationship Type="http://schemas.openxmlformats.org/officeDocument/2006/relationships/notesMaster" Target="/ppt/notesMasters/notesMaster1.xml" Id="Redf88df3eb1a4a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24af2b21d3429d" /><Relationship Type="http://schemas.openxmlformats.org/officeDocument/2006/relationships/notesMaster" Target="/ppt/notesMasters/notesMaster1.xml" Id="R3b9b02ff80e44b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e75c8c578b4df3" /><Relationship Type="http://schemas.openxmlformats.org/officeDocument/2006/relationships/notesMaster" Target="/ppt/notesMasters/notesMaster1.xml" Id="R44c5ba8209d44c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21a95eac5f45f9" /><Relationship Type="http://schemas.openxmlformats.org/officeDocument/2006/relationships/notesMaster" Target="/ppt/notesMasters/notesMaster1.xml" Id="Rb5444761bb7541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7e4b39a7d448ad" /><Relationship Type="http://schemas.openxmlformats.org/officeDocument/2006/relationships/notesMaster" Target="/ppt/notesMasters/notesMaster1.xml" Id="Rda7cb458d3dc49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3606a31fc54c1f" /><Relationship Type="http://schemas.openxmlformats.org/officeDocument/2006/relationships/notesMaster" Target="/ppt/notesMasters/notesMaster1.xml" Id="Rebab8294b8834a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06d1efb6e34eac" /><Relationship Type="http://schemas.openxmlformats.org/officeDocument/2006/relationships/notesMaster" Target="/ppt/notesMasters/notesMaster1.xml" Id="Rda3625fa4bc344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3e20dea914406a" /><Relationship Type="http://schemas.openxmlformats.org/officeDocument/2006/relationships/notesMaster" Target="/ppt/notesMasters/notesMaster1.xml" Id="Re27bab3ff2a842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71272a1df343de" /><Relationship Type="http://schemas.openxmlformats.org/officeDocument/2006/relationships/notesMaster" Target="/ppt/notesMasters/notesMaster1.xml" Id="R967d7a9cff6749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00e0a771824987" /><Relationship Type="http://schemas.openxmlformats.org/officeDocument/2006/relationships/notesMaster" Target="/ppt/notesMasters/notesMaster1.xml" Id="R39b1d76dfd824b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7f744ca9854e72" /><Relationship Type="http://schemas.openxmlformats.org/officeDocument/2006/relationships/notesMaster" Target="/ppt/notesMasters/notesMaster1.xml" Id="Ra40950c8e88441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2ccc2db6f04970" /><Relationship Type="http://schemas.openxmlformats.org/officeDocument/2006/relationships/notesMaster" Target="/ppt/notesMasters/notesMaster1.xml" Id="Rb3208784ec2a46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6e1fcaba7f4116" /><Relationship Type="http://schemas.openxmlformats.org/officeDocument/2006/relationships/notesMaster" Target="/ppt/notesMasters/notesMaster1.xml" Id="R605e75737f0043c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65a25bc1a645de" /><Relationship Type="http://schemas.openxmlformats.org/officeDocument/2006/relationships/notesMaster" Target="/ppt/notesMasters/notesMaster1.xml" Id="Rda2d39b4d798425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20ee7c2f1142e8" /><Relationship Type="http://schemas.openxmlformats.org/officeDocument/2006/relationships/notesMaster" Target="/ppt/notesMasters/notesMaster1.xml" Id="R4270c0c9793b4f7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433d0053834fce" /><Relationship Type="http://schemas.openxmlformats.org/officeDocument/2006/relationships/notesMaster" Target="/ppt/notesMasters/notesMaster1.xml" Id="R6ba2c04d3643487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f038a8b8af418a" /><Relationship Type="http://schemas.openxmlformats.org/officeDocument/2006/relationships/notesMaster" Target="/ppt/notesMasters/notesMaster1.xml" Id="R532f1897a4dd4f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a58347fc3946dd" /><Relationship Type="http://schemas.openxmlformats.org/officeDocument/2006/relationships/notesMaster" Target="/ppt/notesMasters/notesMaster1.xml" Id="R66613690e3c949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08d7224212f4b01" /><Relationship Type="http://schemas.openxmlformats.org/officeDocument/2006/relationships/notesMaster" Target="/ppt/notesMasters/notesMaster1.xml" Id="R84d6674d5da2472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c9d43ef25348b4" /><Relationship Type="http://schemas.openxmlformats.org/officeDocument/2006/relationships/notesMaster" Target="/ppt/notesMasters/notesMaster1.xml" Id="R8730c672a80846f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aa07022f62f472e" /><Relationship Type="http://schemas.openxmlformats.org/officeDocument/2006/relationships/notesMaster" Target="/ppt/notesMasters/notesMaster1.xml" Id="Rf0d27f60023a44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ef516bd90594be0" /><Relationship Type="http://schemas.openxmlformats.org/officeDocument/2006/relationships/notesMaster" Target="/ppt/notesMasters/notesMaster1.xml" Id="R6e16864ec4c4419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a9791eb0aa14742" /><Relationship Type="http://schemas.openxmlformats.org/officeDocument/2006/relationships/notesMaster" Target="/ppt/notesMasters/notesMaster1.xml" Id="Rd024562bef194a7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82690e14f654db9" /><Relationship Type="http://schemas.openxmlformats.org/officeDocument/2006/relationships/notesMaster" Target="/ppt/notesMasters/notesMaster1.xml" Id="Ra3fca4c9c04f467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1c6130ac9594775" /><Relationship Type="http://schemas.openxmlformats.org/officeDocument/2006/relationships/notesMaster" Target="/ppt/notesMasters/notesMaster1.xml" Id="R246e72636bd1433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e7118cea9a14265" /><Relationship Type="http://schemas.openxmlformats.org/officeDocument/2006/relationships/notesMaster" Target="/ppt/notesMasters/notesMaster1.xml" Id="R147e52a90646484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1afd88d8d8647ed" /><Relationship Type="http://schemas.openxmlformats.org/officeDocument/2006/relationships/notesMaster" Target="/ppt/notesMasters/notesMaster1.xml" Id="R474ba2f5f883416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04c94e79f84e78" /><Relationship Type="http://schemas.openxmlformats.org/officeDocument/2006/relationships/notesMaster" Target="/ppt/notesMasters/notesMaster1.xml" Id="Rfef65cedf1bb43a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ad85da2a6e44f2c" /><Relationship Type="http://schemas.openxmlformats.org/officeDocument/2006/relationships/notesMaster" Target="/ppt/notesMasters/notesMaster1.xml" Id="R10af0a4892944bf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a80dd9ac9c0468e" /><Relationship Type="http://schemas.openxmlformats.org/officeDocument/2006/relationships/notesMaster" Target="/ppt/notesMasters/notesMaster1.xml" Id="Ra91497441ccb4ce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d63110ad3da411e" /><Relationship Type="http://schemas.openxmlformats.org/officeDocument/2006/relationships/notesMaster" Target="/ppt/notesMasters/notesMaster1.xml" Id="R0602b57de8ce48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c63cf0429514747" /><Relationship Type="http://schemas.openxmlformats.org/officeDocument/2006/relationships/notesMaster" Target="/ppt/notesMasters/notesMaster1.xml" Id="R219a9c8ec0554c9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f8a30d727124199" /><Relationship Type="http://schemas.openxmlformats.org/officeDocument/2006/relationships/notesMaster" Target="/ppt/notesMasters/notesMaster1.xml" Id="R52fc05337c3d4bd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8f48c6c95fc48e8" /><Relationship Type="http://schemas.openxmlformats.org/officeDocument/2006/relationships/notesMaster" Target="/ppt/notesMasters/notesMaster1.xml" Id="R41f0f32b6975443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1cf6155a78b4cc9" /><Relationship Type="http://schemas.openxmlformats.org/officeDocument/2006/relationships/notesMaster" Target="/ppt/notesMasters/notesMaster1.xml" Id="Rdb26297569c145c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d936ef3a8b74ab5" /><Relationship Type="http://schemas.openxmlformats.org/officeDocument/2006/relationships/notesMaster" Target="/ppt/notesMasters/notesMaster1.xml" Id="R51ce1c34e5b44f3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bb4c8f20a8444f3" /><Relationship Type="http://schemas.openxmlformats.org/officeDocument/2006/relationships/notesMaster" Target="/ppt/notesMasters/notesMaster1.xml" Id="R22527fa3962e4dd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fdb163a8e4641c8" /><Relationship Type="http://schemas.openxmlformats.org/officeDocument/2006/relationships/notesMaster" Target="/ppt/notesMasters/notesMaster1.xml" Id="R7a028f43696d44d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ac7146e3f754763" /><Relationship Type="http://schemas.openxmlformats.org/officeDocument/2006/relationships/notesMaster" Target="/ppt/notesMasters/notesMaster1.xml" Id="Rfb297807bfda4f0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2b0d5af66164e93" /><Relationship Type="http://schemas.openxmlformats.org/officeDocument/2006/relationships/notesMaster" Target="/ppt/notesMasters/notesMaster1.xml" Id="Ra7ba282d1fe7479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8e5db566a1042d4" /><Relationship Type="http://schemas.openxmlformats.org/officeDocument/2006/relationships/notesMaster" Target="/ppt/notesMasters/notesMaster1.xml" Id="R61b802ce6a6e47f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15588ba963b410b" /><Relationship Type="http://schemas.openxmlformats.org/officeDocument/2006/relationships/notesMaster" Target="/ppt/notesMasters/notesMaster1.xml" Id="R701e5909919f496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89402b7b9f54554" /><Relationship Type="http://schemas.openxmlformats.org/officeDocument/2006/relationships/notesMaster" Target="/ppt/notesMasters/notesMaster1.xml" Id="R93ecd81939204c7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ae69bc313e44ce4" /><Relationship Type="http://schemas.openxmlformats.org/officeDocument/2006/relationships/notesMaster" Target="/ppt/notesMasters/notesMaster1.xml" Id="Rff41930d016d4e7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02575e0bd5144c4" /><Relationship Type="http://schemas.openxmlformats.org/officeDocument/2006/relationships/notesMaster" Target="/ppt/notesMasters/notesMaster1.xml" Id="R36de9209bbf64e7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5abef7127254651" /><Relationship Type="http://schemas.openxmlformats.org/officeDocument/2006/relationships/notesMaster" Target="/ppt/notesMasters/notesMaster1.xml" Id="Rcadcd3de634b426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27cf67714a44e8f" /><Relationship Type="http://schemas.openxmlformats.org/officeDocument/2006/relationships/notesMaster" Target="/ppt/notesMasters/notesMaster1.xml" Id="R465f635d83db414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be556acbd6d4ff6" /><Relationship Type="http://schemas.openxmlformats.org/officeDocument/2006/relationships/notesMaster" Target="/ppt/notesMasters/notesMaster1.xml" Id="R33c83642cf59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3c26c5e954a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73681355d64e54" /><Relationship Type="http://schemas.openxmlformats.org/officeDocument/2006/relationships/slideLayout" Target="/ppt/slideLayouts/slideLayout1.xml" Id="R290df85335c2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0df85335c2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6a2bac5ec42ad" /><Relationship Type="http://schemas.openxmlformats.org/officeDocument/2006/relationships/notesSlide" Target="/ppt/notesSlides/notesSlide1.xml" Id="R48949cd9ead840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cca7105ca4ba7" /><Relationship Type="http://schemas.openxmlformats.org/officeDocument/2006/relationships/notesSlide" Target="/ppt/notesSlides/notesSlide2.xml" Id="Rd950532fe6094f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80508b1464067" /><Relationship Type="http://schemas.openxmlformats.org/officeDocument/2006/relationships/notesSlide" Target="/ppt/notesSlides/notesSlide3.xml" Id="R50fff5aed0bd4e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66d39e2c74224" /><Relationship Type="http://schemas.openxmlformats.org/officeDocument/2006/relationships/notesSlide" Target="/ppt/notesSlides/notesSlide4.xml" Id="Rf668657a92aa48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63bebfea94625" /><Relationship Type="http://schemas.openxmlformats.org/officeDocument/2006/relationships/notesSlide" Target="/ppt/notesSlides/notesSlide5.xml" Id="Rbec5b0b2105745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08258921f4355" /><Relationship Type="http://schemas.openxmlformats.org/officeDocument/2006/relationships/notesSlide" Target="/ppt/notesSlides/notesSlide6.xml" Id="R89c4ff96c8d74f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ec949536c4762" /><Relationship Type="http://schemas.openxmlformats.org/officeDocument/2006/relationships/notesSlide" Target="/ppt/notesSlides/notesSlide7.xml" Id="Rc8e0b73666164c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e3eee4c234058" /><Relationship Type="http://schemas.openxmlformats.org/officeDocument/2006/relationships/notesSlide" Target="/ppt/notesSlides/notesSlide8.xml" Id="Rc77e9c8143834a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224ef497e420e" /><Relationship Type="http://schemas.openxmlformats.org/officeDocument/2006/relationships/notesSlide" Target="/ppt/notesSlides/notesSlide9.xml" Id="R52cb160f25cd48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d14c5864b47fe" /><Relationship Type="http://schemas.openxmlformats.org/officeDocument/2006/relationships/notesSlide" Target="/ppt/notesSlides/notesSlide10.xml" Id="Ree0d9ea43b5349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5e97cbe984f03" /><Relationship Type="http://schemas.openxmlformats.org/officeDocument/2006/relationships/notesSlide" Target="/ppt/notesSlides/notesSlide11.xml" Id="Rabbab4961db648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31e30883847f2" /><Relationship Type="http://schemas.openxmlformats.org/officeDocument/2006/relationships/notesSlide" Target="/ppt/notesSlides/notesSlide12.xml" Id="Rceaa3ac0b9ad4e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fb3a4fca8415e" /><Relationship Type="http://schemas.openxmlformats.org/officeDocument/2006/relationships/notesSlide" Target="/ppt/notesSlides/notesSlide13.xml" Id="R18a4eaa735b847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f49122bef4210" /><Relationship Type="http://schemas.openxmlformats.org/officeDocument/2006/relationships/notesSlide" Target="/ppt/notesSlides/notesSlide14.xml" Id="R66a05e06708040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76a9c016f4ea0" /><Relationship Type="http://schemas.openxmlformats.org/officeDocument/2006/relationships/notesSlide" Target="/ppt/notesSlides/notesSlide15.xml" Id="R4250758f7a6f46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8c105831e4d70" /><Relationship Type="http://schemas.openxmlformats.org/officeDocument/2006/relationships/notesSlide" Target="/ppt/notesSlides/notesSlide16.xml" Id="R4f893baa9ba445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283903a384ae5" /><Relationship Type="http://schemas.openxmlformats.org/officeDocument/2006/relationships/notesSlide" Target="/ppt/notesSlides/notesSlide17.xml" Id="R614607bad0d446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5f995393d4b4b" /><Relationship Type="http://schemas.openxmlformats.org/officeDocument/2006/relationships/notesSlide" Target="/ppt/notesSlides/notesSlide18.xml" Id="R294f18b134cb40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1c4c879ea4810" /><Relationship Type="http://schemas.openxmlformats.org/officeDocument/2006/relationships/notesSlide" Target="/ppt/notesSlides/notesSlide19.xml" Id="Rbad7e69ca3d64d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a8f3f61ce4354" /><Relationship Type="http://schemas.openxmlformats.org/officeDocument/2006/relationships/notesSlide" Target="/ppt/notesSlides/notesSlide20.xml" Id="R2bbb47b4245149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d2159a1ba4af4" /><Relationship Type="http://schemas.openxmlformats.org/officeDocument/2006/relationships/notesSlide" Target="/ppt/notesSlides/notesSlide21.xml" Id="R7f5c5ec07f4d46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e59600416418a" /><Relationship Type="http://schemas.openxmlformats.org/officeDocument/2006/relationships/notesSlide" Target="/ppt/notesSlides/notesSlide22.xml" Id="R232d6bb5445a450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7167aad864068" /><Relationship Type="http://schemas.openxmlformats.org/officeDocument/2006/relationships/notesSlide" Target="/ppt/notesSlides/notesSlide23.xml" Id="R535a9b94361d40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694e773514943" /><Relationship Type="http://schemas.openxmlformats.org/officeDocument/2006/relationships/notesSlide" Target="/ppt/notesSlides/notesSlide24.xml" Id="R8ea7adc1a40e4e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0f19ac0dc4d74" /><Relationship Type="http://schemas.openxmlformats.org/officeDocument/2006/relationships/notesSlide" Target="/ppt/notesSlides/notesSlide25.xml" Id="R07f7bbf09bbc4bd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176bc806a4652" /><Relationship Type="http://schemas.openxmlformats.org/officeDocument/2006/relationships/notesSlide" Target="/ppt/notesSlides/notesSlide26.xml" Id="Rf558b68c3f4045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a40c218404182" /><Relationship Type="http://schemas.openxmlformats.org/officeDocument/2006/relationships/notesSlide" Target="/ppt/notesSlides/notesSlide27.xml" Id="R32d98947b18043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278c6ae2f40eb" /><Relationship Type="http://schemas.openxmlformats.org/officeDocument/2006/relationships/notesSlide" Target="/ppt/notesSlides/notesSlide28.xml" Id="Rb2cff577ae154b1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f04d0d6144908" /><Relationship Type="http://schemas.openxmlformats.org/officeDocument/2006/relationships/notesSlide" Target="/ppt/notesSlides/notesSlide29.xml" Id="Redbb4cde7cd94f7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8e214fd014990" /><Relationship Type="http://schemas.openxmlformats.org/officeDocument/2006/relationships/notesSlide" Target="/ppt/notesSlides/notesSlide30.xml" Id="Ra6f3d18a22e649e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5636d07924731" /><Relationship Type="http://schemas.openxmlformats.org/officeDocument/2006/relationships/notesSlide" Target="/ppt/notesSlides/notesSlide31.xml" Id="R41b25aa4e18a4be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94d4964cf4e82" /><Relationship Type="http://schemas.openxmlformats.org/officeDocument/2006/relationships/notesSlide" Target="/ppt/notesSlides/notesSlide32.xml" Id="Rda8a74b50b5e494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9d768d93d4386" /><Relationship Type="http://schemas.openxmlformats.org/officeDocument/2006/relationships/notesSlide" Target="/ppt/notesSlides/notesSlide33.xml" Id="Ra53d15336a0f4b3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03531ca0d4076" /><Relationship Type="http://schemas.openxmlformats.org/officeDocument/2006/relationships/notesSlide" Target="/ppt/notesSlides/notesSlide34.xml" Id="R60a80ae6b73f461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4dc671562444a" /><Relationship Type="http://schemas.openxmlformats.org/officeDocument/2006/relationships/notesSlide" Target="/ppt/notesSlides/notesSlide35.xml" Id="R8cf9eeba83f7404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c2e6b010f4c94" /><Relationship Type="http://schemas.openxmlformats.org/officeDocument/2006/relationships/notesSlide" Target="/ppt/notesSlides/notesSlide36.xml" Id="R414b5753e9674aa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cc27b9d0247e6" /><Relationship Type="http://schemas.openxmlformats.org/officeDocument/2006/relationships/notesSlide" Target="/ppt/notesSlides/notesSlide37.xml" Id="R6c01271814b3403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90288e1d342b7" /><Relationship Type="http://schemas.openxmlformats.org/officeDocument/2006/relationships/notesSlide" Target="/ppt/notesSlides/notesSlide38.xml" Id="Rf9580c34826d44b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79e70485c4dea" /><Relationship Type="http://schemas.openxmlformats.org/officeDocument/2006/relationships/notesSlide" Target="/ppt/notesSlides/notesSlide39.xml" Id="R476e6e4a42994f6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9eec9cd894ab3" /><Relationship Type="http://schemas.openxmlformats.org/officeDocument/2006/relationships/notesSlide" Target="/ppt/notesSlides/notesSlide40.xml" Id="R64529a2917654a0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7f7ce5a2d441e" /><Relationship Type="http://schemas.openxmlformats.org/officeDocument/2006/relationships/notesSlide" Target="/ppt/notesSlides/notesSlide41.xml" Id="Rca8a657a5ac64a6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e9fb98cdc44b3" /><Relationship Type="http://schemas.openxmlformats.org/officeDocument/2006/relationships/notesSlide" Target="/ppt/notesSlides/notesSlide42.xml" Id="Rb3392fecf62547c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e7c04090b4c2b" /><Relationship Type="http://schemas.openxmlformats.org/officeDocument/2006/relationships/notesSlide" Target="/ppt/notesSlides/notesSlide43.xml" Id="Rddc31f2a1787428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4f44f406c4af0" /><Relationship Type="http://schemas.openxmlformats.org/officeDocument/2006/relationships/notesSlide" Target="/ppt/notesSlides/notesSlide44.xml" Id="R494e0722ea654ab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9f13e80824892" /><Relationship Type="http://schemas.openxmlformats.org/officeDocument/2006/relationships/notesSlide" Target="/ppt/notesSlides/notesSlide45.xml" Id="Raf5e13240450409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cdcdef4664700" /><Relationship Type="http://schemas.openxmlformats.org/officeDocument/2006/relationships/notesSlide" Target="/ppt/notesSlides/notesSlide46.xml" Id="R160b8ba474df444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ecff3afb944bd" /><Relationship Type="http://schemas.openxmlformats.org/officeDocument/2006/relationships/notesSlide" Target="/ppt/notesSlides/notesSlide47.xml" Id="Rdf9cb699c9254ad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29fc71b5b4f2f" /><Relationship Type="http://schemas.openxmlformats.org/officeDocument/2006/relationships/notesSlide" Target="/ppt/notesSlides/notesSlide48.xml" Id="R9e964005aa8043b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120f0cd794c87" /><Relationship Type="http://schemas.openxmlformats.org/officeDocument/2006/relationships/notesSlide" Target="/ppt/notesSlides/notesSlide49.xml" Id="Rcb62e5fa3be54b3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7d66b495b49c6" /><Relationship Type="http://schemas.openxmlformats.org/officeDocument/2006/relationships/notesSlide" Target="/ppt/notesSlides/notesSlide50.xml" Id="R8bb1460da28e406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296baab744185" /><Relationship Type="http://schemas.openxmlformats.org/officeDocument/2006/relationships/notesSlide" Target="/ppt/notesSlides/notesSlide51.xml" Id="R0dfe8d9a339e47b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533a2c2a8497f" /><Relationship Type="http://schemas.openxmlformats.org/officeDocument/2006/relationships/notesSlide" Target="/ppt/notesSlides/notesSlide52.xml" Id="R770a214809a34d7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e0a69a80141d3" /><Relationship Type="http://schemas.openxmlformats.org/officeDocument/2006/relationships/notesSlide" Target="/ppt/notesSlides/notesSlide53.xml" Id="R0e48c792ed6f425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ebf7b01f476e" /><Relationship Type="http://schemas.openxmlformats.org/officeDocument/2006/relationships/notesSlide" Target="/ppt/notesSlides/notesSlide54.xml" Id="R20f593de95e644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EC974-6FDA-41D4-9FC0-3AA3C896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98D58-5C39-44C8-A5E3-4D8BEF00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E7E52-2E3A-451C-9194-06000DE0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F7F1E-1BF1-4CE1-B0E0-CE8CBD28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854C4-D792-4238-88D0-382FE0D2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презентация для обсуждения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5D66B-DE01-424D-9EE1-ED769BF5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76613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6BD81C-647C-49B1-80E3-27F25449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80B57-9FAE-41F6-BD4A-07E67FB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B2547-2487-4331-98EC-960009A8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3313F-41FB-4F73-A784-0AADEE77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84095-859D-4766-B67C-9066BAB1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D6162-AA77-4E26-B08D-04814C61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6DFF3-E298-40FF-AB62-0597E6D4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F2546-83CD-4BDA-933E-C185AEB2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7312F-A134-455C-BD3A-9D1C776B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15A57-A11D-4C94-BEE7-63BCEDAF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EF49D-FAE5-43ED-A457-34A57E1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E3FEA-8D25-4754-BD81-1C101D85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06647-5DAC-4180-A35D-E42B271B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D7999-737B-4FD6-A6D3-5D580C1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F6761-0C22-4680-AA51-21AF8F10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02C0B-7797-45BE-B008-43D92D8D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5C59C-553C-47DF-A6F0-69AF728E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E8FDE-4EB3-4286-98D2-CA25D819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A6FA4-78D4-49F7-8F09-9EDAD080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14E87-FC98-44BE-AC14-313BBF2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BBA301-C439-4752-8271-4DB20279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DB8BE-9840-4357-9089-2C8DC84D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76FB7-8310-4A3F-B536-963EE555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62829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3B1B47-F1C6-4A3C-BF07-3EC7105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0CE49-A9A9-4DC5-BED9-6A3F864E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FE4E-A677-4011-8599-9B477505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8DD27-3420-45BB-9551-4E17ED2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B8357-6555-4661-A562-8B0937A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Компас показателей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4A8A3-9E16-4537-9B78-653B7BC7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AB503-6A7A-48F2-BB1F-FA2DD8A2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каждом финансовом или рыночном слайде важна не сама таблица, а показатель, который меняет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9DC04-6134-40A6-972B-FB65306D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9B8F5-E6DB-4611-AFDA-D817B398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FB2A0-8ABF-474F-8143-9E64BE71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D1/D7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24DAD-64C1-42C5-88AE-32C7BDA4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 ценность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4E537-498F-4AEE-A38B-2DD7FF4D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4BCDC-BB52-46A6-8280-9B4E6849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A17E8-D8CE-4B27-A51B-75ED1154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в оплату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 на пользователя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1F1C3-D9F4-4178-ABA7-EAF97300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платная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75B46-2DC8-4DD9-A2CA-811165B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62DC3-C7DB-4F0F-8E39-B66F5956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Себестоимость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37FF2-8EAF-48EE-9350-D0E0A9B4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free-user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платящего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42C07-486B-4B0F-83D2-210AC115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съедает ли AI маржу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6FC47-58B0-4E2F-B76B-21F8D680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3079C-CAB7-4F34-892B-D76D9CFC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Рост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BD76D-EDEB-4A42-8C3C-0DD18F14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регистрации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Доказательство от авторов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A9E90-D270-48FB-BE9A-29695D15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приводить людей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DE9B3B-A66C-4B51-8290-3C7DF30F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F2D46-039F-4EA6-9575-AE43ED8A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34050"/>
            <a:ext cx="714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Каждый блок ниже читается через один вопрос: какой показатель меняет решение по продукту?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9506C-8311-4B89-905B-F8A1AC5E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99985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D62F9-F366-43C5-AB75-CCD6A829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7425F-B750-42A3-84A0-12805F30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09941-C123-4863-9093-E9573367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AFB28-5C17-4EE4-B87D-FFB229F5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0AE5A-2746-4D52-A829-D1CA2D13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A1225-43A9-492F-8137-8048DF06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EECAF-CCAF-429C-981B-939CC4C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B8DDF-8632-42C3-9065-7F0CEC4F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2DA1A-14ED-4272-95BB-6D5DB880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43988-6CE0-463D-BE73-86C2C498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A9589-8648-429C-A02B-166F0BE7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442F-DAA1-471E-9FB1-4E2E5F56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7AA52-B68C-44F1-AE7A-11AE8990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6C337-68A3-4EE5-903A-BCF8B1F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3F929-7CA0-41CA-A260-FA10752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FF31A-3740-43FA-B129-34CB4BF7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72B2A-4257-4DA7-A26A-99F7603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9894C-A922-4A79-9927-19E5FF6C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34E3C-8AB0-4E2B-8B64-A0751AAE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676F2-0705-4A1D-9BA3-0667E5AA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98EA8-E9BC-43B9-BE30-82A9C022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A0B60-400D-47EE-8B7C-7FC0BC9F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F8075-66D5-4709-ADFF-D6BC7B2D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2B33E-7C1D-410B-A94F-60A92C5F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F2D0E-6E6E-42BA-A972-490FEC05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137B5-A259-41FD-890E-010AE79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5651C6-0BA0-40B8-9C89-175E0357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5BB30-574F-450B-984A-6A014D38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6485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D0E72D-9A09-41A6-BD1E-EBB2FEE3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A2AEB-4F47-44BF-8931-AF599232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8FA2A-D29B-473B-AFE3-5E24DD2B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D33F5-4D0C-4E93-B50B-BAD35369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50197-03AF-43CB-8B03-E6190756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5EC6C-54EA-48EB-8366-BDD50F9F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7B628-C86C-490C-BEFF-CD9BE8C4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F1B80-068D-4EB2-9CBF-CB239B48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C59A9-EDF3-4861-B733-ED24336E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D678E-A299-4747-AE45-06EA3E4D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C2874-E544-4C22-9EC6-99131438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955E5-7591-466E-85FB-502CF9BA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17344-9309-43F1-8FCC-3FBB16B7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4E500-B36B-4D43-817F-ED6B0AC3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C64D9-8E0F-4E59-8542-4E3B479C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08CCD-2A8E-4A3C-9F0E-017F55C5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C9160-362E-4ABE-9CCB-BCD66C47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39794-5FCD-4C22-B3C7-FB6D57EC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F9006-D53E-49DA-A088-61BFA07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F300C-A66E-45A0-B8EF-EE010303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968E6-753C-4D59-B7C4-9DD0A54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8E7E0-512A-4586-AF83-9BF1EC6F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BD4F5-153E-4B55-9788-C6AF21C5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60648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4F390-6EE8-4B84-8D32-BEC120D9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809B6-C9FE-4720-8FD1-AA71DF7F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7866F-EE3E-43AE-AA6C-1DC49C66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EE123-E586-4304-993E-AF8F1467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21139-52EF-4B37-998C-BF438F64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6D42A-86BE-4F97-8A32-90E8264A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9F663-520B-416A-82A8-AFFBC3AF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0B81-BD8B-4E87-8F0F-19910E47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A4C46-28AF-4381-8705-5B108DBD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0A7F4-476A-40D7-88F4-70F229E9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3FDA8-8802-418A-B043-03DB4C51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623C0-8E05-4685-AB62-B8FA2D0A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381B6-0DD4-46FC-8BA8-C2A1B201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F54B0-010F-4D6B-BD88-851C2F6B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A0E75-F529-46AF-9579-995D66B5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D46CF-2930-4406-83C4-37C8E960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225D1-B534-4D31-BC85-C37F5FF4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A90F6-F893-49B8-980E-A5B5E420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C6FCF-B782-4722-8CD0-58456E0A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77BB4-9A92-44A0-A8FD-17198531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BDA61-F689-414D-BCE0-70C01106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0BCA6-EC67-4244-804E-17CE5228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98CD5-4938-4435-9808-49BC2CD9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F66D7-EE65-4F85-A5EB-7B5AB9D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A39B1-F84F-4CB4-8CC1-68C627BF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76C31-26F0-4A9E-B76B-C038FFA0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8791B-0041-47F9-9851-A736447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654A6-F307-4BB7-A874-E8105039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29350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59EE03-BFAD-4030-8881-1707DA0E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F8E13-A8AA-4E9E-8AA2-F9297A48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E9D53-3F76-468C-948F-3B84B4C8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69C08-87B0-493E-A0DD-5D6763F1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AFB4-AD37-4060-8834-DB4B06C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Финальная формула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949F0-BE08-4B65-A5CC-52996A4F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1FC24-936A-4F21-BC7F-961FBAFC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2566A-116D-46B5-84EE-DCF9D3F1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206BF-346E-4E0F-9B1E-280F6038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C0D1A-3379-4AB7-95AB-A337B809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E6B27-21DD-4D11-BFC9-F554F287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EDE77-03DF-45D9-9F1A-8981B572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3CFE1-EF3B-4A3D-8CB7-36D1E189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82761-9B4E-409D-8C96-3C61030C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BD315-DFC0-4935-9665-6C09B3F8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98D11-0A4E-4700-ABF7-8745172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43A65-863A-4830-BA04-D2B8EFC5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F2DC6-043D-490D-813C-88A8B7E2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32D8E-3661-4F5D-B545-48466964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01716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CDA4D6-F6D3-4D98-A4EB-C49DB66B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8F584-ABEC-4519-8611-AABDCEB1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AB23E-80B7-4E41-98A8-02626B73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8A1E0-EE33-4594-A8F6-6193337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A3270-3242-4F6D-8973-9F7030EF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F027A-6236-4DD8-A249-EBC60C95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AFDE-9ECD-48DA-9FB6-B13BF171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C8656-193F-44CB-AE57-568C73D5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920DF-709A-4F77-9CDE-BD00E07C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A7042-A9CE-44BC-93FC-A092132B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6C254-323F-418F-9BE0-2C04EF07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0C039-E3D9-4134-8602-95194779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DA917-184A-4646-9418-B80D3167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A0EAC-CD87-4E56-8C94-D15A6D4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CEFF8-4047-4A35-A39C-993998B5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6BB2A-90DC-48A8-9CD0-A8A73BE2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BD4FE-7E8C-4890-849E-0F4E36DA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9DA13-F7FB-407D-9111-649A7B24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F9DFC-6C1C-48BF-823D-409D1239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2581B-9FA6-42D4-8A09-AD2B5D2E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6A03F-DF41-4915-AF5D-EB7D9BC3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983B1-7A4C-43CA-A3C3-E8D2284B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DCC6F-3DB1-47FC-990B-BB6F4CA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E118FD-D785-4F2D-9808-39A1AFD4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72321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902847-24CE-4C7B-A529-B225D7AB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EA6D7-E03E-4E1D-BE32-26E43EFB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56BD6-2A6B-4D47-8601-44667D19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25263-B586-407C-B056-C1D7824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BD5C7-4C29-4831-92DA-C4D7F089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ECF32-CDD0-4EF7-AA74-D2E5FA92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2A923-72B3-4729-86BD-0E1D22E5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8196E-1F6B-402E-9C79-A805D91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E8003-F3AA-4BDB-A945-6BFF4865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CD0E1-DD5A-4104-9C7E-9BE3F2F5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A19D6-AE36-4956-BBEC-1D96E9E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D2178-8D36-41C0-84AA-3BB682EE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E4FF2-2781-4505-9199-03D4A24B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BDCFA-6131-4463-A0E0-F4F410A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97085-041B-4146-AC8F-33BE6B7A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AC6EA-BA00-4308-8F12-43A6772F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A982B-041A-4F41-AD9A-C163236C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30B62-59F2-4B8B-B18F-CB0B95C4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C2ADA-3368-45CE-B8EB-367A15D3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FE491-4B55-408D-AD7A-7B0FBBD6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51F68-8C54-45A6-9CE1-921C01B6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53199-ECDA-4ED3-BB4B-CF502A3C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2951C6-4C8B-41B3-8E85-8097EC67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B0923-F8A3-4CF5-83F2-1B088E99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AD912-560E-4E1A-A5EE-6E655315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46527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87666-2606-4CF7-A1A4-A47C4EA4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9F596-68CF-4CBA-B1AD-4F70F9EF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66CAC-3F5D-4240-ABB7-2BC6C026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5E664-C2BE-42C0-BF9A-B02A471C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7D4C6-9DF6-489C-B911-7D6B2190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70659-08E3-49AE-92F0-A9F976A2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25B87-A460-49F7-9E63-61327213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6969E-C74D-41A9-9D56-EEDBDBE9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62F6D-ACC9-4FE7-A100-A2EF0177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1F356-D652-4DE7-A45A-982AE71E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DB54D-984B-4279-ADEF-690CF841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8ADA2-9BD2-4E65-AE79-EC220382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AD4C3-FE23-4441-81D9-516B3FA2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7AF80-DA8E-4443-A962-4DA694EC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66981-1122-4CD7-A756-3727D881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95FF1-A806-4B1B-863C-00FF47C1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44137-1DC6-4BCE-8C59-EC95EE37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5606F-963B-4FAE-BA5A-813EEF02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64DAE-A0C9-4B88-86D1-AE232DA9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4EF82-BC02-4C8B-9C56-FF2F119F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B8842-9433-42A2-9B9B-13A3FC1B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C12F3-7AE9-4EE9-BAD7-6F5E6400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71417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BA9765-C4A1-493A-9C37-66364651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32A59-DCEF-4CC8-A00A-4D7F2106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BC0B9-4E49-4A96-B70F-5DAE00C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DC887-104F-4CE2-9029-B10F92FE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D0E15-1BCE-4B20-A380-1E2D8FAD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82955-0411-4DB4-85D4-96DAC29B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EE98B-65E6-41FE-9C43-5301D722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0CC3F-EACD-4F33-83F7-74A867CF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4D314-B11F-432F-B681-44ABCB88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2D30C-97DB-484A-B5A2-33382C75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30D9B-32A9-4E16-AF52-67531D71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438BE-D429-4670-BF8F-8A0C870A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D9186-8D3C-430E-9304-2CC13BAF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A2298-17B3-412B-8206-4B0D3AED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976E6-AA35-400B-94C1-1F4D882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CA74B-2AE5-4DDC-955E-65E3CBC3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93A19-619F-437C-9873-7D7072AF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BFF96-E4DB-4FA6-87EB-15F9C8EB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F0BF6-C6EC-4C1F-92C4-1E0881A9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E1980-059B-42F2-94D6-E683944F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DE384-A7D2-49D4-A610-C22BC62B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0322A-40BF-49F4-A64A-64AF1DDC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60303-1714-4235-A03E-C4CE2051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3753E-38B7-4C98-890D-D3F44803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F01C63-D7DB-4090-80BA-35EBD085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EE2F5-E0D3-4C87-81FF-4D77710D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8D490-FAAF-465A-8898-AD534426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38D228-96CE-4B7D-8BD8-2BEA4E76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613F6-F39E-49B8-9706-14F327DA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13291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BD1149-43C8-4812-9605-8CAB3E53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0CAFD-5D8B-4C1E-824D-C53457BF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A174B-E3CF-473F-808B-BB0BE50D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7526D-CE5D-4884-8735-7E461F95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0F95F-5B32-452B-BCD9-842B6BC8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CF9A4-F4D8-4F34-8970-B249C792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585C4-B111-459A-8095-D2A9920A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C8CEA-9286-4B85-9AF2-C8688EAE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86E0A-D51E-4E6D-A5ED-07282D50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22C16-DA55-44F8-AB4F-43A584B5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7BCCA-44D0-4F14-AE06-F94DFE76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90999-A1A1-4025-863A-4012A42C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FBB63-9BBE-4AB5-AFFC-EFC01A11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5F882-1EFE-4346-A6BB-7A1E263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93F03-2B5E-4A44-9251-E6908B52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3E14B-0395-496E-8093-ED4AC85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EBFF3-9496-4FDC-8F35-2EB4F64F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C1ABC-B364-47CE-8818-11E64C84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E4EFF-746A-47AD-8F69-EC0C0FF3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569AD-DDC5-43A8-BA94-84F6757D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03770-DF5D-48A2-B1AB-90973219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676F9-04B8-4D7C-A6ED-4DEEF632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11B5D-60B2-4686-9E8A-E6ED14E3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1D4FA2-578D-45DD-BF15-A58EC2DE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1451A-D9DC-4387-AF1B-08738B7E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004660-345A-4262-BEFB-55D023CA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291CF-6FB7-4F3E-8C5F-58B5DB13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E1CD61-5006-4653-8F66-0EC3444E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353D7C-B0AB-4C3F-86FB-33B964F4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423CA-049A-4992-97AF-64BAC12A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9DD37-BD79-4BC6-9980-826CD6FB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8CC59-1BB9-474F-8E55-025A2C0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08809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61D24F-7421-4C9E-96F6-610ADCF6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8177C-7EA3-429A-B476-09A0B7E8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ABA84-A1AA-4ABC-9FF4-B76DC31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5842E-8360-48A3-9BF1-7F85347D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1FE15-5D2D-4B13-A61F-E9522AB0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C6250-BFE4-42B0-A1E4-282DC01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F8163-FFE6-4841-A82D-4FF5EDBB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B7BD8-3FB1-4D5B-AFA8-005F1719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0E360-3496-4D22-A669-BE11CB6F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8AEE4-67A0-4AA9-9514-51A4B767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457DF-D280-4308-9ED5-15EFC7AB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74DA2-1844-4F93-80A1-B67008CB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E13A3-0657-4D29-87F0-F24220B0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6B319-D90E-4219-B375-03090514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37771-95B7-414D-A562-1C314A1D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F500A-8B9B-40B5-9501-4408A9C5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82C17-2BD7-47DF-8A0A-357A1EF2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AEF38-215E-4C9C-AF0E-F9797E7A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09912-D042-40BA-B726-521959BE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208DF-090F-4DD7-ABDF-496C41B0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A2953-CF36-4726-B149-9F33FB93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75A1D-7A12-417F-81B2-541BB51F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9AC24-0FC6-4056-A471-1BBDE922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622D4-D8B6-4DAE-93B2-9A90053E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F124B2-1BEC-44F0-AB53-0D5BD658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9F55E-15B8-47C1-91EC-7A6ECC29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4B54B-925E-42A8-BB9B-83312647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2C4E3C-4A7D-4E5C-AB69-3B12935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602133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A155CD-6A17-4BC1-A03F-758FC617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0CB89-C258-445A-BCBF-90F7FB7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D4A16-8D83-4E7A-891E-F5CC0A6D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C7EB7-A72B-45F7-9EFB-8E47F2F1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463F3-EE83-4602-ACEC-3811AA32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Рынок: 4 денежных пула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CD79D-2E50-4F73-B4C6-7EDA78DA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6D6EB-AD83-4F0F-96F2-797B343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стоит не в одном рынке, а на пересечении четырех уже платных поведений.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C05E4-3948-4014-87A6-AE4F795F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6B8AC-7981-4CF6-8E14-AFB61D1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Astrology / guidance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CC409-3A07-450D-9A99-706CEFC3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47850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The Pattern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C68A0-D41C-400F-94DE-7745278B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Co-Star: 20M+ downloads; Nebula/CHANI: сотни тыс. $/мес public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ACDEF-5460-4F94-9892-E535705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9800"/>
            <a:ext cx="2047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платеж за персональный смысл, но нужна менее “гороскопная” подача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5BB7C-A33F-4970-9429-E02D92B9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954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8D5E6-A8EA-47D2-9527-53F774AC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Mindfulness / habit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7DDBA-7204-4A14-8403-A6586064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47850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1B338-258F-44A6-9E68-AD4782CB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098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~$300M/year и 4M+ paying subscribers; Headspace: десятки млн $/год proxy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E9D0E-BA7E-4C85-B8A3-9F3DC187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09800"/>
            <a:ext cx="2047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держится на daily ritual, trust и annual plans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9ED9C-A70B-4C16-BC43-1D72A583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18757-0687-4A79-9FCB-E4B62031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AI companion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587C7-F72C-4511-A859-6C7631B4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9975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Character.AI, Replika, Finch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E2BDE-6A6B-43E4-89DF-297B1524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Character.AI: 20M MAU; Replika/Finch: ~$1.5M-$2.36M/мес proxy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7C692-50C4-4D50-83C9-BC0C6523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71925"/>
            <a:ext cx="2047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companion и avatar повышают возврат и willingness to pay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9AFFB-C14C-4735-8978-6BAB18DD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57575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64AC3-02E0-4C39-9FD0-49459727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0997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AI / avatar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3A54C-FA0B-4B1B-BA62-AFB7513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09975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Runway, HeyGen, D-ID, Luma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B5291-0A1F-4B08-9270-265B1038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719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video ~= $0.40; talking avatar может стоить дороже daily 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E0089-C155-4C46-A54E-FE3BD0A4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71925"/>
            <a:ext cx="2047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визуал должен быть premium layer, иначе COGS ломает маржу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20C92-0B63-4AE4-B7A1-9ABEF977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02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B85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F680DE-F64E-4EBD-8860-BDAF6AFC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86450"/>
            <a:ext cx="847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AURA не выбирает один рынок. Она собирает платные паттерны из 4 рынков: meaning + ritual + companion + visual AI.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7C5953-3808-407C-A009-0338EB70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26830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1FB2A-BCFA-49C5-B985-0DCC5FF7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D16D2-7C22-47E1-A04F-5D398446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A16BA-2046-495E-88AB-A62D058F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70CD4-67C8-4889-A164-EE5D101A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44182-81DF-456D-86AC-2C686920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рынка: от категории к деньгам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42CE3-F924-473E-ACF2-38A01644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57667-E8B8-4FCD-BB9A-9B0903FE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Читаем снизу вверх: beachhead — это первый масштаб проверки, venture upside — отдельный сценарий после доказанных метрик.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098DC-64A8-4AC1-82EC-E1C494EA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0069A-8387-4FCD-8666-51595F3D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F096D-EE74-46C7-BFE3-ACF35ED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859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сотни млн потенциальных users в соседних категориях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2F690-9ECE-4227-B4D2-5EF9E343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85925"/>
            <a:ext cx="4429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лидеры уже продают подписки $9.99-$14.99+ и annual plans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3F310-968A-44B1-965C-2DC15F18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99D47-5B4E-4C4C-99C4-9EEC6E10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479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C73F9-827D-47B6-94D4-56D1C18A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98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условно 10-30M reachable users через app stores, creators и short-form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6DF9A-15A2-4CAB-BA7D-25C6BBC9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9825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при 1-3% paid это рынок десятков млн ARR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4ADC1-B839-44F0-98A2-92A9097C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868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FD4E1-E585-41D7-BBD2-0870A57B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1718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Beachhead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CFE91-7233-4A24-A967-EFC9780C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337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registered users / 10k-60k active users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57697-072D-487C-828D-2233E000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33725"/>
            <a:ext cx="3590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2.5-5% paid =&gt; 2.5k-15k payers, ~$0.4M-$2.7M ARR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65C7C-FA22-4FCB-A255-6CFBB5C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71900"/>
            <a:ext cx="826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EFB96-87E5-4EF5-A949-7C538213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957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Scale 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06B3E-32D9-4B1D-BEF4-5C60CE5E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576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1M-3M registered users / 100k-600k active users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39205-BBED-485D-828F-3E09D3C2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57625"/>
            <a:ext cx="3171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25k-150k payers + tokens =&gt; ~$4M-$25M+ ARR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9FC2D-39FD-46C7-861B-D8A87ED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784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712B0-2A92-45E3-9C02-E28C04ED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619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Venture upside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045E8-018A-4936-9913-8FE90479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815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5M+ users и сильная 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0C5A8-58B4-4A48-ADEC-C035F260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81525"/>
            <a:ext cx="2752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$30M-$80M ARR path появляется только после retention + CAC proof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428F0-80AC-4AB5-BEFF-003F5017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100k-300k — это beachhead для проверки масштаба, а не размер рынка. $30M-$80M ARR — сценарий scale/upside после доказанной петли и маркетинга.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F6F3-D831-4CAC-9542-C8042F7E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4043721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427DC-F2A7-47A2-8CCC-ABDD00D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B90DF-E627-4EF6-B363-24DC07A0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F7D60-414A-4574-B00E-C984D748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867C1-84CC-4B17-97B1-7C4E3862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75F70-40EA-469F-9A9F-6E7D2E57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0EE6C-919A-4181-9C3F-B3701568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04C09-6771-4904-A945-B53E449A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CD554-3C15-4D73-AD4F-FE356824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5B049-AEB7-4664-B60D-B6FC2477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8921C-F423-410E-83A6-2EDAFC08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78717-28F0-49BF-A759-12D196ED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5C0E7-678F-4405-9658-A64D503A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285AE-FA4A-4AB5-AA5F-A2F004E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A56B4-C4A2-4189-A138-94D5FD9B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9F95C-38A0-4000-8D90-095E310D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A4B18-2A05-420C-A8E3-CD40B084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731BF-0316-4BA1-9011-5231F6B5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51476-074D-430F-A178-81BFDA36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D5EC7-B5B4-4BAE-B452-509E8245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52AB2-45B7-4233-9E5C-CF648D9A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EA90E-AD50-47D4-BB55-4E408AA7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51E51-904A-424A-BEB6-25514AC1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ежедневная петля без видео должна быть достаточно дешевой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EAE60-7E76-4058-BE50-9E1C64AD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 до масштабирования.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07652E-A6BB-489D-A474-08AA1C47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70171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8CD417-FCFC-4863-A2BF-D1581BBE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D7F53-CA12-4577-955B-91E6B3DE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C98F0-C9B8-44F4-B2F2-25F768B2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14487-B55A-458F-99D1-D42FC596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02338-3501-4022-A333-2AE2C12A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Пороговые показатели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EE48E-93DC-4436-806F-D8C0EF0D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98AFD-9979-4CC2-AFD2-88033FB2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KPI “на вырост”, а gates для решения: продолжаем, режем scope или останавливаем.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DAD83-D2FF-4C6B-BFDC-5CCA887B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E03B9-3547-4219-9A05-89A5F87B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F38EE-3AA8-473C-8371-AF4C9229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75240-321A-4EE9-92FD-ACF48C50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Минимум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51015-D71C-46F6-97E6-E654E96F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C4152-F8C0-49BE-8BF4-E63217DB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85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Хороший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0155E-4859-4F5B-B97B-DB5140D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9F7C3-3DA3-438F-B5D0-BAD94C98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85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33957-527B-4910-88A8-A9BB401B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A89F6-15DD-42F2-A0EA-9AE197DE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337D5-DE00-41C6-9410-FA6FA420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59EEA-D7FC-400F-B894-7F526954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19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A814B-06D5-4724-A25D-AD9B6191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0390B-A376-4ABF-865C-199D2587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CC3AF-BB34-4F59-98E9-BB522F3E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1F8F0D-467D-43D8-BB4D-865B558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объяснять продукт без длинной продажи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4EB25-7694-4C3A-ACB4-5779BAF3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AFF2B-9505-4F08-B612-060393A8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086CCE-16F0-4234-87D5-2D8100B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C3638-F35F-41E3-B065-4C0909CD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527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41473-D197-4B80-BC76-12E84EA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5AA388-7243-44C5-AC65-86BA5631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D820DC-CE07-4455-A8CE-35E4F39B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355B1-1FEF-4B03-B5E2-6A2AA3D2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работает как ядро, не как случайная картинка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406574-68C6-484A-998D-B5B07F1E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BC7CD-8A29-4334-972C-7FD56062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8C0483-62B9-44E7-89E2-B45056A1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AE6CA5-C894-4771-8D16-109606E7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&gt;20%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F2F337-5D73-4205-B88D-C846E350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429CC7-9096-447D-B697-5D64DF52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7FC197-6C12-4B82-83F0-B73FBF24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6A3A67-A29C-4286-9580-5DA93D22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 вызывает возврат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91E987-7462-467B-B378-760DE6AE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E48E54-14DF-407A-9EDA-8A622D55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D9FA91-0905-41BB-8979-9ED72BC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48D0D7-D9E3-4047-88A2-E3D0F365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9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863D2A-3848-4E38-8970-2E056106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5027AF-9ADC-4E83-986B-9BB6275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&gt;8-10%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A736DD-58CD-41E1-A81D-D833B012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385A9C-D6D9-4043-BBD9-E8E4EE5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переходить к paywall / pricing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5DAD08-9B9B-469E-8F3B-E03AD8F2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211BB7-443C-4781-A0B3-1F755A4E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платящего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047DE1-C3A5-4C4E-AC40-945D531D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E4CC4F-4EF4-407D-8EB5-28C37E0C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&lt;$4/мес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C751AD-6EC7-4BAE-AE7A-76753387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94B622-189C-4B5B-82A4-C500E501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&lt;$3/мес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D48963-B546-4164-BA0D-69C7DC5E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D888C-C142-4B2D-B663-F955CAB7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не убивает маржу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3F3C54-08C1-4568-AF3B-33E40812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FD1B4E-2867-49ED-B216-7152367F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активированного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47BB23-64B1-4E4F-8ADB-D55331EC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F21B83-4F33-4CFC-9436-FF1D8E57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6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2141C9-03C8-4B26-BFBC-2895CBC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E14717-CBD6-4D8F-B809-0D990877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 при сильном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590AC1-4D85-4E25-AC45-11030D13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959F8A-B655-4836-82F4-7E8BC0B2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маленькие paid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6AC4EF-1607-4407-9750-742B6823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2B0258-0B24-4589-9EF0-CA682058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817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Эти пороги превращают презентацию в систему решений: не “верим в идею”, а проверяем конкретные условия перехода дальше.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06D79C-E5D1-4C3F-BA5A-9984319D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3597933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A9EDC6-623A-4422-8665-711FA8CA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C59EB-0AFA-40F8-A659-FFDD1254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36EF5-3E94-497C-905B-DB4EB585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E773A-7970-44F8-B0A7-54A59B29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D3B26-71AA-4DB9-A399-B274A5FC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46966-9296-4060-9A55-08F6C2C8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0D59F-ABD9-4FB5-BC57-9FE8E22A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073B5-0949-4BEE-BBC9-8D6D1CF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5BE7E-264E-4E5E-8025-8076F2DA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2F937-28A5-44FD-BC00-C9D6BFF9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95A6A-BD16-4F99-9CED-BF94B5F1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7B624-AC72-4055-BFA6-C7FB6E3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4FCA5-8D15-4443-A59C-FAFEF5D2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65E78-81C8-4982-96F0-05613AFE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B2DD2-822A-4C68-A0AD-BBA0DB7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B68F8-17E9-4A3C-B210-FE5E19E1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6FA2B-DAE7-4E88-B4DD-196D186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0470B-6C4C-452E-AFC3-DF7BAD0B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28A57-CC75-463B-96C1-CA4F0A2A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5F3D7-DC9D-49FC-9837-1E761833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5DBF8-542D-412A-B0F3-63796500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A0AC9-A148-4D91-BDC5-9ED00623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58A45-0EB4-4167-BCA4-13BF6D84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57BBB-7C4B-4528-B2BB-CF47B78F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D939A-8F42-4F4F-89EA-240C6F0A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112F6-16F1-472D-853F-85CC1B1E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D06D02-5FF4-4386-B1FE-EC7E6318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E32B2-C6FE-4451-9D2C-9CB5367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4FE55A-6AF0-45FC-8383-187A91B7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2CB160-0166-4926-B5D7-6039B675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FA5EF4-03E8-4553-B9FC-6FAF9670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8801FF-655B-4F34-92B0-85552100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0DDC05-64F0-4E8C-8408-AAB17C09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AA43FE-1047-48B5-B03C-44610A26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BFFE3E-C8BA-4EDF-865C-76035A9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28668E-865B-43F7-B58E-EAFFD225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73BB17-2CF9-4B23-B131-F7FEAA51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830C97-7841-4CDA-A2FC-C5556401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346223-9586-4E35-BAA5-B775DFC8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BD5BAF-F8CE-49AD-977F-22F57401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CF35FE-216B-4AAE-BC9A-FE8739A2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3719F5-9BE8-41CD-BF64-F6BB1CC3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45F8DD-5FF6-453E-B972-4066046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A89DDC-56F3-4198-B6BC-A24519B9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59A45A-7A70-4A56-BBD5-4B33C4F1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099465-D7D0-4AF6-A7BB-34B11324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23B4C9-1EAE-4DC8-A763-C9656C2F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113A4D-A21E-45E1-9A8F-72BB0B55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0502E5-3D47-4FDF-8A41-DD90C893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97224D-8E80-4892-AE86-65A1D52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C21959-E608-4F5F-8257-3D1F4025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922E74-8226-4A24-96CB-6C752292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0C41CB-BF33-43F2-8268-88F2C23F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0381F1-F608-450F-89BE-17EAAECE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39AC69-B733-400E-B376-BC92DC7B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F86485-7E92-468F-B8E9-1CAF6647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0014138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ED72E-F3D2-4180-86FE-EAA6C235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5505A-420D-4055-A4A9-18D394B4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EB6CC-6B8C-4966-994F-65E5885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61015-3E2D-4AB6-A549-8C7E37CC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7F1F2-0C54-4436-B720-F992148D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данные конкурентов значат для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7D4AA-83DD-4817-A084-14C9EAD2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83F50-DCA1-4679-B789-A5B1BAEE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2EE88-2970-4F5E-ABAE-B15D7F5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453D7-040A-4EDE-B0DF-C8DCC1FB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714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C4B0A-93BC-46A3-8E1A-62325A24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Подписка работает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A180A-0585-4259-A030-06E64041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7640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астро, mindfulness и AI companion продают $9.99-$14.99+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CEC26-66CE-4543-AE13-F7ADD502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тестировать подписку, но не обещать безлимитный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6E787-247F-4E52-99F6-DB2CEBDD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717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Visual Plus + annual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D50DE-4B86-46F6-B669-9EC23E27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504950"/>
            <a:ext cx="4714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BF5EF-B8C1-4BED-B81B-934F4DC7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573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Конверсия не магическая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41637-88B1-4029-A899-64AD38D4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7640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proxies дают ориентир 2.5-5% 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A260F-0591-421F-85B2-A338E20D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336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экономика должна сходиться даже при умеренной конверсии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83647-DDB6-4DF7-9621-9DD2383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717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считать free-user и break-even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9219F-0C42-45E6-AA23-EF50EDBD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4714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90D8E-BF5B-46B8-96A7-C064DE65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Видео дорогое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28EB5-34A7-4EA1-81B9-F7DA0824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6710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дешевле Veo, talking avatars дороже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DB88C-0FAB-4D58-8DA3-F50FD6CB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должно быть premium moment, не бесплатный daily asset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C8E02-CBFD-420E-B697-E3A1AEDD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624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 только в Visual Plus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5B19D-07FF-438A-8A64-D83432E2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295650"/>
            <a:ext cx="4714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CD1D0-283D-4B35-9329-09F53A4D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48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Рынок широкий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922CC-A055-4294-9F83-F1A3941F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6710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TAM/SAM/SOM есть, но вход начинается с узкого ICP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D5AC8-37BA-4DFC-B566-0CFB3BF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9243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капитализация появляется не из “астро”, а из repeatable weekly ritual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E041AA-FBA4-41E8-B020-12DA6205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624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доказать loop и retention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2D8961-16B0-40D9-98B0-01D3B4EF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531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конкурентные цифры не доказывают, что AURA уже бизнес. Они показывают, какие цены, конверсии и ограничения нужно проверить первыми.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61054E-8A34-4D4A-B32B-8B589B58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1363503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CEA21-7C06-4F05-91FE-2504671E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5ACF6-9468-4F97-A4D0-703027BA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68E38-8B02-40F9-9487-0E4E41B5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14F21-E3DA-4388-AFEC-141638EC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9AEED-C26D-404E-B90F-615B962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7D9CE-EA31-42D8-B6CB-84ABC76C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6A32B-42DF-4027-8A09-3FEF5259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97877-2DF6-4EA2-887F-C4E4263C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705BC-0E83-4E23-8525-3A8C14FC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B784A-D25C-43EF-B683-79161546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F717E-4B7D-4556-8930-58EBE3FF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4BFEC-C995-436D-B9AF-F43806E8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7AFCF-13A2-406E-B6A2-78F3669D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7ECD4-CDAA-46D6-A481-300F8A0A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6FA34-657A-41CA-ABBD-09AD05A6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73C02-6E1B-407B-9F3D-DE14D605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A6F00-18DC-4899-9D7D-0E25F596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1428B-50BA-4DCE-B370-A0530F76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AD71C-84F2-469E-961E-3A47973F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BF943-F70B-4C2B-AA28-CF7819B6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A0B3B-90D1-4911-89A4-346641CB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7A7B9-BC95-4D30-A3BC-C07CAC2A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9AAA1-592B-407F-988A-76B69AE6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09E34-68F2-45AC-BE3C-277A138D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105C8-AF9D-45BF-8AF9-8B552C5E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A43475-F4AF-41B4-B5B9-2C180447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D29239-74D3-4195-B713-DEE30DC8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DC5AB-4465-4716-9CBB-87EF2B14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CD242-3E72-4B27-9EB2-F33A6B2E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62545A-4BC5-4607-9696-108538E9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ACB06-AAD0-4518-AE57-271EC48B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17386A-FA3D-488D-AEE8-FB1A22D3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D067AA-A64F-4A58-8BF1-7B78704A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E59C6-9F07-4714-85A1-0BF8773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C67E6C-605E-46D3-B654-52F071D9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638232-766C-4DC2-AA2B-9978F6B9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BB1964-8B91-494D-A338-3A5EE501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78DB36-17BA-47DB-ABD5-508974E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D8B102-3A66-4BC3-A079-7A042456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017C8-E766-4865-A3CA-D7ABF005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6AAFE2-C995-4EEE-AE81-127DBCC7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939490-5D77-4DDE-A65C-F4878B50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90ABBA-2BB0-4EB0-9C73-EAC218C1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433053-ED19-4A5E-A4D7-B54B2E36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D99338-A311-45E8-8B0B-C42B8F0B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0F7C13-B8D9-471D-90E9-9BC5C3B7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4AE94E-FA59-449E-803B-EB1C1C6F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5CF2A4-14A9-4870-9A3A-6DBE3622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B8752C-0EF7-4122-9523-8E6DAC2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FBDE00-AAA1-467C-BA26-1CFF2AB0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5CD68C-9B43-45C4-AEAB-4704D079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96712C-B1BC-48B8-9BD8-C7AB95E2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E2B8B0-53E6-4B94-B980-318080F4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B4E0E7-5781-4C58-990C-F064A974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2899C1-29B7-4466-92BE-FF54B414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C0BA28-8653-4C17-B9F7-068E06B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1F2634-41EF-4256-808F-FEB7D400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9028256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13C451-8840-4516-A431-FA36599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94C35-37A1-43A2-8DD2-4915E20E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0FFAB-6C10-476A-9DB4-F7A2C122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B63F2-4532-4EE4-9926-ED787C95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DB445-88A0-423B-A9CF-1F51086A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D890A-C4DA-4C1D-AEC9-D434006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CFC33-4056-42B2-B13B-AA9A2F54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BB022-F2D0-44E3-B649-381DCC86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30C9B-AA1E-4E58-8860-67CAB69A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CE228-C827-4702-A3B6-25758E95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22D0B-83D1-44E1-93FE-16EE1B3A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90281-57F1-42F8-82D0-2A0E6536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F7E9C-ADF7-44A7-A522-66ECD4EA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CE4C6-0455-406A-8077-BEA43C84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92F59-DF4F-4023-9A1F-890A2435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B55F3-263C-4E95-9E7D-541D2695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D5DB6-99FE-4F69-8D50-119D3AAD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C84D9-E8D7-46D8-9775-53715A99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5F85A-3A6A-4AEF-9B75-52089AA2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F2F4E-6F16-45C2-A89E-97E220A7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99502-F8E0-4167-A711-79BBE799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D19883-3E73-4EA6-9BD4-08013741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EFF10E-FC4F-423D-9A1C-8ED85EF3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EE3D7-5BDC-4455-94B0-73A3B88C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F7DCF-4CFB-4491-A8DF-BB0DE55A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AB7F2-1177-4F4C-816B-657FF487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C39FD-AE7D-4DB9-8A29-0586C9E5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BD908-C786-4AC7-B0D0-62055CC9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1997D-ED13-40ED-8B2C-A10591A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7B8CC-B7B8-4CA5-AF89-1B88EDE9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ABFBBD-24E2-4301-ADBB-CD5CFB9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8FE36A-4A3F-4FF6-B548-D9D0AFDD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145295-DAE2-469A-AA25-4AF4BBEC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70CBBD-16CC-486E-94B5-75353750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2C1029-91D0-4E31-8254-BC62C60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1E302C-71FE-4554-B68D-3DA845B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A651AE-67DF-4428-B917-D5A00A71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7AB26-8714-49D2-8FF3-951E9DBE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E81054-DCDC-432C-94A6-FCC9BA3A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202443-433A-4905-97B8-D832ED26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577361-1F7F-447A-A5DA-76FDCE0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9BBC16-2C73-4D8F-92EA-C79E30D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86187A-2740-4DE5-AFE4-F7E946D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5033FF-1CDF-4A24-9D2C-96D874BA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A32C4E-015C-4111-836B-7C744C8F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B952EE-CAED-4574-B4A2-AA62E5CE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535D75-28F1-471F-B4DE-4D0669E8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B6EB49-2AF5-4E65-9125-F4692928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104CBA-A116-487C-8EEE-0C595EF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C576AE-60F1-4769-8B29-A4DD393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068719-31C8-4FF8-AA4A-A19C1C57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16E9F1-4C83-4598-8D34-0C57965F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B3EA0D-5212-4658-B9C6-8C744D11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1012C7-30E8-4389-9EE4-22F29F45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A747B2-59D1-486B-91FF-56928A53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F7F226-4683-4BFD-8D3B-101B1AE3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77F59B-FE56-407C-842E-4BF9DD1D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D810B8-1BFD-4772-A0CB-575E3BB7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828C5C-4DC2-47A8-A79C-19A604C1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01F8B2-06F2-4BDD-9CFB-0391BDFF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5D71B0-64F9-4296-888E-6BAD0041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486011-2240-41B2-8C3A-170AA4E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BDF96C-174F-486B-ABA0-D99525EE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6C3AC7-A75F-4947-9471-A66095EE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750554-5FE7-4EFD-AFD0-D0CDBD05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58660D-A021-4D28-98DF-CB446581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6B2FEBA-8ADC-467D-8C56-E204137F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5434954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1C707-547E-4C7B-9AA6-7160D44F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E988F-E8AA-4C84-BF42-B442E5A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57124-81DF-4726-B0A1-71C8F22B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33A3A-98A9-42F5-94AB-144A1A3C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BA70C-B4B0-402A-B168-B133C9CB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D846A-B332-42DA-97D3-64C59BFF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F6324-0B4B-438C-84AB-BD129090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5C460-3627-4FCB-B79A-D18E031C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диапазоны conservative / base / strong. Смысл: какие предположения должны подтвердиться.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B5F6F-C256-4F6D-B554-5B41202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65324-36A6-44BB-BDCE-FE467682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95D33-5880-47EE-A65A-6423C0D9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74794-F383-495F-B364-6EE4D99E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5BE61-B4FF-4F96-9EEB-6F6A7EF9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AAF7E-315E-4FD7-A238-F2B4D3E5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5F0EC-3B35-483A-B204-9F7BFB77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A20BF-B09F-4C5B-97DB-48B60302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06EB7-5E57-474D-8770-0781EB9F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726CB-D5DB-4920-9AB0-1DFE3AAA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A4BBB-99BC-4DA0-B54E-57EB5BA1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3B34F-FF44-4E8E-A7F1-92B99E09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1CB56-4FD6-4B91-8573-5D69BC1F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6B782-5CE3-46F2-A127-5B5F21BB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C0B25-14E2-49EE-8D6E-E520B56A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E77AA-BDFF-49C2-9346-9C2EDE3C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8980E-7A1A-490F-9978-13567444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117A7-8605-4158-A8AB-11BF386F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06385-73AE-4166-9D42-A43C2128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B0BF7-B43B-4F05-B392-3E8324E6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F4282-E3DF-4015-98C9-65D47BC9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FC1A4-0683-4D2F-B297-1A4FE09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04BC31-E3E0-488D-97BE-D0732936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75B6FA-F314-4001-AFA1-BFBC4A60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B5C31-5D80-499C-8C3B-ABE89C1D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989E30-8759-4397-BD53-9D27AD9C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505854-A9B7-44F7-BB0E-AE21B1A9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FDE298-21BB-4964-A9E0-4E9A8B95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B6A5AA-9DD0-44FC-AF51-CFD56070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2071F7-CA93-46A8-BE91-F8320AD1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53699A-4E1D-4A5E-8C66-50138275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C2A08A-6745-44AE-BF44-92539C4E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511192-4CC5-402A-B4B8-EFCCAE0B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BECAED-54AB-4EFB-B0CF-7FAC473A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492B38-1D27-4506-A505-786F9612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B53CDA-17CC-4CC0-8E87-2CBF4BF5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E6A304-810B-4EBB-A44A-58063C9F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5867A5-DE69-45CD-8E44-89D3BC7A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243DF5-573B-487E-8FBF-B2E707D1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6F650F-E933-4BC6-82DE-B7368C82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B0C8B2-25B5-4D2A-8DBC-D58711C8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644048-3BA1-4DF4-ACDC-4A00034B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65217C-BE23-4E05-988A-701E9280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444041-7114-4103-9303-89893565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3AADB0-F102-45B9-BAB7-A87A7962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8A358E-E507-405E-A512-61D2685A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8BE0BE-BB18-4BC5-946F-3114B02D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514E31-AA56-4670-BE04-B4995F60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9C35EB-C770-4BDE-8CA8-46A4485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6AB9EE-E456-4C17-85D4-02377A09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62C945-90DE-4601-9938-001D4CA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A7484E-C6A9-42E2-981B-5EA350CC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291C91-A031-47EA-8BA9-6BDD49E3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DE05D0-4FEA-4AB1-9E0B-CF15850D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561DF4-A744-4D4D-90D0-350DA45A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A2AC4F-6357-4A3D-A7D9-C5A8E512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5E412E-CB9C-4D2B-BA17-8C21C4FC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F9C408-C8FA-4F0F-8E64-F6083A07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FC13AB-94D4-431E-9D63-1A6E78E4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6314006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E5B30-A04A-4B6D-ADDD-F4F8557F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8B57F-5019-4FF8-846A-B9AF9DF7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5F2D9-05A7-48CF-88A7-9F23E61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4CA95-CE86-4711-ADA5-A968479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DCCBF-0A63-4621-93EB-8CFC2BBB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AB7D4-1167-4F6E-81B2-A04D87FA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F4814-641A-4E5F-8B80-D737A346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083F6-6F47-4B7A-9BA3-9F63B530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33F86-5D9E-46F8-BF6C-11735B1D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241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C0687-11EC-4A7A-9F5B-6B15B66A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D1539-DB5F-4645-A657-D8866ED5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9C52C-58EE-4CFD-A4F2-78FD6759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DBBC4-E4B7-4EC6-B230-9ED9D56C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F429C-8C04-4C94-B78E-8BBCABE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A8941-29F5-4B3A-B41E-150C49B0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BFEB2-2417-4E60-B7E6-C183B899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5193C-EEC2-44D1-9F58-FF62662C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ED74C-55CD-467C-8E30-11968241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51B87-900F-4B24-B876-5C9CA469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D7CC2-245B-4145-A5C4-F2875AE7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465D3-FE59-42BE-8588-9E07A32C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80D5F-3AA9-4556-9A08-D1F21A8A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D596C-4564-4DDE-8471-C0B63136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29718-096D-4B5B-AD62-C0BC274B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3299A-B68B-4496-ADB8-2D8CF45D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15EEFA-8B89-40C6-9E61-B362290D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6D1F79-5F29-4760-AA8E-56C6A7EE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4BF3BF-5435-494C-BC14-0B7A66C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008EBA-4856-4894-B6F2-F2388243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36CC2B-35E7-4DE7-A22E-3E28862B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3454B7-1FD5-46BC-9B18-063F8327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938B41-CE49-4783-8BAB-3168E390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7656DE-CF4B-4797-9F6D-4102F4DC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B12021-3141-45CD-BBD1-2469C4EC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14A2E6-1C15-4E95-B30B-B806E4A2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9AA48F-EA12-4C1C-8277-1EB3513B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C1627D-BCB0-43F1-AAB1-08CAF0BF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9A917B-F0B1-4CBE-AA27-8B8472C9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0BEF4E-9C31-4D9E-8DB6-E1387BD5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2BE4BB-2CD2-4EF1-852B-5D69AB8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FD7387-473A-4FB6-9F3A-B83D5FB8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1880B9-A49C-4801-9AE3-652C0DBD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76A97B-B111-40DA-B395-CB73449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23F1FD-A7A1-4B10-AECC-A5CA6194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D23205-6B9D-46A6-8313-34151124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87AD5A-1E5E-4A9C-8BFC-228EAC54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34867C-F5DA-4023-93E3-149518C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2E1410-39B0-49A7-A208-27BF4C01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A3AC2D-64BF-44C8-8FBA-DBE02CA8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E2A33D-C307-46CD-A0A8-7AF4A8DC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4BE952-243D-4D4B-A173-CEC5729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DA6C56-C6F8-4DB2-9918-4A9F1312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F4B1F7-2B0E-47DA-8D6A-976F264A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0A17D4-B33C-4A67-B7B7-D83BF02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8EA0AE-AFF3-493E-9A38-5BCAF6EE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53E641-FCB8-42BD-A57E-33806461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17B2CE-E03F-42D3-AD7D-9D80EF81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DC4464-6B7B-4373-90DE-6BE2E9AF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BF6C60-1E69-40F8-8D6E-B9B5C9F4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651594-EC0D-408B-863A-C6C8B05B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6E2691-3CDE-49FB-A342-D0DC00B2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214EC9-E822-441F-AC28-F735D2FE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DC8810-2125-41EA-A1B1-1FD731C9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C948B9-6C48-4CB5-9C1E-A72E5926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17A39F-8028-476D-8F99-3FC3BA85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516651-912D-4E0F-9284-3D97B20E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B6760A-A893-435A-8624-77F00E18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95CBEC9-CBCB-427D-ACF3-DF6C3C3E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D9600EF-941E-4E4F-940B-B97362A6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77008B2-5AF6-40C7-BC5F-F563308B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45F3C55-FC71-4E00-BCC1-1CE012C3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C37C3D-0E01-48BE-94AB-0D28468A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34E243-8A7A-447A-A463-BD7CBB73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8D290C-77A8-4947-A984-7E4C7E56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8E17E3-8BA8-4695-8E95-8D63F051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D6267D-F9A8-4BE5-AECC-2F1D147E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9E336A3-756B-46BF-840F-C12D1F99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E4D1E0-1468-45F1-8E23-B4B02FD9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9760E7-08C4-45F9-8A84-C938797F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B9C3E0-B0CC-4A47-83B6-92ACFDAE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03DAD80-DA52-4352-A8A2-BB391B69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63917E-029E-4CCA-80C4-6C379698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9B7F96A-E44B-406B-8048-62614B4B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054A694-A3A2-4583-A991-510CDA7E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E71FFF-1FB1-4ACD-BB90-2E92126F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6673269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4C4D34-AA51-4D3B-85E9-A8A01165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6D8B5-B1A0-4C9D-AA23-A61CE3E2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AA54D-AB7B-42AC-9437-299A002C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A347E-D921-49BE-B76C-01107A7C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33D26-D85B-4F37-99EE-A969D5D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F0622-C126-4A8C-A09B-997DF29D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455EB-B41A-4644-8F15-B6670BA0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45332-48C7-4047-BBD9-352A8B58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46F25-00D4-465F-8715-6D42B913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A3C9F-0E9C-48C5-B6FB-E8C97669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81B1B-3271-4903-A711-683359CA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4488B-5412-44B7-AD4A-9D057717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44D29-CD1F-4CEB-847C-36DAC977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9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30410-5D2C-44B3-AECE-6D92EDFD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F32B8-2F55-40D8-8527-CD008177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9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6CE2D-306D-41A1-B574-25372295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E9ECA-301C-4647-82C4-98844298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B2586-9EBD-4494-88C1-D202D677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3C470-3EE9-4AFF-A39D-2D816C7B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7E126-F4B1-4DF2-8B7E-965C7687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74D03-8D19-4E74-8A34-A2985DAA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46661-8327-498B-A040-580E5808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48E5E-BC5B-4C1A-B0F3-E2068826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D559F-1C63-4D90-85FA-7085E070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47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51686-7BD9-4454-AE93-151EF9A7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C07800-D3BE-4420-9680-9D35275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7DF33-6ECF-4D2F-8503-52DD23B8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11B53-0CDA-42BA-BFCC-68904357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19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62A48-0273-4397-9257-EA11AD14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5CD5B-B914-4A99-AF69-2EE9994B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3EE6FC-165A-43D4-92A0-8B30176A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A05068-2D87-44D3-B3E4-DAB21E9F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DA9D4-D423-4906-9910-518832E3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4D32D1-80EF-4386-81E3-282F2A25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8E44F4-60D3-40D1-8305-1649AF7B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E39CAA-5F82-4716-A28A-43A90238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61B0B1-AB48-49B8-A2CE-0B203C95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800186-7EE0-4044-8AAD-D690CC05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90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FB1128-29E1-4200-93C6-94C4AD33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59323C-D152-45AA-B617-9A9DE0DE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39F554-69BB-437E-A092-84D48D1A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A04224-C204-401A-92DE-83989D79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788702-CD4B-4934-842A-20ECD787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48A2FF-6DDE-46EB-8F70-C74ABB47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3D6DD6-35AB-4249-B5AE-EF83CF6B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E533F3-CC1C-4014-BDEF-8F290C25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C0EA8D-2C70-49A0-A7C0-58DC7A2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6B9AD7-793D-413D-A90D-1D343B10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FA9F04-5B73-48D6-91CA-9319C909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89F605-F7F2-4A84-BB20-3245C4A2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683C8D-E3F7-4A6C-83DC-BC0A7F4B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9EEF62-E4D6-4039-85B1-C0CAE52E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BE6B38-C827-4248-9101-724293A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4D20D9-725D-4867-8C33-586BF22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629820-8C80-4107-8758-6C621B4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4923F3-6852-49B4-A9D4-F24444F5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946C61-A1C6-41C5-88F6-495E3F85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003CC1-49E2-4F4D-92A3-3810EFFF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F1DA5B-D763-4C10-9C86-59E5CCD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EA0E55-46E4-4883-A729-3CB33D8D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E47E15F-83FB-4EA7-B6B8-402A4DCA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17BA96-F824-4E26-9141-E2FD08F5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05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3A71DF-AA99-4F92-B25A-8B277B3E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BB23E8-0278-4553-99A3-67017046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87CC3D-453E-4B46-BEEE-CF2C6BD9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7F648B-F396-4171-8B15-69609A8D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1EF7BE-7820-4BE4-A542-A5A4C24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1013643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D91B4D-5605-4129-BFEE-CDF8495D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BC164-0AEE-4A0F-AA70-E5371F6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2715F-E270-46A0-9EF5-AEFEE3AA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2C1E5-1FAD-4216-9F7A-A705A2B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B7896-C9C2-4FAE-A884-9EBEB5AB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9BECA-1EC3-4C49-B1AF-EA7D303F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5019B-6C58-4278-9D4B-01F2CD3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4E5F3-15AD-42E5-A95C-8E076F19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9BC13-DFD5-4D85-94AD-FC0BC0BD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1E7CF-21F5-4B87-AB27-7D4FB855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A9E93-CEDD-4BD1-8B02-C0746E54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€6k-€15k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57A96-03A9-437C-9345-655F2A78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6ADB3-AB11-4AEC-B253-5FCF3E44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61E03-3B62-4E22-9B47-4FFA358C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Pre-scale runway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5637E-68EB-4EB8-8977-EB8DE981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C079C-D32E-48A9-8399-AB4A5D69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бережливый бюджет до сильной MVP-проверки, не весь путь к 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139D1-8786-49D9-9094-6A11906E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FF01A-C7C3-46A9-B4E4-D9FC3EB9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E6495-9094-4B28-8C38-B6B414F4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A5FE7-324F-4074-B132-FFFB34BE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46D3D-AD3B-4357-B43F-621AC220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FA1B2-8DF3-44C9-BA78-A2D5B69A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3BD0C-C0F2-468F-AAFD-C5EBFBB3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174E5-ECCC-4707-A77E-0B8888D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B518C5-5422-4C6E-9E29-45599887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545E3-D37D-4BE0-B6DB-ED6B7690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15D0C-253E-4D5A-8BAF-EC4991C6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2D2B1-BF93-4945-88D6-07932BAC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AAB28E-C1BD-43CC-A53D-96A4F3E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7D7EB0-25A1-43C0-AD6F-80A48CB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3404C-0A24-4F8B-ADD1-D53441B0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</a:t>
            </a:r>
          </a:p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intent &gt;5%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C985EF-A781-4648-A46F-72F142B6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6826EB-9DCC-4DFD-A1BF-0D27C0DE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3CA2E1-072C-4B55-9BC7-6A2C5B4F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C5404E-BFDD-4D63-994F-CB38E63C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31A1B1-4182-49A1-BEFF-CA2F217A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1826F5-970D-458D-B2B3-B67FE1D3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08D2B5-159D-4F63-80DA-D969503D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5CC5AA-BEBD-4839-A8FD-01EDDAA7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05ED0C-0B3E-4DE8-BE11-1F68A416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2E8B67-1A41-474D-819E-34DC54C1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4C1162-FA57-4932-B740-03D32700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5393E9-1868-4CA4-A153-5F4EA52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92B866-E419-4A69-9BA6-2A95751E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F8582C-1D6A-43E5-A7E4-B9CD8E13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01AD4F-D6CF-4A28-8F57-EB32381B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528CAA-EE76-4F55-85ED-2DF42820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4188934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6681D-3B57-4A05-B4EC-D1BA2C17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DB9CC-232F-4CC2-981C-EBC497F2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C78D8-424C-4F0F-B44F-519C16C5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4909D-311D-451E-BC73-6E58DD0C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2EEEC-FD3A-4CB0-971D-93267422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390E2-63F0-4CBF-9A18-FD7A0F7E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960CB-F669-4D9B-AE1C-BD236D73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09DD6-C825-44F5-B99D-9ABF5A7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8E33D-D290-44C4-A0F5-063BDA66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F3CF7-EE60-49F6-8056-4BEDD902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22AE5-FD0F-4493-BEFC-B28EB51C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D5A98-309A-4B3C-9654-6E7AC8B9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2BCC0-D063-49D1-A89C-9326EBAA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5FE74-B62E-4316-92B2-D622364D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9CB03-5BE7-4510-B54E-06728FE0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52928-2BE0-486D-88DC-B526FDE2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176A1-92FD-4918-A5C5-4D61D393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1AE9F-4B06-4E83-979B-29CD6AE2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ED44C-7EEF-4EDE-95A3-EADEDF72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5ADE90-D3D2-4779-A6B5-BDC0899C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A4502-9A4E-4537-B34C-540B873D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EC6B6-C7E5-40A4-87EE-D3C35BE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3657C-52CA-4F65-8FE3-7C7A9FBF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C5442-E8B0-442B-876D-6E50672E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76448-EAFE-4F38-865F-33258950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46FE3E-3E41-4E53-ACA5-62E435B1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94881-2C44-4E0D-BEF0-B9D8ADF7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D9C91-F095-42D8-9FFD-6F7CD98A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9EEA55-1B0A-46C1-BA16-1396C4B1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DE72A-B98E-44BB-89E8-B60B3EF9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FF7F6D-FE65-4782-B18A-E0E3C985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3662A-3A63-41B9-A95D-84FBAFB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F9B06-D308-4778-A6D9-28EB1C8F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DA7A5-43ED-41F3-BB08-ADE04CAB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CCBB68-494F-4DCC-9ACF-461268A7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EF0BA2-1AE3-427D-8640-39D1DFB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620314-7608-4CE1-AEAB-46195863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B26741-EE47-4FC5-A8E2-95368FAA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99392A-9888-483C-8114-574ED6CE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E68F62-BC60-4D01-B43F-7FD644AA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EEBB80-7F3A-4B86-BC0D-FDF1AA7E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081C82-D896-45E3-8E78-9322A9B1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CCA56A-FAFF-4711-8550-CDE6CD99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FCC979-7EA2-4408-803D-3E03D7E1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D217A4-6413-460E-A7DC-90851CA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8EC8DC-F5CF-4C35-A1FC-F5558BD9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64B5C6-2449-439A-9032-066043A5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E8F094-CF07-4716-B164-FF151932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8E6B4F-253D-4A79-A3F9-2F227B8B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69E2A6-F0D3-4B99-A216-839A1D7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5609EE-4309-486D-AE7D-9D0724D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66640B-EDC6-40EB-A902-99DC43F4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52CDFB-A644-4C2F-B5B8-0BEDF351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93CFAD-FEB2-4527-86E4-2BC51A41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18FF36-6D8D-4F6D-8073-7B5B3F1E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380612-E001-495F-894F-9138D079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00EC25-A184-44F2-A6DC-206E7FE6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CABBA1-8463-4A8B-8D14-D67CD5CE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739E66-8D98-4B97-AEDC-933A8D3A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D5B3B9-51B1-4AA0-BDD2-8044B373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7BA24E-AED5-4524-8126-869C9E2C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68A822-3F50-4565-9941-A3F126E7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FA1718-DD8A-4246-909C-8CE109B7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04E7DF-FF4C-469D-BAB3-0EF64BF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0D9250-7F92-4559-B03E-2EB15B8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B0A1AF1-A664-458F-AAFD-71404FA1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D3E371-379E-4B17-9FD5-0665ABC4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A5A01B-2A8A-48A0-91CB-81592A63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808FE9-ECAA-4796-84B6-AB0B2262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8D7AE2-75A5-44D7-8040-022F3796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6161179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A0C1E-1A4C-4F0F-938A-CC54201D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B3E62-849C-49B9-94EC-8273B396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67FBB-23BE-4A8D-81FF-708D4FE3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289C2-1932-4BD0-A62C-EC5B19B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DA305-C347-43CA-83DC-A7F1686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53563-A0BE-4578-9B0F-ABDAA34B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265F2-1751-490D-9774-C03A4648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303D5-8CB0-4EB2-93A7-AAB2B77C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688AF-4785-4B5F-9A80-35C84A76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€6k-€15k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86DB8-BAEC-410D-B72C-97EF5C94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C2553-39BE-46CC-8A9E-29B9CBEF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DBF02-8C8E-47BB-8D4B-93929B77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0382C-84C1-4048-A00D-BC0D6AB0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56560-6C1C-497A-A09B-141C5EC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66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28EE6-21D4-483E-BD32-BF660647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ACDBA-B62A-4086-B7D2-E79F820B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90875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254DB-BA48-42D6-8EFC-D60C7EA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38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E7555-223F-445B-8618-F3D2756E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57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73A77-72FC-4984-B018-8778B01A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06163-F068-4896-87FB-CB6ECCA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66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20D25-46A3-4BC5-B546-10E641CF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A4F32-5C36-4EE3-9056-BFE8414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90875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F7FA9-5C2B-450E-A211-D44804D1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38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409F6E-53CA-476C-8CD9-D0F84D2E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57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12487-DAF3-4BCA-99CC-2B78C840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FBEEC-9B51-485C-9981-CA9CAA97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1B339-45F1-454B-B20C-A327A59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€150k-€500k+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EC1FB6-BBB1-4A10-A683-84846C7C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9C3B2-2025-4C9C-88B4-FE8C3C8D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38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9A815B-E7D8-4D83-937A-A7109972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 без разрушения маржи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2B6199-CE74-45E0-8DB6-5E3C2392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Смысл: Фаза 1 покупает не разработку всего продукта, а право принять уверенное решение о MVP.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E61B49-3AC8-4F3E-8420-BE62ED02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4031434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E041D-0149-40F3-B5A1-7150C307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85D33-FB58-42AF-9770-F1942038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EB66D-E3ED-4CEB-BA59-E9373268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9ACF3-5E79-4159-9E1A-B4CB72CB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1A2A3-B465-4634-B0FB-93BB5796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BD9AB-D1BB-4715-91F6-DDE0A265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64211-2EDF-4095-BF5E-22709702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4DF98-36E8-4F22-A3B1-5DC8A35F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5407A-165F-4FA3-BC09-E4DD3945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03ABF-F0D1-4844-89BD-9CEF85F6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8E04A-7456-468B-B524-8F484360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01310-C320-4957-9382-2BD8FB5E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540C3-1636-4D31-9324-C1ECFC05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E5A0A-4585-4A4C-97D6-8B5E90DB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FB44B-33C5-4386-9A76-9FA5715E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892BF-6B2F-45C9-8270-DE384FB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D768C-2A2B-4DC5-9C82-76E54121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F327F-DB10-4590-B2D2-92758D05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95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C1705-0E6E-4E0C-BD5A-FA312A29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51267-DF60-4023-888F-18D9175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65C4D-91D0-4AF5-AD25-FCFDDAF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C51F5-C76E-4B4B-A148-47405D81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430BB-0144-4525-950C-156A3D4B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3BEED-E5C8-4FF0-90AA-0B64A3BD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82E4F-1680-47CD-93B7-F66E5E57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D9897-8307-4300-AAC3-71CD271F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5DFDC-69EA-48A4-92BE-63A5537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62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4CBC8-F15A-43BA-85FA-EAAA0E8D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BCC2E2-FD62-448B-B420-AE1CB9EA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9F084-6E72-4CF3-988B-28644BB1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B68089-8D80-4949-8EAB-D29CB71A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8C9EA9-05B4-4BCF-88E9-7D4CD13D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8F9603-D020-4B7B-AA67-98CD70A7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F8C941-E05C-4AFC-86C9-0ADD4DD9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4CDA45-67D2-464F-A7E6-404D752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F72E4A-E296-406F-91BA-2793371D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4A78D6-E5F2-4062-A123-F99E320C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A0C00C-294E-4686-AD62-BD7FCEE3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1FBFE4-C997-4A94-BE63-0C5BFFBA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41F159-AE92-4DFF-A1E6-C2225B1A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B6FEDE-03E3-448C-930F-9BCC9408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35BEF5-5F3D-48EF-A264-10F9FB2E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CDDF2E-A928-4991-92EC-0F700BD8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193804-DF99-4F1A-A393-EFF3032A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2B48D3-1560-4494-A996-830C5BF2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000C75-54D5-4284-B775-4DFA6E4A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1BE00D-B002-45DF-9DC5-1CA1114E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62DA6E-0855-40E6-A56A-4C239F24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E3FED5-4DCA-4DB4-A6D6-57917ED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F35631-5079-4A41-869F-A5763FE0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DA7084-7157-4C5E-82D2-92C77BC5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7FF8E4-79AA-470D-9EF9-06BFB304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915B66-4E56-4E96-B44B-D6E89030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5F6A61-2AB1-47BA-AD9F-67B04252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887DE7-1226-4307-A4BE-FD2A586D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484CFB-77DB-48D4-8447-BDC648D5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88FA4C-6816-4433-9163-8E349C8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C4AEC4-9832-4C72-90B5-207740C5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302E1E-5EF5-4B61-BFF3-FE195396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0763EB-C843-404A-934C-717162A3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D128BB-0CD0-4D00-B6DA-46849EA5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C5295A-0901-432C-8482-6B2DB847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E1445B-DE4F-4490-B36C-15A9023D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782772-B3A4-455F-BFE3-C5587DB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230102-F068-460F-83D4-168A30C7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953AF2-3A39-4B63-984F-BAD456A9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3A4D2B-F38F-43CD-A635-E2FF5FD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479711-D764-4EBE-9ECF-0392FE67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6F9FC3-AB48-4CAF-B261-28AB3087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45205B-E4A3-4807-AF8B-991CDD9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3AD143-3CEF-4FE7-99C8-A352A21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6352815-6350-4895-AFEB-ABFA48B1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2E83F7-B265-4A5A-B2F0-B94797C5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332C795-2E4D-45CF-A639-B066016A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8B7CAA-0977-4DC0-BCF0-0D898FA9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337C6A-7C2B-44E3-9AE9-18C25D64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7BF9C56-2ED8-4ED9-8911-AE38019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B726C2-39B4-4D1C-9979-AED8102A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BC3F3A4-D4A2-4E8A-87DB-E3EF89E2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14FAD3-0FE1-4F3D-BFA4-38292D45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704411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082DA-0269-47A8-B84C-08290B0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F53FD-1801-4424-B84B-6EC2E88A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0C32E-0094-437D-8A62-CF498FE2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286AD-3AAA-463B-ABCF-AEA488AA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EAF13-AE19-4B11-8EE2-E24D0E76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68A91-BAB1-4D84-ACCE-EF09DFCD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A753C-EBBC-4AE1-8FFD-78F5B513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99BB1-615A-404F-A8B4-51FEFA88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43994-DF18-425C-BCE0-E4C86AF4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E31A5-55EB-464D-85F2-0EBC97E0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E160E-E6AA-4429-A5F6-ED45452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8CB08-EE08-49C1-A0D6-E4CE4F0F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A6902-B8FF-41EA-A218-BE364435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1F08E-84F1-4884-80C8-46AFE219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7B84E-F55A-4EE3-AC29-593B2E68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3F2D8-8CF9-414E-95D8-DB4964C0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CBE5D-03F7-4B90-9BB9-5B11A82D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E11A2-583D-4047-8537-8B0F8D0A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66C1E-AB40-4A28-ABD5-BCA928AD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CA827-6AF1-42D9-95BA-6DCB9D27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E620C-97BE-4849-AE61-69B03F22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069A6-DA7F-4539-A024-305FB6FB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77FBD-ACBA-409E-B6D0-3346A21C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79A7D-E051-4686-B250-743BCE43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89B67-FD54-4CFC-B77F-56691E0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D6590-2EB8-4CDC-9A98-04D91493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7E367-F0F5-49C0-9FA2-84101E22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603EAC-2319-43D9-B64A-B03E28AF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9DAF0-C5CE-45AA-902A-8B418CFE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86F92-0533-4053-A550-F43CE8C8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9097F-2750-4D18-8B5D-57196848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EEE93-1311-4E04-A4D7-60A173BE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D473FD-2F94-479E-ADDA-0DDC441F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BA8E76-3442-49C8-A7E6-7D196208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должна дать ответы про спрос, понятность Canvas, цену и стоимость привлечения.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6718BF-D81C-4343-A69F-6FE82418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7901439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A4117F-4BF2-424E-9CEC-31DA4607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C7D3F-1141-4ED8-8AE0-4BD633C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39E01-7D7E-4312-8D1D-EEB2198B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8113C-857A-48F3-8B53-9570FE19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E00FD-007D-47F9-B547-A878E736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E42B2-7951-4020-8672-9AC4DD38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66E50-95DE-45AF-9081-7B0A7AB5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0E80C-8ED3-435A-83A9-CA4F9F52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86CF7-AC61-4361-B5C9-A4B9A24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C2537-1B9C-4419-B631-9A3B01BD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11FF9-B7C8-43C7-B283-0270D390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E778B-6B3C-488F-A347-15E45BE2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42DE0-9351-4C3C-B962-1276650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5EB56-B446-46E4-A514-5B661EE9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BEF3D-D3D0-4D74-A31D-6C4E705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D172B-4783-4EC4-867B-E28501BF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3140D-3118-4106-877E-72678444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2FCBC-5BBC-46FF-B0F9-BBB01934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E2300-F2BC-4E24-B201-2851590E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58B1B-B5F2-490A-A160-618809C7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331E2-CE7B-467B-B10A-8D388B3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2B311-82C3-4204-A015-3FDCE2A6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B4B70-8EBB-47E1-8E9B-5AB4CA71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157625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7A97E-FB51-46A2-BE90-2B580424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8ED72-203F-4225-BE5C-820C675F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AE765-A21F-4808-9111-A60CF810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D65A3-AACE-4FC2-83B2-F5F50BBA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89442-9DB2-4716-8CEA-8BBB66FE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CF6CD-A3FA-4CB9-8698-E0B4498F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FA123-AB8D-4C75-A23E-DC8FD545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73518-3767-4017-ACF8-25729A9A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DD132-14A4-4A0C-BCED-D47B0E2C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DA352-8C74-417E-A885-FD8D2F54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DB391-7EF1-4B05-8FE9-452722B0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6F890-F56A-4B1D-87A9-C9360547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BCF73-838E-43E6-A03D-3C2EEBD9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2E967-4CFB-4D09-AEA1-CB6B2DE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AB69C-EEAB-4DEA-AED7-476A47E6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211E-2C39-49B1-B0BB-A3B066F5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3EA33-3C36-4D17-B20F-B418E4F6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D0B0B-505B-492D-B988-12C9CF70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50D0D-C739-45ED-8548-3ADD9505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487F9-D51C-4317-9B19-6D244DA8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A0485-EDF6-49C2-94E8-2EF69F27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24770-EF75-40F0-A704-E166FA6A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4F935-F4F0-46C0-A36D-7FF678FF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54E7A-1D16-41BE-BF50-0F09CAC2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BBE87-EE12-41F1-A654-6F171428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36516-8A72-4A8D-8AEC-4834A1F5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493C4-41AE-481E-ADF4-5725D3FD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867F1D-0983-4607-9032-CB7CE91D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78521-0D7D-4952-A228-43CF5260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0FB248-E2EC-4610-92F3-52E81D67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0F7B2-528F-49FF-BE7D-578FD45C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2D7A7-644F-4127-82D8-3C3553A6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8B8907-316F-4D04-9B7F-36295A1A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8B450-0E7D-4186-ABC1-FDB24459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A924B6-6DCD-49D1-95C9-11CF206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5C4F91-DA2D-4D64-B2D5-EBD3C91E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2A7DF0-6A9F-44F7-84DA-5505960D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3ADF71-FD53-4557-91FD-EE2D4CE5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качественная обратная связь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3E71DD-8879-4647-BBBC-7E4BD951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89F25B-D549-416C-A661-76C7683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7E9745-E1EA-406F-A10C-A82F79F2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7337CB-CF3E-4DD2-B357-96A828F4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7F7419-427A-4B3B-B1A8-A2D77BD7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3CE786-FDE5-4253-BD0D-A07229DC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EAD5CE-B11D-4776-86D2-FD71EA1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A82507-1939-4737-B7D7-8220A2F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030AB9-21F6-4C54-80B9-CF529ACB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6CFE43-7A23-4C19-9D6A-A23835A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47026A-B610-47F2-83A8-8FC2E254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1889662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9799F-6704-448A-9F7D-D791F026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98FF6-773E-4451-B468-6927B8A5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BD867-96C2-4A94-88D9-D1A3E414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0BC77-FC0E-431E-B711-C2230E2E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F1558-D060-4E8E-9390-15932F57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7E84F-34C4-4340-B18F-FEB7747F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58BA0-96A5-4C44-9AD2-BC1D256F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BC627-AD80-4E4A-A9B2-C43D3E25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117DD-6E4A-4B7B-9245-2DC7DD26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1B442-2A1C-48FC-8E6E-8FD0489F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BB5F6-8EA1-4B71-A424-A8040862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FDA9F-B8FA-4447-9A8D-D06C78CA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CD80D-7CDE-444E-8646-1FECE05A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BAF9D-3863-43BC-A169-0E246837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51A41-9BE9-4DE8-A32A-54A13DB6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42FC6-37B7-4DFD-8191-867ED2A8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4716F-74E7-4764-B6CA-C14C274D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A2485-B0B1-4196-BFBD-1C6B7AC2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F53A1-34B5-4F67-8E2F-A1D90D4D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54A5D-7723-492D-BC54-910BEAA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F2524-2FCC-4B18-BB50-0FB3474F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326F9-9C54-40D7-B053-BFD8A16E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2ED01-77FD-4DA9-A14D-4F66E575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DDB2E-C490-42A5-939F-7BADCCE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DD2EC-AABF-45C6-8AAA-8722E9D1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2AECE-2DA4-414F-94FE-78743C09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42BCD-78ED-4A2A-AC81-0A011BF1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65108-75B3-4C7D-8679-094F5E01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BF7016-24CB-48AE-956D-21F434D9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743BEB-3E3F-4439-A583-C26D9B47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30A97-0B6F-48D6-934C-14646A14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50DED9-6B6B-4769-8660-DC2F3A69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E1BD9B-37FA-4222-98C8-70F855CE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1047C0-6635-4603-9ABD-D3231E05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A330F2-2E54-466B-BC91-372F14A6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6C08A-764A-4C6F-A258-98055BF9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D66CBF-F61B-454E-89C1-00DA0B71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7BC447-7529-4DAF-9D8D-34493F2B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3F087D-4FDC-4207-AE8E-8C84FD0C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7004D9-F7F5-442D-AF82-A5C676F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2236BB-4DB6-4AC1-9B7F-74EDA22A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C86712-9A6E-49A3-B443-2D390306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EC19C3-117E-49DE-BC21-CE590CF0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7FD72A-95F9-428B-801B-F5173122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85AF70-10E1-43E4-A40E-D7A179EF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5338FB-E8C9-4B40-9010-7E424D7F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FC27CA-E98E-4363-AA9E-2AF53EB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244626-A498-4060-BDB5-E81F5B05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A0C697-15B5-4811-8AC1-3217A490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5921E4-E2D1-4DB7-81C6-99055BAB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354A7F-F168-4D7C-B8FB-A64F8381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24B2E5-FDB6-41B3-97FF-BECC7961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82608F-C7A4-4992-B10C-7631EA77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8BE347-B187-4BE2-8932-7D98F8A6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5B999D-DD70-400A-B2E9-67855676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CBE99F-7DF0-41A8-BDDB-C190F236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C90EC6-69C7-48E4-852B-96B7A06E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5249465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D9FD7-0AE8-4A83-AD52-AF36B7B9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45CB8-653D-4290-BE10-4BE67706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4AF44-70C6-471A-92B9-03506DD6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A348F-C2F9-4ED9-ACF0-92497C5A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13C7D-02CA-4D2B-B1A6-4BE7537C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Границы продукта: MVP и позже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D7788-55FD-4251-B7E9-8B38B70E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30D72-9E7E-475A-A95D-3FA48ED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должен защищать петлю. Все, что не помогает проверить причинность, оплату и возврат, уходит позже.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B348A-BA37-4E2C-AE8E-04EF003A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447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4B6C2-9F38-4E70-8230-29D4437C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447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35322-164E-4CB5-9E46-2864EF98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E3A75-FD78-4B98-9C3A-7AFAAC40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ПОЗЖЕ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8BE23-5902-455E-B8CB-D0EF1EB7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6FA96-5EFF-4CFD-8EFD-78B04803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622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Canvas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5BF88-1A92-4183-B9C2-18131716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ветвления сезонов и deeper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15FD6-837B-4D73-820D-BD33709E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Помощник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09E57-0327-443C-8DB9-22FC623D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67025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 + контекст недели + memory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54CC1-3BEA-4C49-A9FB-1061C66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голоса авторов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633F2-0E3B-41A7-8A29-04110200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слой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80301-1E2E-4D82-8110-AF0C4C15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7185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через изображения + avatar style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B38BF-0F5E-4310-81AD-DD606607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FD242-EBC7-4ED3-98B3-E48809F5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Монетизация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C968D-3A5D-43AE-8B19-BBFC817B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76675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один token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E5119E-9294-40FE-81B4-6C6115E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6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314FD-1D85-450A-8BDA-E2F1CDC7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Сообщество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AF7E8-C0BD-401E-9017-0B90040B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815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5B27D-4142-4957-A646-4CE02AC8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79858-D5A5-4BA8-B166-69C11E3C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95950"/>
            <a:ext cx="828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Правило: сначала причинность Canvas и оплата, затем видео, голоса, marketplace и community.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76AA6-F673-49FC-86E7-6DFF12D5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0445914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69A51-EE82-4FEC-A87F-8669A5A8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75274-4A26-4FD8-B3CA-214A48DF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3611F-883A-4F85-A55D-CE9F1AFC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51C4B-CE5E-45A8-A3D3-B64CED27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AEE91-FBCC-497A-92DA-42DB464A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CC3B6-E46A-4C45-B857-FF7CC83F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02072-7E82-4966-A768-F1D4919B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CA247-7557-4C64-8CC0-4800A4FA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E8B70-2E40-4598-BD11-A5A4B116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15B18-4E8F-4F44-A0B0-57C6F3D3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DEA4E-C1CE-49C0-96EF-6066D5F8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обычную астрологию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93537-5036-4426-9829-DF36DB79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week-series и действие, не fate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02C9B-6AAC-428E-8756-C76F92DA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D35F0-79C2-4B70-ACD8-DDF73DE1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Аватар случайный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0AEB9-0BF6-4C0B-93F4-8A862F59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6217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неясно, почему изменился Canvas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A424B-4810-4B66-98F9-1AD6B1F5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032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причину рядом с Canvas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CB474-C42E-4AEB-9697-95C2955D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255B2-CBB7-4311-A5C8-CECEFBF4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430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Видео съедает маржу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4D997-6614-41AC-94A1-047E59AA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6217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бесплатные users генерируют дорогие видео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EB2B4-E01D-4D42-BBC4-992AB72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032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premium/token video; логировать COGS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07974-E9C2-424D-903F-FAA7216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9CF64-8D2D-40C4-A4AC-49B0CF54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AI звучит generic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6A94F-0F27-47F2-909F-BB665DF4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низкое доверие и нет возврата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D6142-6E9A-490E-8A87-45912F1D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feedback и memory guardrails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5B7BC-BFE8-4F43-946B-EC890F88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381E49-EB53-4420-9781-64F9B912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Нет платного интереса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2EBEB-C396-4942-AF2A-1879159F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нравится, но не покупают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0159CB-3113-4C94-96AA-C19B8096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первой петли + price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0065F-AA8C-4735-BB73-4740968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риск не рынок, а причинность: пользователь должен понимать, почему Life Canvas изменился.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7681DB-53E8-4348-A74F-30C638CA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5028480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EA0D46-BB5E-4A0C-9D79-AE64E5EC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B28DD-51A4-4D30-887A-2E38472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F5F87-F7CD-455B-BB88-BE935406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B3FC4-7882-4654-94CD-933DE4B5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8D9A6-87F4-46C0-977C-CDEE8F12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Условия перехода к запуску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86859-1EE6-458E-91BC-25D6BE94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EC7CD-810B-4B42-835A-948B952E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942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D0C6B-1A6C-4AE7-AB82-F74BE40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881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Вердикт: запускаем проверку, но не считаем продукт доказанным бизнесом до первой группы пользователей.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CDA74-7E73-4160-905F-CABCD749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44BBA-E37A-4E0B-80E4-2A73336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Продуктовая 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47AB9-688F-4B50-B54B-F05E3140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понятная петля: эпизод → действие → сброс → Canvas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85249-0AFD-41B0-9D11-FA1416D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93EC6-2AF7-4B8F-BDBD-9F1475D2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визуальных примеров + кликабельный прототип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8D952-1083-4126-9C31-11BAD6A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1220B-6E1A-4CC5-B42B-3790BA89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Финансовая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E7997-FE20-4208-B555-7C258E43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себестоимость, бесплатный пользователь, привлечение и сценарии разделены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55B66-FCE1-4F23-92A6-EBAD42EE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66CF5-6454-49AD-ABA3-3EF2DB56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логировать каждую генерацию и пересчитать после первой группы пользователей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5E918-D0A5-4671-A8E1-0995A38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0B74F-B15C-4A3B-9B80-7C44C435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361A8-826D-447C-A891-D61BA71E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 — авторский контент и теплая аудитория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786A5-75E0-4E62-AC9D-A6147162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76DA8-BEF2-4BFD-AB94-FC86CCAE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10-20 hooks + малый платный тест после paid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5475B-F250-4A69-8772-0459FDAD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B22EC-18B5-45B1-9A43-1B8D837A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Технологии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635FC-B424-4136-8E15-B8AC3FF2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начинается с изображений и лимитированного видео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B819C-153F-47C8-96F5-00E1B17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34D67-C0CC-495D-8935-655448BB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сравнить провайдеров и поставить лимиты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321EE-3B93-4FC2-9697-57E8ACAF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6409B7-2608-4166-B1B9-A49DA605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Следующее решение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AE54BC-182E-40C7-8D39-AD4C294F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фазу проверки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23C6B4-0E26-49BB-B3FC-2BC96908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E43450-FA6C-4FA1-860B-FBFFCB00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по возврату, оплате, Canvas и COGS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B37236-0083-4B75-98A0-356785A5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38800"/>
            <a:ext cx="847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61D4C6-C91A-47F0-B036-18882D65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34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следующая фаза должна не масштабировать идею, а быстро проверить петлю, цену и себестоимость на реальных пользователях.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8262B6-CC0A-47D9-A2AC-E934D1B3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8913755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6CFFC-BA0A-4267-8582-EA4B4A86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2822C-44C3-4998-9866-8ADEA14A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4AD69-5BD6-4466-B9D3-07CB1AE3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D2F9A-F48A-4B3B-8B4B-EE7D767A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88E95-C0BB-4EC1-8444-BB60FFC8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Следующий шаг: запуск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82726-F67B-441E-9C83-F55E0DB3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F947C-4560-4A36-9478-66B1CA8F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EE02B-E507-408A-89FE-3A6FEF94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визуальные примеры, собрать кликабельный прототип, протестировать первых 30 пользователей и проверить, понимают ли они причинность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7639D-1728-41A2-8E57-4F40008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 → интервью → ручная группа → готовность платить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B13E6-2C32-4AA8-8C27-E197B5D8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42143219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BE8A3-4ED7-47EC-9CAE-2927474F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3D6F8-29F0-4C99-B751-98FA0A99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53E99-70B9-4D17-9DE4-EDFB5BA6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6A4A4-4547-4E3F-951D-7616A411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572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161BB-657A-4A99-99CB-8055AA38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Appendix: доказательная база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4A019-1FDD-4725-B9E1-95CADDD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Подробные таблицы, расчеты и backup-слайды для проверки цифр.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ED4B1-57CA-4944-A536-C14032E6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0BF66-BDAB-4775-B03D-E7BAE7E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Unit-экономика конкурентов по категориям.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5A322-422D-4141-BB92-38D27D2A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C484"/>
          </a:solidFill>
          <a:ln xmlns:a="http://schemas.openxmlformats.org/drawingml/2006/main" w="0">
            <a:solidFill>
              <a:srgbClr val="98C4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FFC56-DD2C-4E82-86D9-DFCFC65E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генерации и stress-test видео.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7929F-A7F1-4D86-A2EE-68107800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B0BFB-F38D-4BA0-97E0-68ED8E48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Помесячная / квартальная финмодель.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0EC4D-A315-424A-BC68-A6128185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3BAAA-DA06-48D1-9DB0-44D97487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Маркетинговые benchmark и hooks.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8F1C0-98BF-419C-9084-EEAD432F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1285302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1F3903-8824-4DC5-92E0-4B438972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3CA76-F928-4483-B963-8E7D1683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F9F37-EC79-4E25-8CD9-7C1E810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6F2B0-0BDF-4AFF-9D62-3DEB2DA2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58181-BBED-4C11-9CF0-3D23BEE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Словарь метрик простым языком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E8BEB-C288-442B-B0AE-7C395469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4CE10-1308-4B22-A5B2-4CE9417A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Этот слайд нужен, чтобы Алина и клиент читали финмодель без финансового жаргона.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70446-208A-4673-AEAA-29EFA331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853E6-7131-4F1A-8DED-AD2B6B66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0DAC4-4C6B-45FC-946A-0DDFA53E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430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B2B75-3AE1-4CE3-9AFA-8466A0AF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097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Простое объяснение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59152-0502-420F-94E2-7E913B6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64601-ED8E-4F4A-B155-62B4B2E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97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важно для AURA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D9060-8FE3-4F26-B87F-7482F81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51817-6AD0-4A96-BD63-CC43CCF1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/ D7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FE356-7744-44AF-A803-C1D8FBBB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669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DC285-0C18-4B88-8253-1338EC91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вернулось на следующий день / через неделю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84764-3C41-4440-8071-76C92D34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669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8AE89-15A0-4924-8C0A-8BD19CA8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показывает, есть ли ежедневная привычка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724AE-DF20-4BBB-B1B3-0C1553AC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74B62-9D5A-499F-B7C6-FC95A461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135B0-E69B-4CCB-BD73-7E168CF0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10745-D639-48A9-98E4-74384396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574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человек, почему изменилась картинка Life Canvas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2BB4F-2052-4143-93CF-3A55D067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B3312-CB8F-470D-9D9C-AB9BC0FF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574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главная проверка: это продукт или просто AI-картинка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61B4A-FD11-4EF6-A1DB-773B92AD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38B550-337E-4EA1-B90F-5F8B81A6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884C7-9F34-4020-B8ED-4E38CC89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5009D-6874-4DDB-A2F6-F081DCC5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813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готовы платить или оставляют явный сигнал интереса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F29439-2732-4DF6-A6AA-E6913EA3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146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89B46E-294E-4ECE-B20A-F7436D80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разработки нужно понять, есть ли деньги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77794B-5A52-45C0-9876-1787B60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8F1B8-B2E1-4DF9-BBA3-2D66AF15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84118D-3A0F-466A-A162-F4AD9512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83772D-B31B-434D-B552-58238505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доля пользователей становится платящей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167567-40AC-43DF-8BF0-FB79A4FD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D8CC3D-125A-460D-8740-99B3AE59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определяет, может ли подписка окупить продукт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D35AC5-FF40-49C1-ADFD-8B3BDA9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FB062C-7230-44BE-8567-2FDFD404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E9298E-C13B-455B-99EE-8B2B8909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624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99D754-1167-464A-863F-E9A7A399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переменная себестоимость AI, картинок, видео и поддержки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36B96B-1F45-48A9-ABEB-DFAE78B8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624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256445-5EE4-45FA-BEEE-90B72936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COGS высокий, подписка не держит маржу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4DDFB4-B66C-4AEE-89BF-D5D37F72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684608-6985-43B2-A95A-25C042E8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FD79BF-00AD-45E2-A734-42AF4B8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CD91B3-A4E8-45F3-8EC7-B9BD423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529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пользователя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C59D9F-C997-415E-BDD3-2A70C3FF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863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586718-30A7-47F5-BCD5-492A50BE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можно масштабировать только если CAC ниже LTV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0141FA-8276-4376-A00F-AEFB903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E58701-7503-4778-AA3A-22354059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DDEE7D-B773-439F-AEE0-26913988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01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8F4279-4E8B-4A24-9E53-DD9E0E2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нужно, чтобы дойти до следующего решения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BC923A-2848-4B21-8898-0AEE6ACD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101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2236C8-C6A6-4B42-8FB6-3DFE2F2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768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путать первую проверку и год масштабирования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F293CF-8BE4-42A9-8CF7-72192941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E6BD6F-927D-4AEB-9A90-7AA2F4AA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91225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сокращения нужны только как индустриальный язык. Для решения читаем русскую колонку: что проверяем и почему это важно.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6EA3EA-6D18-4C6E-8033-A54CE4F2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887195688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0C04D4-3632-4C46-B694-4FFCE84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398B4-C983-4290-A522-33B2BD21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76DC5-634F-4DFD-9022-C8FB62AA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8CB-8D79-4A4C-B24B-B0A49980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FA596-5992-46CE-9440-F04AA974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мы выводим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1FAC2-1F64-44A5-AB60-7FB07305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02B86-887C-42DD-A7E5-D55F4C8C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058D4-E81A-416A-9641-91312640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B684C-3353-40A3-9872-3B702A60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F12D4-FC62-4D0C-A7E2-F6C1D82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Смотрим лидеров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E27A7-63CB-4A12-8D1F-D1C78775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Nebula / Calm / Finch /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4F94D-819D-4116-B509-DBF17DB2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смысл, ритуал, память и визуальный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E6B26-54A8-42BD-BF45-4E21D0CB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CA627-0EDC-4CD4-B973-E29755A7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EF508-5095-4D93-A8F3-0B3A62B4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Находим разрыв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175A0-123B-4192-85D6-597DAB70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приложения дают куски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38D74-E926-4343-87DF-AC6359A1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формата, где смысл превращается в действие и видимое изменение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866DD-C4C0-4E35-88CB-B4BEC083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D82D4-15AF-4917-8DB0-6E42AEF6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569E3-DC35-43E7-9465-A70786A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Формулируем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C6388-70DC-4193-9B71-4A33E2A6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weekly visual self-guidance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67B50-354C-4EA1-8448-CB379852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становится личным сериалом, а Life Canvas показывает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85D70-5BB3-4639-A802-B68FAA9A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9B57A-BB17-460A-9847-B741FF4C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24D7E-097C-48ED-B77A-E48EA791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Собираем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42015-B05A-4E36-B547-F5346F58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Episode → Action →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EF7D3-66D3-4D00-B95F-E4F322A7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проверяем не рынок вообще, а понятна ли пользователю причинная петля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EC916-625C-43E2-91C3-68D28275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презентации: не “мы придумали приложение”, а “из существующих платных паттернов появляется новый формат”.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5DA402-9DB0-4C0E-B696-9501929F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33389494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8D008-0EB8-4E8D-84E3-570DAB52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53FA9-9924-43D3-BFDA-1CE89086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7FD3C-2D24-43F2-A66B-A516106F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4DCF4-DD8D-4C06-9B29-7A914000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4364A-DF48-453F-B53A-EDEA536C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 рабочие продуктовые концепции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B59D3-37BA-4B69-A79C-BC35C789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15FD1-0E0B-4795-BD1B-1A75838F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77978-2363-4FEF-B4C7-78B6955B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A6EBB-3E6A-4771-9CD0-60B29999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E8A42-C554-46C2-98AE-D15C274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выглядит для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69256-BE79-4401-8F5F-1C58E750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4E9FF-084C-4DE1-8D78-5DBAA8F2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Вау-момент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E3E2E-CE94-41EC-82F2-15EAC06F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F744E-3082-4368-A56B-B388413A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проверяет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96917-2726-4D7A-860D-0A55A6F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F1B53-D2DB-44AF-8FB2-4EA704DA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Life Trailer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A5077-035A-40B0-A803-EC32F1A6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1F378-A0C5-415F-BDFC-F9209C05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раз в неделю пользователь получает визуальный трейлер своей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D4BCA-989A-4324-8E55-53B03492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3EFD0-6FF1-4125-B784-5278BEE7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“моя неделя выглядит как фильм обо мне”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6D51E-BAA4-4056-9F93-6BD22A4D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C35AA-02F9-44EA-9434-4877AFC8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 ли пользователь платить за premium visual moment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C2134-C6CF-4B1C-9C15-54C45971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BA44C-E5FF-43D5-B989-B53047E0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Self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15913-EB35-4513-BB43-37A6480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800EC4-A82E-499C-9953-B6190702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ежедневные действия меняют образ будущей версии себя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83C4D8-5B5B-4344-B993-AB778D8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2B37B-F53D-4501-8490-5A28A26C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“картинка изменилась, потому что я сделал действие”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FC7E0E-0A8C-4234-8AA3-204820F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2AACA8-681A-4383-8F85-A3BC6805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 ли причинность 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F44EEF-2AEB-4304-94CB-6E10F108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C74020-6422-4389-81F4-00AD4AD2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Pocket Forecastist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A23B56-C24E-4131-8CFE-35E12F84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B1C870-07B0-4BF8-84B8-54866B62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 помнит контекст и ведет через неделю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B941F0-C8B4-4BC5-B497-1E3043A8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CB20BE-9761-4418-91EE-5257143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“он понимает мою ситуацию, а не просто пишет гороскоп”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F695D4-825B-49A3-A54E-1084EDE9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3F15FA-953E-4F24-A50C-D9937148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ли trust + memory + weekly guidance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F22179-DAC9-4B6F-BBE8-A25517E3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97351655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D8360-26A3-43FF-B500-D4E6CA9E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957C9-47C8-42DA-B5D6-7F7DF49A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021C4-69C9-440B-8AB1-BDC73873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A022C-7050-4CCD-9147-2B658B49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03B34-9112-4031-8F17-9B9CCDCD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Ключевые экраны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1A5EE-4C31-4502-829C-FB183AB9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C0AE6-2E3A-4EDA-93F0-CE4E19F6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5406A-D7F0-4C66-877E-CF09A51D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AEEAA-C479-4B09-90A8-B55FB9EF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9A72A-9077-4925-83C0-00DE909A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рождения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92FA6-1592-4681-AF27-F36D5B66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1BA86-F6DD-4000-851B-94C06E0C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/ время / место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текущий вопрос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0DF04-7630-4789-8E3F-0A8E0F1B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3C57A-2198-4F81-A676-7DE04E7B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BCE29-E7C4-48D9-B0A6-E2FD0E29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31614-46D8-40E4-8643-C7D67ADA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EF9AA-F5A2-42C1-95C9-D17E11DA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2A1D0-0794-470E-8758-0FB7918F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DE504-62B4-4DE0-AB3D-80717F81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0C348-8736-4547-B28B-1E103C89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сезона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напряжения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первое обещание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2AEF1-C3E7-47D8-A4C4-C8473445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1248D-5200-4993-ADED-81900C34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DA65A-7890-4901-9C66-2E573C47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AE604-ED57-4A51-BF55-E85350BD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17ECB-5A06-428E-85F2-0CFE5A23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56F25-A880-467C-BA62-EF240DE6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45E3B-ACE7-458E-AABB-67F45A15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6293FB-C372-4A4A-9EFD-BB14C951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сообщение ассистента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карточка действия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0A6F8E-C5D7-4ACE-AAB6-FC36B2AF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36711-3A3A-4C36-9011-394596C2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0A05EE-95C9-4F50-9838-7F5DD8E9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DF1B79-B7CF-42E3-B8AA-789587C4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9DDBE3-ED2B-4D4E-A524-4F8EDCC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F538ED-F2E6-4044-973D-B50B2E50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60E529-7246-491A-9A91-867F512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6EAE17-D79D-461D-A176-AC2A81A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2-мин практика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рефлексия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завершение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642E6B-6D8C-41E1-8B76-57FDFEF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A13D07-25DD-4047-BFF6-80339576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19BBFE-7C1F-4155-8052-AE1FC199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209AF-D74C-4909-ABD1-ACB39652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8D3784-752A-4135-8BF4-B3B20923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44C525-B387-4CD0-B814-2D5362E4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901391-8CC2-49B3-AD54-515F1F64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5D93EC-D65A-43F9-BDC0-8F5BD187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/ после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изменилось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изменилось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FBF95D-79DA-43AE-9BC0-B7D9B9DC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20B532-24C4-4148-AD61-A118489A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054DFA-BF92-41FC-89B0-2B7CCF6F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C3611D-AC03-4269-BB15-820E2D30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4E7D7B-4F43-4C6A-8A36-4E7DEDD0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E2F5CB-C3EF-43E8-B984-1C91F760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545AA5-3469-46C7-B005-B2A981FC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48D33A-8C88-4179-8338-343000FB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продолжить сезон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/ annual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token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DBF300-5FA5-473B-A123-FE2FDDEC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3685F1-EFF3-436B-9AA1-7711903D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4F07BC-B7AA-4D1C-AB42-427C5AD4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финальный UI-дизайн. Это логика того, что дизайнер должен сделать видимым на экране.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943B88-3ADA-4EDE-8F80-E8F471B0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5382697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BB8F0-173C-424D-9F60-3E17F5AB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79AB7-2AC8-4DA3-9C42-43FEA539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6DA20-E548-4FD9-A656-B9D4F83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1C31A-6101-47C7-8D02-77499AC5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15984-98A3-45BC-92C5-ADE231C0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astrology-приложений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1F6E2-EF09-4393-99A1-0D5FF0B7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583A4-4AED-49C1-B9C9-7A61581F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50AF5-1AD7-46BF-8A13-9FE6CA7B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DE9B8-22FF-47E8-B1DC-5722EDE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2EDA5-F86B-48A7-9B3A-79702DB8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9AF66-D889-49E4-B06F-A2BDE82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4CC88-A13F-493B-AF47-6AE0BF54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7A5A9-F8D8-4820-8410-E60DA5EE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1581D-D1A8-4722-B4BF-D5922B9D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E94CF-3491-4BE7-9876-EE37E4B9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8E650-E20C-4215-AEB6-BE373C8A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EE0A8-DA6F-4ED4-958C-8A609EF3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06994-0624-4680-AA36-4EB32A98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66EE1-3DF4-42E0-9F46-CBF2CA4E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AAA9A-85F2-4F2E-AF93-7E669C9C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$797.5K/мес; 2.7M MAU; 64K payers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7D3E5-EE60-4019-8940-5B865AAB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5B253-990A-4744-AE0D-BB1FA75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~$0.30; conversion ~2.4%; $8.99/мес + IAP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25D91-3621-47DD-A16C-1F7F6117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5F849-AF0E-49B5-B9A8-3C58153B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 должен быть 2-3%, не fantasy 8-10%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A7C85-3F36-4839-BA10-9990667C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263ED1-CC85-4630-8035-9D1A58E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7A4CBA-D325-40FC-8473-F84E7562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95231-975E-4E6D-A65E-B486A000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$718K/мес; 2.2M MAU; 52K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2C62A-3379-4947-B650-60EB81E6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CCD80C-8DA1-4C16-89D9-CA51924D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~$0.33; conversion ~2.4%; $9.99/мес + weekly IAPs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C74A0F-48DA-4BF6-95F3-8D4F6176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08AE17-781D-4837-AF69-5BA290F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guidance монетизируется, но trust paywall хрупкий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8F8809-16DC-453F-BC1D-188C1E54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438FE-56BE-4CD7-84DF-7187E86C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Pattern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0F59D9-4D8B-4518-ACB1-CDB5A4D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736787-AFCC-4A12-AD2C-E5AEA1EA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$36.1K/мес; 160K MAU; 4K payers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F7FD5A-3FE1-42E5-9B0F-1EE51912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D8C626-F73B-4F65-83D5-7C5A1E67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~2.5%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812729-BA25-424B-8279-8EC70E25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DC30A6-9956-4F6B-8609-544D581E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relationship/self-insight работает, но depth сам по себе не гарантирует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BA1A42-613B-4A0E-9E8D-887E4A82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8E7AEF-EE27-4ACB-AF69-899F716F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AstroSage Android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DF2140-CC02-4951-9CA3-A3A66843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0EC8E5-1D30-4ECE-9FDB-E89724F2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$547.8K/мес; 2.4M MAU; 34K payers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E84C7C-E9A0-41A2-9F0D-E750FE7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E6D8E3-A01E-4793-8C1A-894D70DD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~1.4%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35DB3D-D8BD-4310-9D61-F3999CEB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00A322-C998-477E-B923-78EAFA2A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birth-data utility дает большой reach при более низкой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5E6E2E-391C-4710-9328-FC4AEC7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FB2A53-9776-4789-8708-DD86D48A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27E5CE-67CA-4298-B789-97ABB56D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E090B0-12F0-41E7-B78F-293A3C81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$440.8K/мес; 242K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890ABA-520C-4F4C-8D40-4EE34715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7681D2-57FE-4DD8-B6D5-E6D39C4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~$1.82; conversion ~4.5%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4B97D3-D168-4A69-90F4-0A3AB5CA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3CDFFC-4E65-40F9-A1F6-9969D698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mechanics могут поднять conversion и ARPMAU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05E4CF-14C9-4654-AB9E-8D77D8C0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EA8268-1B8A-4ED5-A5AC-D8548CBC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 company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BD74F3-62D9-47D0-BD39-358BD460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C4A322-62B6-4AEE-8683-AF22CF30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Rs 1,214 crore FY25 total revenue reported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4EC703-A770-4B52-AA0E-7CC224D0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6E9A09-9B79-4BCA-8300-1B28F7E9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consultation marketplace, не pure app subscription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390829-CC6E-4D52-82DF-6BE6E7B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172FCB-8A24-4954-B0C4-E0A62617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human/expert layer — upside later, не MVP core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61CA26-AA56-46A0-B753-3A117DA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Источник: оценки Rev.now и публичные отчеты/пресса. Это directional benchmarks, не audited internal P&amp;L.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992351-94FF-4B08-9C70-B5EB4A9F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085569276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CC49D-0862-4AA9-AA30-7F6B087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3C500-6AE5-4EF4-9E2E-A00C651D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F323A-8C4C-48D1-A58E-C5222A68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7754C-5E76-4C7C-B884-6B9D8B94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DFDAF-FF37-42B2-A61F-41A52D4D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mindfulness-приложений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579B0-1164-4527-B711-364A8FA5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9BFA4-EA48-47F2-A327-1BCC6463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3C9E2-A69B-4DB6-98E0-2F023724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B0297-537D-4FA9-9346-B20F7021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B61CD-9A1C-4C83-BC23-0EF61E93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7B933-C43C-48F1-B806-7C154946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D5C7B-F5EE-43C4-A669-2D9A2544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1ABAB-B7DC-4176-AEBA-192AEA97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77104-1329-413C-8F4B-4FF54F2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59152-1EB1-4CC1-A115-097F9B79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0495F-82F2-4079-A31E-110CA65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C0F5B-77DB-4250-A4CC-2FDE8D25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D7B37-E61E-41E9-94A4-AED396AC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brand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30377-2698-4679-866E-C5AAEF7D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5BC48-5C81-45C7-BA4D-BE383266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proxy $300M/год; 4M+ paying subscribers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7B2AD-A520-4727-AEA6-48A70462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C41FA-7B37-4E86-87B5-6495B0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$70/год и $14.99/мес price anchors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352EC-E570-4939-9491-43C1F590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42E01-2CF3-4423-9FB8-77D5D810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wellness subscription может быть большой при доверии и routine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0393F-01D6-444D-9CCC-CAED2AD1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14AEE-1E17-4AEE-A35B-64F44638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1FC39-A9E0-4090-A169-8BE21657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FC71A9-4384-435B-92F8-7EA83512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$2.35M/мес; 3.6M MAU; 85K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939660-DCAD-4D0F-8BDA-4DD38100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10C30C-9205-4B1B-908C-FF42C960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~$0.65; conversion ~2.4%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4263AF-AAAE-4F12-916D-DA088612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5E61B4-1381-47F3-BD38-3C4752DC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wellness может монетизироваться выше astrology ARPMAU, но нужна retention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31864F-8A4B-4C25-9936-6366AC7E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669938-B9A7-4573-84D9-10B88796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0758D1-D1C9-4A51-832C-B608142A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EFB1B-42F3-4363-ACAC-54310207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~$200M/год brand proxy; app-store proxy ~$39-40M/год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6A95A6-9AB4-4006-98E0-BE74410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3C44EB-3927-468E-A925-0E9222A8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$12.99/мес price 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ED793C-307F-451F-A5BB-B4BF75B8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9D5BFA-C62E-4ACE-8683-75FFF7D2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off-store/B2B revenue может занижать видимую app economics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D70F0B-F1DC-46AD-8C39-479A8B9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B41168-509D-4DF9-84AC-BAE06656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Waking 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6DEBB7-D322-4816-8A3A-B6600BD1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7883EE-9E3C-4F8E-BEB5-9E4D3E49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$492.7K/мес iOS leaderboard estimate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2F5AC0-B122-454D-9472-E9463C7C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0E6286-2215-41FD-852C-D337835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$19.99/мес; $129.99/год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26D935-A4B3-45B1-8782-98CA98F6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357A46-5684-4B17-BB40-81533EF6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teacher voice может оправдать premium pricing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DA4C26-9334-41DF-845D-884B7717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CBF675-770E-479C-8968-59D63710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3CB3E7-B5DE-4FD5-8062-E4147B90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2FAF92-8C60-43FA-AFC7-973E2C9F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$180K/мес; ~317K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45F456-6388-4561-8947-F310745F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4703EE-D9FE-4974-ACC2-6616DDFA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~$0.57; conversion ~3.5%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03CF4E-8E26-4217-B3D0-BD64E360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878E27-9551-484A-A3D0-12E7F572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personalization может outperform generic meditation libraries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591020-EFFE-434D-8EB2-41803F2E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DC31B8-8C09-4FAA-9827-B5B9435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Meditopia iOS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958944-4C01-4D08-9AB4-2A03CD11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C90520-FB39-4240-BBAC-9AD90372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$118.4K/мес; 629K MAU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E0445B-EC6F-4B46-A8C1-A15287A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8CBA22-75A2-48AF-8D93-A75B0007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6CFD91-BF5B-461A-B313-DD818376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81B992-F1C0-47DB-B6A2-546B7D1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большой MAU без сильной monetization все еще может быть тонким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122799-B884-42C8-BDEE-74A24F9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взять daily ritual и annual plan logic, а не строить гигантскую meditation library.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CFE382-1C89-4962-B9A7-FB02EA5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99310250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A33F4-8E59-4943-AE83-F4C4AD9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4650E-CAC0-4A83-86F5-B5D27BA9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D5213-BBFE-4974-B49E-7B96AF11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5321D-54CB-4969-9F5F-84A1CDF6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84B17-6375-4010-A9BA-3063189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AI companion / 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3EFC2-2B78-4CE0-8719-B7D419C9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BE83F-FE42-4795-816D-82019156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40492-10F2-4BA8-BE44-CCDC1DEC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3EADE-6640-4A69-9DA7-59C16CBE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EA51B-753F-4FDC-A18C-DD02B554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5D388-FF20-498E-8958-2115EFCD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A73A7-4436-407D-A828-3FCDB87E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E1D22-0BB7-4E75-B317-A53D51E4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E8E41-E09A-495A-A54E-C37FDEAF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 что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19AE9-3287-4056-8858-85BF25F4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A8F62-8BE6-433B-A38D-07B32E5D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63EE9-26D4-4BA5-8633-72398B9C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F2442-C893-416D-AF96-7039E7DC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AB353-0BBA-4105-A3EB-5A5EB86C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945B8-73F0-4107-98E2-3DEA0007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$30M-$32M ARR proxy; c.ai+ $9.99/мес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88126-81C3-4CCA-BBE9-A4C2D17F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6640C-ACD5-4C82-94AD-80F6C657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priority, memory, engagement, chat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85D17-8D86-4CD3-BD7E-0DC8AD05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660B2-7F9F-4DEA-B9DD-124839F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может монетизировать engagement, но inference cost и safety доминируют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8ED84-95C2-4FAA-B853-37A5E8CC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747E1-B25F-4FB3-B78D-08D0F88D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AC1E53-C851-4774-82FC-123319F6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AF61C5-1F5B-4489-B386-95B23BC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$2.36M/мес; 99K payers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D62309-85AE-4EFA-A688-CE2EEA59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03F0D-E52C-4220-BC3E-2F551803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companion, avatar, memory, voice/video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E47753-F522-4FE0-9906-BF463AD9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413A83-5083-4CE5-B242-C500926E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платят за emotional continuity, не raw text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159EF4-EA53-493F-8C51-8420B548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EA389A-9868-4553-BA2E-241BB36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BA386D-038C-4134-8E34-0CE35BA3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C1D864-D53A-4F4E-ADC0-3092A542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$1.5M-$2.0M/мес public estimate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EFD31A-3C88-4D7C-A3B3-C1D8EF2B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AD796D-02B3-4F3C-A0F2-477507F9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self-care pet, soft progression, daily loop, Plus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684E16-742B-4C30-A6FC-D8CF576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8CD6AF-EDEB-4789-BE3F-76438259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companion mechanics могут монетизироваться без scary “therapy” positioning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D5D62D-A6EB-402B-B344-B9540BCD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5AC97D-5D71-4EF1-B096-9EDCF2F9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D-ID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4BABE7-5112-4B3E-B08C-86969504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AD70F5-A6C7-4A60-B18A-D0CE53F0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API pricing показывает, что avatar video — paid compute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E42804-C433-4730-84CD-3ED844FD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116592-52AB-494F-84E6-C02E0D2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$0.05-$0.0667/sec или plan/credit based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8615F0-7A5F-4072-ABC2-860F3476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A17DF6-CC87-4DD2-9708-31058531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 — premium event, не free habit 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A08523-5EFF-40CA-B6EE-4E67B373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587FA0-D2D2-4D8D-AF56-B4D7AFEC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2183DD-647A-41CF-8ED9-412D97FF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6E3154-03D2-4090-ADE3-C5CC8DAF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$9.99-$14.99/мес + tokens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3E41BC-3786-4D92-9AAD-A478569A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BF1C03-C77D-4F61-8702-73177710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season, assistant memory, Life Canvas, rare video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FC48AC-B481-4EB8-A73C-463E1270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1ACF9A-0645-4873-81D5-609A938F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должна быть cost-controlled AI product под premium visual wrapper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E6CB2F-DDF7-458D-8FC4-8F0B9360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— не декорация. Он должен помогать пользователю понять, почему изменилась неделя.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1FA989-724F-4577-BB55-FA233A48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59045949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02E05-975D-4996-A6E1-6F9485E9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AB375-BF81-4A1E-9E91-AF7B8E9F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AB9A1-5B3C-4A02-9A92-2E2A5657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6D7E5-7C67-4CA7-AA53-8029D1D2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78E79-9EDF-46A6-B713-B92665C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Бенчмарки стоимости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228DF-62E6-4CE4-B6AC-416FEF4C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798F6-498F-4E51-8C70-E8B17FFB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56FC4-4081-4F52-9470-82BBEF9F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39289-12DB-47D7-A9AF-528ADF76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65105-7BDF-4522-9C02-D148CFA1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D891C-6BBE-40BF-8868-122E8281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428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AB758-ABE5-41D2-8913-37DC058B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Provider /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64B11-2EB5-4234-A2CA-C58FDF9F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B824B-0FF4-4BA7-91FC-63419806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price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18BA7-79F5-4450-B8A1-A40AB92F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E7CA5-0AD4-44FD-9E2F-E1D39A76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FBEC8-CFCC-4904-98AE-C11C6C70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38BF4-4AB3-465A-A773-AB226F6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BE4C6-1B3F-4307-ACDB-99C2A3A3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431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4DF95-104B-41C9-B289-0A26818E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97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GPT-4.1 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9A004-EAE6-480D-8F47-5DEEF035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75B85-1C45-41D9-9A96-75D9F80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97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$0.40 / 1M input tokens; $1.60 / 1M output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6E304-EF6B-4EDA-B5D4-15D3B2F9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17D5C-F698-4A97-8E7B-6DB71369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text loop дешевый, если prompts структурированы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3A885-6F4D-4181-9AD8-4DA0B795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C4EB7C-9730-4A33-A716-ACD44AB5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B97C2-80D3-428D-BA49-E961B37D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57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75E804-211F-449B-A1A5-7D00736E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241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Images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0768A-DC35-43C0-886F-BF161D70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0F68DC-CF74-4163-9BBC-8FEDDA0F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~$0.01 low / $0.04 medium / $0.17 high per square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E9F65A-4C6C-461A-895D-AE27A556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0B6D2-2678-42D0-93CE-6F425333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можно включать, если image count capped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6A3A80-437E-40DA-9CC3-5BC08CB1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AAB447-820A-421B-8EC3-8A1C9893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096B53-6B5B-4A71-ACFB-59FE126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1957EB-C13C-4043-9879-7D35FABF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84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Google Veo 2 / Vertex 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5776C0-2DE1-4A6A-A5B1-D0C4808E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3744DF-E6FE-4A5C-9714-0568E292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~$0.50 per generated second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2B5137-1352-4869-9A37-C9599660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9D9590-92A1-4931-BE73-82C5202E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$4.00; нельзя делать free daily content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8D73F6-0C3C-4B7B-A14F-7E2CA72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CD4CF5-E60C-4431-B233-21137B7D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DD1B2D-2775-4281-95B2-7C808AE7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CEF9D3-E4CA-4297-84C0-C0A77D76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17F884-F389-4DC6-ADD6-00E4512E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AD84BA-C60E-4555-B416-9EA9361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 per 5 sec API example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C585E7-AAFC-4612-AA99-A33F057C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4A8A7E-9DEF-44C0-9552-1C319270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$0.40; подходит для тестов, но нужен retry budget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6DF032-A550-4E9A-A048-35FADB0A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4C24A5-E1F9-4C58-B666-9167143D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AECCA5-DD4D-4520-8472-B04E8091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6017BB-D6F1-40D3-8ED9-5213466C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671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Wan 2.1 720p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18E48E-FA62-43EE-A379-4EF49BF7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90B586-9ED5-4F99-B7BC-DD81EAE1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$0.24 per output second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3739D9-6B23-4503-BCB6-C47D6264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7BB7DF-FF03-4231-A817-23610843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67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$1.92; лучше как paid token /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5CEDBE-704C-413C-8810-31CBC6BF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C9D1B5-0EBA-42EE-9CC8-9E75D1EB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A36B8F-7145-476B-BB1A-7C3FA25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148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8A6F9C-5813-4D81-A48B-A152C5FF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815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API Avatar IV/V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B0692D-0750-4707-B7D4-01F4E802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7B7404-7C81-466A-B9E1-EE33E3C0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$0.05/sec photo avatar; $0.0667/sec digital twin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EE214C-717A-4026-A34B-7DC4650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69E4B5-641B-4B7E-849D-C3AD5D52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81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sec ~= $1.50-$2.00; не default daily loop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99E6A9-AD66-49A0-ADB3-A03B8CB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C9942E-EF9B-4B2E-8ACC-7123FF29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API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9A574E-0DA6-43E3-B3C0-62D8361A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292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684378-E006-463E-A35E-68CFBB83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D-ID Build plan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2202A0-FB68-41FB-BB10-F72ADC1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CADBDC-92A0-406B-A2D5-E10DAC33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$14.4/mo annual plan; up to 16 offline video min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7143DB-BC3F-422E-B4DA-F4943CE2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E5973C-8879-45DD-8641-57BAFE36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95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~$0.90/min plan math, но limits/watermark/credits важны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1D4F792-FAB2-4392-AA82-15632BB8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цены — public API/pricing-page signals на июнь 2026; exact billing нужно перепроверить перед закупкой.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8C6F327-6A9E-4D07-923F-680CDC15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Источники: OpenAI, Google Vertex AI, Runway, Replicate, HeyGen, D-ID, Luma public pricing pages.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979B2D-6702-4768-9463-0AE57D1F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42785208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ED3465-8241-4236-9B39-5E4DFC68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5D1F6-E102-4563-933F-B7D3185E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74D6C-43ED-49F9-A0D8-E113C27E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483B4-6D0B-42F7-BB9B-C2214E43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B82AA-494B-4090-A38E-71473A83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пользователя /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514D8-5DFE-4832-87A4-31EC2897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9A6E1-48AD-4AD2-8218-CECD1304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9EF9A-BBA5-4203-97D1-9FF73971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B94AF-EB2C-4ADA-9ECD-0B6869D6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9D6E8-554E-4659-8437-4FDA2F29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Тип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2F162-F3B0-4966-AB82-EAC8021D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668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813E9-9374-4C61-9D15-9E47CD2E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335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Usage assumption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35733-5FEC-47B8-B7D4-6B630DFB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668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C8D09-D5ED-4DAE-AEFC-5E4BF040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335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 AI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CF4F3-BB6A-4A46-A1C3-E880A9BC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DB22C-19BC-4BF5-8799-4A63F8B5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335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Бизнес-смысл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01BD4-9A73-47CF-8B12-3F16C57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E598F7-567C-479F-81B4-7C6C6E1F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active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6C911-2EDA-45A3-AAE0-4B089E21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21555-6455-4A50-B725-2F24B2D9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859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text loops + 1 medium image + no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DF916-C009-4154-A507-7F882544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043F6-6BA5-45CF-9E94-4FF42EBD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$0.10-$0.20 / MAU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86E96-E7B6-44DF-B0D1-657C139E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690E6-8A81-467E-BF8C-3F3EF19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безопасно, если onboarding capped и нет free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38022-8693-43D5-BECF-D6B0BBAA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7E525-7F14-455D-BF01-977F01FC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Engaged free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C956E-2521-4F51-A628-3E254E37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899968-6D60-403F-A1F6-701D9663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384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 text loops + 2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EB37B-BDE7-48FE-8EFA-87CA9A5D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BDE41B-0A4E-410B-A99C-E1C77A90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$0.25-$0.45 / MAU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DC37CA-89F3-488B-8F54-E920384D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84738-7A22-493E-96EA-0616D089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допустимо только если видны retention и conversion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2D5DC-93D0-4C02-89A6-F4A46691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8ED052-66AF-415D-AC96-79B5C6A7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с Runway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67718A-709B-4FB9-AA51-90942A4F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A2FB66-4B44-4429-AD50-9DDE702B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cards + 30 images + 4 weekly 8s videos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532EB9-92DC-43EB-8C03-CD741E1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4EAAE8-F700-4CCC-BFCC-449704A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908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 / payer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6ACDD7-1E6D-4F02-8EA4-0114BA5C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2590DD-2FB7-4D95-82AF-04A21308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 может держать margin при capped retries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55F624-58AD-4148-B9F3-3F5BBF7D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4EDB5D-FE87-47AF-8D0C-E79EC171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с Veo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74A540-7081-4CAA-A1D6-D204FFA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E19BF6-84B6-4350-9CF2-6FBE1EFE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 four weekly 8s Veo clips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BDE6E1-0FCB-4248-84B5-66E56B8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187A43-372C-4251-A766-5170AD19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33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+$16.00 before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8E872E-AC42-43FB-B152-74DB85B9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D81145-D672-4A61-98E2-E07007F6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слишком дорого для базовой подписки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8B2066-63A8-4902-9069-4A1C7B28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395277-5EB4-4D44-8FAD-9A3E53CC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avatar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1E3892-6C1C-47E3-9877-2DA3EA2E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958B2F-7062-4CB9-9978-E2D64A1F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talking-avatar moment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B4AD86-6974-40D9-9FD5-2802B746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8802CC-ACE3-4D6D-ACCF-F68841AB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957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$1.50-$2.00 per 30 sec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4D6B09-B2CB-41EE-91FC-1873209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B5E61B-1FE7-4DFD-8EC8-5C0B07E6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957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отдельным pack или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EFD104-ABAB-4C85-873A-7BC99FA1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3E3475-49E4-44B6-825E-03CAADC9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High-quality video token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E243B0-F95F-40A3-9E75-1BE3E193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815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1172B6-D122-44A8-959E-195B00DD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/ Veo / premium 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9DEF55-D054-4CB2-8492-FBDF4629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815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008FEB-436B-4E3E-B671-D3344AF1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482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$1.92-$4.00 per 8 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4530DD-6C28-4135-9605-9DA83D7B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15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8DCA59-4CE8-4D40-B83E-A9807EF2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482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token by model quality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217182-3C50-408C-80AD-EE7ABED9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CF3528-BA07-4FFE-B463-6A3FE6FD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0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= LLM tokens + images + video seconds × provider price + storage + support + failed-generation buffer.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212A0A-0452-41E3-905C-6FAC7026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product может быть дешевым. Weekly video жизнеспособно только как capped paid subscription benefit или token.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CC23D8-BE98-4477-9DFF-AF62F584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76972244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AB4CA8-5F71-4397-9D75-EDF4537F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A0861-5612-4FEE-873C-3E16CED5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1CD2E-D762-481E-A5F5-2A0EA6AA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9E796-B93B-482A-B265-B5CA36BF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92264-2743-441E-8A05-B5BE8BA7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Stress-test стоимости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9F787-7B97-43E0-B769-1C5817BB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B4536-0268-44ED-BBEE-953FFC4C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7E734-E74C-4A3E-A404-3C842130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B15DE-8734-4CFF-B7E3-80F3AA52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C26B8-5FD3-4E41-9C53-4F462EF7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3CD1E-21F9-45EC-BBA0-3A36219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B043F-C3F9-4BE4-9F5A-21D99177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8614E-53F6-4AF7-87CC-2FFCE16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47C0C-3239-4BCF-978E-8582C35E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1,000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C9FF4-EA76-4372-A62F-06A4B2B6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67236-EDDF-4E45-948B-72E924EA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10,000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A9000-ACA1-4AC1-AF8A-5E60390E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42366-42DB-485D-9AA4-F09C1795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A169D-612F-4364-81F7-BD7FE42E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33A36-D085-4146-9317-72E3CE3C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Runway clips / payer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372CB-4C8F-4D38-9189-7F7A4F99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5B39C-789D-40C4-B6D3-B4486D6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240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7F2FE-918D-4CA4-8F7D-872A5B4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9518D-D640-4150-BE5C-99A0ACA2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35615-4408-469A-9A70-82001FC0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6D4D4-CEF2-4972-B7A9-D4937E65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292D1-5627-42B2-8DDF-BADF4924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C3982-84AF-41F3-B182-464F4479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240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жизнеспособно внутри $12.99-$14.99, если paid cohort реальный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2476C-91A4-47C3-89AB-FD3AE913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2F5B9-6617-47BE-AE7A-F1C7FAC6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Veo clips / payer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B3688-2340-4782-9270-5E9DDC3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035B2-5A3E-4224-A42C-0DAB5BB8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6E1AD1-A70E-479D-BD53-7BB7B70C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683FF2-0235-45FB-9A68-2F197B71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B896E2-2556-4B0D-9311-06AE0BB9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4082DA-9C10-47CC-934C-FC54A499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765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$160,000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EE7F33-E249-41EC-8247-33285E2A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3F89FE-EC35-4987-85D4-32A3CF3D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жизнеспособно как base subscription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A64F59-A15D-4D6D-8792-6F76ED95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2B5B19-2F06-4C13-AD7A-84BE03EA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Runway trial clip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7E3AB1-8A5F-4B03-8523-B0C44A69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623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95C650-B66B-4670-A298-E34C82A4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289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8BF558-5356-4075-ADEA-E5D13398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0A1D28-885E-4260-B23A-419CDD07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$400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116FBE-3A05-40B0-A67E-E452B139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5C2303-453C-45ED-A7F5-52708D74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$4,000 COGS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E7E5AD-14EF-474C-9681-A7DD9D6B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A6115D-FDE4-4151-A285-26107D13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резко поднимает paid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B8200A-ACE0-4C11-96EE-70592459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2D4B9B-64E6-45F1-BCFB-4A1CC79A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premium Replicate/Wan clip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2FA2C8-A55B-4573-BF73-46D9EF0B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75929C-67C8-4D19-BC14-E8047AE3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814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$192 COGS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842C72-9030-4A9E-8062-1914A4B8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85BF49-A8E2-4B03-8463-A42DE813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$1,920 COGS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12EB2D-5A17-41E1-A008-CE3800C9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C15A22-FF86-433B-95CF-F62680DB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$19,200 COGS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A3C690-BB0C-458C-8697-77C143BB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99B098-969B-4A91-BEB1-D3735674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 $4.99-$9.99 token или bundle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43D0A4-FC0B-4E72-94E9-150A070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7C6EFD-D31F-4FDF-BE1E-4B767989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paid 30s HeyGen avatar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5BC560-73AE-4FAF-A0B5-06BE0945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67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AE055F-8C82-4174-A47F-217251F2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338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$150-$200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7E6B58-FC7E-4B56-B1C4-3E7764A7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B7F1E5-A32D-4AEB-ACFD-79CEB60D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$1,500-$2,000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4332BA-A6C3-4C46-90C4-9FD4819C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310173-778C-4F59-B5D6-10E8241B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$15,000-$20,000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169461-3E95-49D3-A750-72C8D5D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422820-CC21-4093-8B6D-FB1A8815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для premium forecast / assistant moment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6EF12C-9570-4C44-910D-97C6E68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3BE5C4-C27E-42E3-80F3-57558B5E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Life Canvas images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79ADE59-45A4-49EF-B3FB-916CD848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9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40D376-6D51-48E9-9BC4-D4AC3B71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863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$60-$120 COGS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3FFB32-18D6-4167-ACD6-680041F7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F186E19-7639-4000-8F3C-E0E3E453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$600-$1,200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780C2A-150A-40CB-9CDA-DAE4C561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640B731-C0EF-46B0-AA37-C194112A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863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$6,000-$12,000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FA9BBA0-BCD0-4A57-BBB2-97FF2DC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943BA9F-A07B-4578-BF23-DB41673A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только для paid users, capped retries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E419C04-957C-446E-86D1-9CCD7DB0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Решение: Runway может быть weekly subscription video; Veo/avatars остаются premium или later.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3E5DBC-F8B8-47EE-815A-6B5F48DC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2135919374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FE032-FEE3-4274-8493-95F469EC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D6F30-4A55-4A20-8E32-7CE5C73C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D82AB-DAE6-4CD2-908A-2B4FDDFD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0F1B3-EA38-4A02-B612-C422F90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DA5DD-DC62-4201-97A1-AF67FFB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Базовая финансовая модель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1A1A4-5075-418C-BDAB-54CD3D74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A761E-9F0B-4CFE-A40D-2AA316A6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17ADE-AA8C-497C-9759-67BBCF6A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469F7-D004-4FCF-B6CB-E7BC45AF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395C6-C293-40BE-89EC-0B6C1A1C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A45A8-B0D5-4CE7-855F-00EF13E2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0233E-702B-470E-8EF6-A4FFE2B8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AB692-BBC8-4E66-96DB-0AA6F3D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CDB6A-32C6-4A55-A88F-CEA589DD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95968-4DD7-49EE-96C3-825447DB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7123E-9F01-4828-821F-4AB48818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2BBB7-F92B-45B8-A58B-B2B94211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65F8F-F8C8-42CF-809A-574F058E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7C1D4-308A-4520-9648-99072CD4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FFC25-EB09-4222-A447-C8F9ABEA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D70A8-63D1-4D25-A20D-9750A672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F68B6-8498-4E19-9A77-F9F10E8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CC09C-B599-44D5-9CF1-3C7E19B4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0DD1D-B109-4C8B-B3AA-41EDD1A3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8BFF5-D956-469F-BA5E-53094253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5F50C-B0C2-4705-818A-AB341A9E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ED47C-A7B9-43F6-9981-F63A4325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0BFD2-5953-46AD-91AC-002B6E61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B235E-9EA4-4C95-BB43-632E3827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8B8AD-6BD5-41C9-9998-FF14DEA6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4BAE2D-BB31-4AB1-B533-16CF9B9D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134154-7B64-4D87-BB98-BBF69FAC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7E7602-EBAB-4CA0-8062-3E0F4F29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1B67ED-3E71-431F-AB53-7A7E9D04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Gross subscription @ $12.99 blended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EB0079-449F-42B5-8DF7-DAF998D1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D79AB7-5B5C-4399-9F0E-6AF27E50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A5B58E-A7F1-4CBE-B3A8-C51FE8D9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165A29-7A54-404E-8E52-5B93040F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$19.5K/мес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7AA46C-6E47-4DD0-803B-3E9E7FD6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DD7CA8-7AFF-4C89-B682-BFA4C1CA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$87.7K/мес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FA1C69-F3E1-47E5-9C18-EB80CB7D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167A5D-7CE3-4C8A-994D-D334E43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 после 15% fee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4843AC-2849-4513-ADED-9AC3A012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8EB358-8D7D-466E-B8B1-59BEC589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$1.7K/мес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BE0D8A-E363-49F2-A20B-6FA9EB5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849F0F-0D9B-4174-AFDB-2577DC89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$16.6K/мес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757CD7-5987-407E-8811-3C5C58EE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71FA9E-85BF-49C1-BA79-7227EC62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$74.5K/мес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1CD4AF-5E35-4DC0-8795-1CE2B75A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660C79-843B-4F70-95E6-B368BC57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D5CE77-9B36-4784-B29C-92BEA0A9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824AE9-37A0-411C-BB1B-C35C5EB5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$0.4K-$0.6K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846FAF-1D60-4E40-8668-37800786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542C07-F428-4C62-82B8-8C249AE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$3.6K-$6.1K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2B762C-CCF4-4DDD-81E9-132E5EA5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F81780-472C-47C9-93EB-27DB67AB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$16.2K-$27.3K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5DC3AB-FFB9-4E3A-9A56-B3B99829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6EDB2E-F85D-4ED7-B0DD-58A8C881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77DFA3-1502-46E2-AF32-1268ED5F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6304BC-D38F-4D44-9CAB-0C180864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тонко, пока не доказана retention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23A650-BB77-46EC-8651-EDE9CDB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08390A-0363-487E-B3B4-6C4C974D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при capped free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B1AA28-83DF-465C-BB21-A85D6B11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1C4CC0-2E38-4593-A441-248E23D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сильно, если annual + token upsell работают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76A204-037D-485E-8E89-2B627CB3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model считает blended price $12.99. $14.99 — верхний тест для полного Visual Plus с 4 видео/мес.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F47594-6DBC-484B-B3C3-D855538A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52E06A-FC11-4FDC-A4F7-40793738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29771370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09FC39-86A5-42AC-B482-3FE96285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F169D-A98E-4452-928D-17D3B4BD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DE396-D2A1-4B66-BFCD-44F83C64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1EA2D-96E9-4887-A449-DCA64C0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D16CB-7EF0-4AD5-B7F0-41F4A282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Операционная экономика при росте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15F3E-4158-4957-91ED-0D85570C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23DE2-B0D4-4C2F-84B6-4F95F9FC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A0B5B-068E-4228-84FC-BE4A35D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30A58-F688-40EE-B1C2-F37EC4BE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45359-8C32-4721-8D3F-5D4D6E47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F1103-5805-4198-9288-9C28DD0E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B0694-459B-4F1D-BEE7-DE4DAC4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78108-6C98-43D6-AD1D-7DE2A3E9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2C241-FC24-4713-84DC-DC6A4C5C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09270-D6F7-4AA8-B4F5-9406E17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EC4A8-6A3D-4816-A053-C021711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8F9F2-DB9B-48D9-9435-B18B6DCB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A33EF-96CF-4F68-B55A-273B59CC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Платная конверсия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0277E-37F1-4B5E-A000-4D09F5BE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BF698-96E7-4A38-9BBA-5DDD0FB8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DA488-EE77-47B1-A72A-958FBEFA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A58F8-37A2-40E2-8450-840F275D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D7953-D0E9-4FBC-909D-FCCD1C12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4AE2D-2DAB-49C5-80C6-C8A73C58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7963A-D14D-4B2E-ABF2-C16709F9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2EA4B-82CE-4496-B04F-76FC544C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пользователей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15CD45-011F-4908-98E9-0306FB56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BF239B-A349-48A5-9737-C47132C2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375A7C-9D1E-4A6D-B472-A8A04760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70822-06C8-46B0-B045-9047A70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7C793E-6956-41E4-9B93-115F01E2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43B21C-77F1-45D0-BC19-0D7572C0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CC4E55-586D-4A97-9D36-AADFA1BD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C9269E-F045-47D0-8E5C-77F41E25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после комиссии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389117-2791-4376-BFBE-606FDF81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BCF1D7-BC97-44D8-88B1-6FBBA183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~$220/мес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4A298-DF58-4422-B985-AE3DC764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3FE2EC-9BDA-4C3A-BF0A-F7133C09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~$3.3k/мес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AFDB1E-1869-4573-A5C4-150908DB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FEA062-D13E-4E80-8FA1-79C45770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~$19.3k/мес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ED69BD-6855-4CA9-B5F8-8FE87FA6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0D253E-83D9-4104-8112-FE6B3A07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C71250-E4EA-4980-A766-E80C3A50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DC1652-CC01-4273-92ED-9324423F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$50-$80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94E992-CA30-4FCA-831B-3479370E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EA5F8B-1ACA-45D2-A3CA-6417EC7C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$0.7k-$1.2k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C5C152-B460-4BCC-BDC1-A2E7F2F8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55DB65-3D3E-46D3-BB80-227D2528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$4.2k-$7.1k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913811-9DC4-4030-B128-F5B8B30D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3B28D0-0BB0-4A75-8279-1AC66B0A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free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CD9BCC-A42E-4F92-BB02-0CC7D31A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6E65F5-35FC-41E8-8711-07348923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4EB92F-F715-46A2-BC9D-47F025DD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D9E0BB-A57D-40B1-817C-6A409044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$1k-$3k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2B39AA-3B7A-488D-8CEB-24DD351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D6673F-6B73-4AD9-B7DF-E00EBA2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$5k-$15k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A10CD9-F706-469A-AA42-3B511B1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08FAD7-E154-4873-9983-F8CB6C49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Инфраструктура / support / tools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E4B021-7540-42AB-8386-350F521D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16F054C-8BF1-43E1-B6A3-0F1F4024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0EF66A-3001-4F4B-AC74-08B45BC6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8EEFDE-E687-468C-A982-020CC818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$500-$1.5k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159015-489F-4521-B11B-1AB71B5B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91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0E49CE-C7C3-4A36-AE54-142AE5FE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$2k-$6k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00CC94-9648-466A-82F2-3EBBA62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54F88F-59E3-45CD-8CE1-EB814B73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DA57813-2220-4262-99C8-174A982E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5E80B4-B142-4931-B86E-493092A3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обучение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F16715-A270-4143-9D3F-3111E008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77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9949D7-FA35-41C2-B1F3-AEE84B57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543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revenue-сигналы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ABF1DC-AB2A-4BCA-A5E6-3575023F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77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09B285-9820-43DF-B16F-D10451EC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43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может стать small business, если CAC низкий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BA5382-A4A6-4C87-9B88-26EE5B0A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37273858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65DE50-83DA-43E3-82F4-1E00C8BB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D6E14-E1AB-4836-AD25-4882DDAF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0E621-3C50-41B7-BF3C-6AA99467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452D0-3CA1-4569-A933-8933F109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9A085-5A00-48C3-B401-957F9244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M1-M6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C0B54-7AB0-4162-A06F-86D02C69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A12D0-37EA-4A82-B0E2-9F83947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1028A-51B7-4058-AF45-36A4594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71E8D-68C4-45E4-930A-95F3CBE2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623B3-C3A8-4278-9ADD-142452D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82442-21AE-40D1-94EE-B53377B4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2B909-5443-4177-977C-6C038B6A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2FC36-22AC-4FDE-97CD-A234A0BE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24401-FC24-4029-8A9F-1D85736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FCEC7-D473-4B54-BB72-7D60A648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4D23C-8C3E-4697-950F-2220A14D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31938-D8EA-4D31-B870-B65D1B0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3278A-0723-4E26-885A-3B8B1F57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FD0BA-C96D-47C0-9C86-A300EFB7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DA458-6042-4DE6-B005-D264474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E4338-0DE2-4234-BC61-4810D39F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611FC-8B3F-4EB3-AAFD-D35E2A22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3BE0C-9FFF-4CC2-946D-B6DDCAE6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C314C-ADFC-4704-ADFE-4A77A5A5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 sprint: визуалы, лендинг, интервью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068A79-F086-4B88-BA8F-A35BD93B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699134-A9F1-4497-9827-159D71BD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0.1k /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748BCF-4F7E-4A8B-9259-3519FA08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13B22-690D-46F3-9573-3CE6D0E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14C52B-D6D3-4A31-B61A-A43645BD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84170-70C2-4671-B5D4-CEDABA2E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0CF40-386A-425E-A994-45FEF36E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D21E6-C6BD-4B15-94E0-59CB24F9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663A08-493B-420C-8ADE-1F5EDB67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E3B00D-DB0E-4C08-8C91-79840D83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34F022-8C04-4A37-B1CB-BC4E7636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D7B2BA-75EB-421C-B4E9-7D6B1C91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+ first cohort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AC28DE-6BA9-4E59-8474-8499163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50C855-8978-4D5C-B314-4DFE01A3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 / 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AE3F70-9482-4EB7-8A07-78DC3D69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21738A-C42C-4C5E-8914-7290A8D9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$0-$0.1k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B4451E-9461-42A2-8416-C4EB9C1B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C9458B-AE38-40DA-8C94-20E8D643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8504AA-0EA8-4279-8DF3-A35E2DEB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97AA1C-72E1-44F2-9520-6AD7697A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5670E3-282C-4D48-A549-13B7D944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9A9D8D-2140-4A4C-8866-37173ADD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4177D7-B999-4C5C-B97B-37E7C191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3D0BD2-2827-4665-8F22-8F7DE3F1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build: weekly loop + paywall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06B9B6-D7F8-40EC-9C92-DC58CE12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78CEE4-DDEE-4D15-A1E9-07198525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 / 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A50488-C884-4BFA-A84A-9B0CA8A2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427566-22C1-4C35-9277-35B14D6B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$0.3k-$0.5k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8A6A20-93D0-4891-9B01-7971A2C9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6C33A4-0B10-4AE4-880A-6BD2E373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C515A2-77EC-449C-B76D-613A7D03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5177F0-F12C-4AFB-81F7-3812436B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€20k-€31k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E8C0AD-D2CF-4AFC-B23C-94F1E45C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494527-1B43-4E06-A283-BEA751FD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0570CC-8ECF-4445-9738-857FB62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B4FB37-853F-446F-94DA-44F5978D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private beta + manual generation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76611C-5270-4BCD-83ED-ADA2C21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06BD9F-88D8-4476-99C8-9B57555E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3k / 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DE9A5C-1F3F-49F9-9B20-575E483F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AEFEE4F-7199-4A63-ABEE-AE1A23E7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$0.8k-$1.5k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CAB127-FB05-4522-98CB-8ED0699F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2FE6D0-87DC-4B8B-8DB3-90C84D9B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A7DEE3-FD81-4D7B-90CB-4450BABB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E978FF-5CC7-4652-811B-A5C7716B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€31k-€50k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0586AA2-FD1D-4CF5-B7CE-9BA40736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F89C10-620A-4C26-B9BE-8D84A2BA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9BF1583-C584-4CF4-9007-C998B643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EC0ED60-B4C9-45F9-92CF-2B5E1348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tests + COGS tracking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A5D0E5B-3DC3-4060-9561-0AFEAEB0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FD6274-3347-4C1D-A263-22A70D0A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6k / 150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EC69C0-6753-44F7-908C-0A295CA5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ED1363D-5A8B-41AA-9532-5F94ED2C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$1.5k-$3k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373A3E7-4079-406E-8BE3-A9F1C2E9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7A3C74-AB9B-407C-BC45-C9AD180C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€15k-€25k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7DD9CB9-2D4C-41E8-AD52-0F5B7AE2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C867E7-909F-4983-806B-66DF13F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€44k-€73k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565E24-F13C-4BDA-8261-E9A216D4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ACDCEC-9154-4029-81CD-904BCB7B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215A4E8-019C-4FE3-B013-E20D2261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3480FC-120C-4E19-AF3D-FE17C89B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paywall iteration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80990F-54C9-47DD-980A-6B3595FD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29D3EBD-C8C8-426A-AF1C-989DBE6A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/ 300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F2DDEF3-AA9A-48F4-81B5-E05EADF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D824F5-C775-4E40-808C-46BAF5C8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$3k-$6k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396D6DC-C9D4-4C5E-A6D7-3D37683E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7ACC52-4B1C-4557-A1B8-EAF9F48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€18k-€30k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842C7B4-0D53-48BB-A70A-3567588B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412D092-A6E9-46AC-B220-8DDF58A1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€59k-€97k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7396073-5136-4CDC-80BB-86503D22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6 месяцев — это не cash-out, а поиск петли: paid intent, retention, COGS и понятность Life Canvas.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4253587-9013-4436-8026-2BC77ADB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725813940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8636E-69EB-4367-A98A-AD14512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18728-0336-43F0-A653-A0CE5C12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59CA8-37A3-44A6-87FB-F81E90E7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17F3C-BF2C-4D38-BDF8-B62DBB15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D5060-1419-40A6-A285-E2D4F48F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M7-M12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425C5-BD15-48EB-98D9-1843988C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82FAE-8B3F-4867-955E-D04EDE3B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A7E95-0D18-4800-9F5D-4AEBAA18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E4AF2-F447-4868-A441-754D0649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7AF3B-7032-4D3F-B368-9C6545C4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F3942-8EE9-485A-9301-6677FB91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248CA-3D49-4637-981C-230850E9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F7E27-3832-4D6E-BEE0-57F604B8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34573-C59A-4C52-B1D0-C5F40AA6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88A23-68FC-41AC-B900-2560EC8A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87774-A58E-4B78-B4A7-2BD8315E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261B3-F88F-4CDD-8ECF-0471CC4D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2790D-CD1D-4690-ABB5-6409785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56921-0C95-4697-AB9D-DA16B16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50282-165C-4E79-8A8F-9E6FA6AE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C8B0B-1856-45D7-8809-ACD6001B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5A1D2-D31A-4F51-9581-C76D9AE9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705B8-9C1F-44A3-92D0-9EDE6B6D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62B2E-4854-423F-AAA1-8BB6A837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beta + paid creative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0B676-969E-46BF-BB94-5809FB2F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EB9A5-904C-43D6-97C1-BE044B58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15k / 450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26BB8-37B6-493B-BFEF-9B134BAD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52F7A4-B752-4EFC-B96C-F85968C6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$5k-$9k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1316F3-9C79-42A7-A352-C722B083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C3DF1-5399-4415-92B8-3744BC64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€20k-€35k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5EB74-6A17-472C-BA48-EBC67446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1BADF6-DF40-4EAB-804F-620BA51A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€74k-€123k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0BCB4C-55B2-45A3-B21E-BE9B9E78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2B871-2E21-41D5-A78F-53A49A85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760C7C-67A7-419F-8B91-513E9375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6FA70-EEB5-4440-81E2-FE92094D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annual/token 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3BC3EF-DF01-4E62-BAD9-1695D52B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CDA426-4B73-4399-A644-C054E231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 / 750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262E28-2A5D-45E0-BE66-34BC7FC6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417E1B-EF13-490C-90D3-4C60F429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$8k-$15k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83468D-05DD-4BB5-B908-66A39F3B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C5DE11-0290-4DF3-B328-65E19603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€22k-€40k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4FFDE3-0B16-4A0A-AB84-D557B50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7934D1-3367-4479-AB5A-4429CA38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€88k-€148k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892481-BB6E-49B3-B22B-D7E35BD8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457244-B5A5-4543-9249-A9107F6E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62E38F-74E4-4E22-81FD-C1DE7AAE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A2987D-8E41-4C4F-B95D-418167A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cohorts + creator pack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06EC64-55BD-4866-8364-BCF82627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FBEC7F-B8EE-48E5-8BD1-531412D6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40k / 1,200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304564-00E0-4103-954B-954F5C37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FCD8FE-DFD7-42D1-A22F-1F517BA6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$12k-$25k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C8778C-7BBA-4B53-816E-3E972655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BC7377-1445-4E98-872B-5C48BC64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€25k-€45k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F65552-0A79-4D25-B19A-915E80F9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F641F4-78FD-4CBD-AE30-BCEDAD4E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€101k-€168k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E2B299-C4E7-465A-B73E-FABB2E55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9C5E61-F9CA-45CA-A1C3-E5A70B10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9C23C8-D4CC-4D4F-B54D-5724661C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500D9E-D8BA-4024-86D5-5A0430BF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system + careful CAC tests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36EAEA-A38C-4BFD-B010-934CB2A9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B6DA1E-D18F-474D-A83E-E5395B44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60k / 1,800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F843A4-DBF2-468B-AE76-6942B8F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0A810E-7295-4BF8-BB25-8C274141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484BDA-992F-4EE8-A8C5-444D312C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5B013E-71A5-42F3-8883-286003EC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75562D-F9DC-4BF1-803D-D06B2DAF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3768BC9-3D8F-4CD1-9339-2E334141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€113k-€183k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DF912B-8B24-47E7-AAF7-30E04379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0419D9E-6514-4EF6-972D-8BB95272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E5D2216-3272-49E5-AEE6-686EC742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FF14CD9-BFB9-4072-A75D-B24E5684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only if CAC/COGS сходятся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038EB1-0394-475C-84C8-9B38E6B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F7FF8F-737C-49E4-A1C3-4EDC4C12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90k / 3,000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E6C3902-53DB-4FC2-911A-A9DD0A05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A77C3D-6957-4043-9E18-DEDA5DA5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$30k-$65k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D1EC836-EB6A-4C06-A209-26F27BAD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85B61AD-FA06-4FD2-AAFD-E91AC7BC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€35k-€65k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14C8CDE-99BE-4ABD-8E43-3EFDCBE4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844B84-6952-4A3A-8009-DF91F0C0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€118k-€183k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1903FF-23F7-487A-A4F4-59604088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82AA08-8449-46DA-B7A0-0A3CD7D5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750C48-AD63-41A2-AD78-A6894A88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C40B711-614B-4B5F-B184-9FFE9DFD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 / seed story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B094623-47AB-4D5F-8605-F9DEF39C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A7531AA-D3C6-4EFA-AD9C-3C04A726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/ 6,750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1464506-760C-4DC6-AC7D-E5DE6870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FC3457B-D879-43BB-9EA2-9F0E180A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$60k-$100k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D0C2478-C538-48AB-A7BE-ECDA48D9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F03DA2-25B9-44C3-99A6-6F0F8D5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44FBADD-D90E-4C90-9E0A-0F675D3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C512836-9CDB-4560-8838-EF5CEDD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peak €500k+ при полном scale-пути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DE3CCB1-FB04-4266-A15E-4DEC318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€6k-€15k — первая проверка; €80k-€150k — pre-scale runway; путь к 150k MAU требует отдельного scale-бюджета.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563E4CC-6F52-4897-BCB2-514BBB7D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23546740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9C0BF-39A1-4BDE-A620-9D5A9459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6DBA9-1CC8-4D99-8472-8CF60AFD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1493B-45EF-4635-81E6-1E9B464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07CB5-D734-4136-BF93-F8DAA7D8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E5AF2-1529-4CD0-85B2-5A29842D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Квартальная модель: выручка, расходы, runway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E5010-B27C-47AC-B7E6-21B79CA5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52914-9F48-40F3-B2ED-7A395CC2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398A3-8D00-4B2C-9467-DCEA6D89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6D211-07B8-4441-A4C6-CBE5A9D1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F9245-5EEC-4086-BE63-192FBC0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14C2D-028F-4FBB-875E-7B610B25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C1043-3846-419C-9979-FE5AC8A0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B32DA-E3EC-4CAD-90D0-C53DDC42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B5FE5-8319-4329-A977-81C38DF1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21DD-06F3-426B-861E-31EE18D3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20E3C-5C52-41EC-B5C4-51587A75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A880B-9066-472A-A609-128A6FB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DDCE4-7DC9-435B-B77B-A577D66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DB892-0F22-4C43-8255-EA51BCD4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1BD69-617A-41F6-B884-4E651D15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06A67-F8C3-42EB-972B-7E6595F5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22F6C-5B3A-4461-866B-B4B815A1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на конец периода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57C88-B163-455F-85F8-40A12115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87D2A-CBAD-40A7-BF00-B823755C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0.5k-2k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5DD5B-389A-471E-A244-0782761B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B098B-7428-4688-94C6-AEDDC360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5k-15k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E5955-FB69-4C0A-B274-EBCC3354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1DB92-F23D-4BCA-BE10-84BBCDBA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20k-60k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AB1AE-D148-41BD-A908-11076C51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3DDF20-D88A-4A5F-ACA6-2CEE90BD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50k-150k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62675-471C-4843-88CC-EBE818CC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3E15DE-42CD-47BD-A0F9-123658E3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цель: доказать 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D9DEE0-A682-470B-82E0-A41B30CB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0135F9-95C4-4B84-86FA-9889469A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на конец периода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B55ED6-8CCB-4281-B5BF-2A300321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DCB31C-6C62-409D-98D3-40BFF191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CE9173-F20B-4F93-8FA0-94962151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BDCDAC-C177-40F2-A9D1-D7C21E77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150-500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01BF33-AA82-43CE-9FD3-DA88E3A8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50E74D-BCD1-4932-B403-6FFDCFBD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600-2,000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94DD10-D05B-49D3-9C30-65CF10D3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7C3324-C4F3-45A3-8BB6-FD396A51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1,500-6,750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C4EF2F-72E7-499B-B603-7A6F9C07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AB2E9A-E0A0-4292-B705-ADB39A94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2-4.5%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A882CF-7101-4C54-BBDD-E2FCB0D2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2EFACC-A498-4E58-B866-1E6612AC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Валовая выручка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829724-0D5A-47C2-85D3-B53BA779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1C56B2-994A-4845-AAC8-0A2F7C92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$0.5k-$2k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DA8972-0FA1-405B-AE94-011B979C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3A7B06-5ABE-41D0-8359-DBDF97E3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$3k-$10k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0841DF-BF97-4FB8-AA2C-6C93DA2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93A899-BE4A-4853-9013-D6F793A6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$18k-$47k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D07D42-2ACF-4CCF-A943-50E94E5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A0397E-4E96-47B4-9E18-4B65F0C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$60k-$150k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DAF3FA-FF04-4207-B643-9D75BDAB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8F96F4-933E-4632-912E-3FBBF3F8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$80k-$210k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D6D03A-F46B-4874-9D38-5CCA3D9E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DAB096-1C31-4ABB-9494-FA07E194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+ AI + infra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A2174B-8D54-430C-A339-3720A371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D3C884-B698-4054-9C2B-DB6D977B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€12k-€22k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8A5F1D-A764-4AEB-AC81-9F06BEBE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2352BB-CD6B-4EB2-8ED9-B34C2F50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DF4590-3BC1-463E-8BB2-2B8AA552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119B9AA-CE5F-4952-8302-7A7C8FED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310BFC-1688-4E8C-9725-7DBECED3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182E3D-70A3-40FB-8055-3E4285FA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€55k-€100k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9A572A-4236-4689-83FA-001D0095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221750-AD38-4E18-9050-011665E7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€140k-€257k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AFDB1C-903B-46E0-96B4-F630DDCA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B86E0C-9094-4B60-9BD1-1A554E20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Marketing / launch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D83C22-DC42-4363-94F2-D7A29E15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4F5E02-B412-420D-A9A1-84BA25CD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€3k-€8k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32705B-1CC3-46D7-BF02-431E2F56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AEE426-B3B7-40C1-9ED4-A62CF0BF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€8k-€18k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7B1196-AD7E-4D96-8093-D742F12F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E15377-D489-405B-82C5-EB5A7C85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€15k-€35k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90F6FC8-21A9-4EA7-A62E-9376F1B7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E99B501-44A2-4CD0-BD26-91B51262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1652776-CE59-471A-9CB4-92897943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2E92B33-711D-49B5-B48C-2E731ADD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€51k-€121k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88C917C-D1AB-4E9F-8B4B-213861C8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0A3DEFE-5E7C-4969-A8FC-B98254B4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Чистый cashflow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62162D-CBD5-406F-BB48-B3B69957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B767962-2ED8-474E-A1C0-FF15A675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-€15k…-€28k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434F919-28FD-4240-9350-6BB7861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7D9B147-4071-4EAE-9457-C235B906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-€35k…-€60k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00EFE23-0FF6-486E-9B32-15B31AD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711DE0A-9B6C-4A05-BD1F-1E316319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-€40k…-€120k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87DBEA-A033-4F09-81DA-52AD5771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8754E7B-FE6C-475D-B083-09B4608D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-€10k…-€350k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65AE8B5-D1BE-44D1-89F5-594229DF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6628F25-3280-4079-80B1-8D89B175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 need: €80k-€150k до scale; €500k+ при 150k MAU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3B4B88D-C15C-4BA1-83EF-36DD125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в base-case не гарантирован в первый год. При агрессивном росте к 150k MAU нужен отдельный scale-бюджет.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390B2D-FB21-4AF0-8A46-98470859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51232407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1F60C9-73F1-4EAD-9665-8F16CD54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4AC7D-0F70-4932-A7B3-0D9989BB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FE154-F642-4E0C-B8B6-64BDDD2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ACD16-28B4-4D54-B8EF-0A29C243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66BDD-28DA-4192-A2B8-CA60B50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Маркетинговые бенчмарки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86693-AEDC-41FC-B60C-69FEB9EC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91B05-C713-43CE-952B-C9DFB3DF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0D35E-6511-4AE4-B5A1-703C174E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8036F-1B23-4D9F-83CF-0BE62F94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AD726-B338-4124-9390-98AAE9B5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Конкурент / архетип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4462F-C52F-4BF1-8E54-4049DEC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E28D3-1F1B-4109-84F5-A75C4BC7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marketing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D6503-3568-4785-8806-700B6CD7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8039E-AAA9-42B7-91B3-A34DCD0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E5995-AF9F-4615-8F39-904B8E23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216C2-8C36-4D36-AEC5-3DAEBF74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использовать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3CE04-70DE-4768-8B47-1D620708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65AE9-BFC4-4DB7-849A-B49A0DD8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3E111-159B-4AA4-8EF3-9A528550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5F10C-102D-436F-8F7C-87B7850C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$6.8M/мес estimated YouTube ad spend; 620 creatives; 18.6M visits Jan 2026; 50 landing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470C2-6673-4431-87BF-4B6752A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EFCA8-4692-4991-BFB7-56B0E28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требует высокий LTV и агрессивную funnel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0FF6A-4BA3-42A7-803A-7A61E3AC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98FD8-EADD-4062-8DFE-A72D0547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как paid-test inspiration, не MVP operating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0EE52-B830-4342-AB0E-338C3FC1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37662F-1F6F-49AB-92AC-A4C48B0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prelands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4C290-E7C6-4E42-BD9D-0F8F8AD1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9A5BA2-3D91-430E-8F29-1753B370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 10% ad traffic; marriage compatibility 8.2%; aura reading 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DD1A3-5922-497A-9352-C5C733F5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CA3CC8-2385-4CD9-98F8-6FECF929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curiosity hooks могут выглядеть scammy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1E139D-039A-4020-B48F-B4470FF0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7F5AEC-6F7E-4299-A07E-B3D25639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аккуратно тестировать future-self / visual week / relationship 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90D507-3032-496C-A7BF-B486D9D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B9BE14-29CF-436B-BAD0-CA294D60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F15F06-9EC4-4530-A9B7-C17D64D9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EBF00-9AC4-440D-84B5-B1740DAA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20M+ downloads без real marketing spend; 25% young US women 18-25 downloaded historically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DCFF15-51CA-40C6-A721-36230462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0B8432-8E6C-4A6D-8623-9C52AA85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virality сложно повторить искусственно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D863B2-42D5-4666-A4CA-B335A432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F8F72F-1B28-4716-9650-DF82D3A5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строить shareable identity language и relationship/social hooks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6DD417-534C-4404-8A3D-6A087EA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3767EC-5BF9-4295-9314-1E671A9D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982A88-E9DC-45BE-A8CD-92A4B898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E9740C-F6B9-4918-8D7E-374393C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FY25 total expenses Rs 1,129 crore; marketing/tech/ops/talent growth cited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6419B4-FA9C-4AAE-ADCF-F1E2D54F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0B0CC1-5A99-4167-9296-3F21537E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marketplace growth дорогой операционно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8ACC85-13CC-4DBE-AD28-B4CEC7C0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6EE289-6C24-4C87-9EEF-31212F94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начинать с marketplace/expert model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EDD18F-1658-481C-947D-85F9CB5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98673C-48DF-44BE-B25B-9EB58F6E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CHANI / Waking Up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DC3CB9-CF7A-4AC8-8A77-E7D5424D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C386D5-301D-4E99-8BD2-4709A79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founder/teacher voice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C60250-F9C0-4471-9B3C-45B1FD39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1AA4FD-269F-4676-B55D-A0753FA7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требует настоящей authority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006DFE-E176-4D34-8F24-2BF5F1E5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F39BDD-4224-40DF-8D23-26385FD6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экспертизу Алины без guru 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462FA8-54C1-40D3-8335-8BF1B68F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Sources: Web2App World, Axios/TIME, Moneycontrol/ET-style reporting и qualitative product observations.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05569A-E8E3-4DE0-9E08-5EA94564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462154637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33683-D49B-4CB7-B5B8-AC1DEE7A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8B031-777C-4F32-A280-B3AAB99D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2DA5B-0AC3-47D4-ADD6-D55CD136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5B690-9EEB-4934-81E6-974FB8EA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58BCE-51A0-4668-857A-9937B81F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Матрица маркетинговых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8DC54-5080-4A17-AAAD-A1EB5AB9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E4158-4B55-4794-A981-F56AD4C1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87BAA-8D8F-48D7-9CB0-87873445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7ABD1-8AB7-4E56-95F6-6E1D4F6A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71150-5224-4769-B571-96311777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3CAB4-EF4A-463E-ACBC-3060B07F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7AFEA-775D-4DC9-A8E7-ACB77665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71D61-C102-4A57-972E-1F8F6A3A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D0AE9-F264-4496-8BFD-45D8F948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5E7AB-F57E-4C49-9695-64F22112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228F3-5CA3-403B-A5DF-90F1A9E2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4BAA5-6B5F-463E-81F2-A03FADBA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05B07-BBCE-4C36-AF49-8C681670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“Твоя неделя как трейлер”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A9D61-4CDD-4943-A79C-D6BA9A07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88385-14B4-468B-9A4A-AA78BD54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self-growth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4270E-722E-4751-8FAB-608FEBB9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44B2E-A668-4BD0-887A-D274D830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short video before/after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25925-8A95-4AB6-8991-4FCE2E50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3806D-E190-4DA6-B839-7C21C2D5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свой week trailer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0D5BD-DFE9-4D92-BE67-AB743956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772F0-4321-4CB1-B796-50D7D710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“Не гороскоп, а план недели”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9D086B-6A3C-4BC1-B631-CBFD099B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A70644-20B9-4B78-B562-0B83A1FA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астро-аудитория с усталостью от generic прогнозов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85BAF2-84B1-4824-8106-076E887A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7981C-231E-44B8-B57B-A03426DB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explanation + example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76B520-8D4E-42D1-9EB8-8DE80590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0AC33C-282A-4EB2-81BF-4BC1D82C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пройти 7-day season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0E1C7-491A-4D54-BD68-589BD9A8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A955DB-8D52-4994-9147-D84B59EB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“Future self изменился”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CC89BB-C4F3-433A-BE81-D11044A4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B552DE-8548-4C46-AD95-A5072AD9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women 20-35, self-improvement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7E5D8E-6ADF-49A3-A815-B2B2B995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FDA9B5-9693-41A4-B149-4EEDF43C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до/после Life Canvas + действие дня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45A75A-4096-4FEF-BF05-8908203C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E8C111-1FE2-4DBC-97FD-34E8B6D8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увидеть future-self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172C76-4C06-484F-92A5-BC3224A3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1F9B9D-3273-4B63-AFD8-633749A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“Карманный прогнозист”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B43EF3-958A-4398-9967-6D3E9ACF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186E73-C2F0-4C79-9091-307E1C3B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люди, которым нужен личный ориентир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C55E9B-AEBE-4A99-966F-4BC620B6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EF4F84-AE66-4624-8225-AC2F86C2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screen walkthrough assistant memory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809B55-6EDF-40E5-9C44-56A996B9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9B9010-8EE9-4439-8F58-5D0CA741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прогноз недели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EB5DDF-13C3-4A97-8DC3-5DAD075A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48BEDE-445A-48C6-9A9D-1EC5E29B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“Relationship / decision week”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A59C8B-4488-4803-8408-4C5C1003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FB029D-3A6E-409D-B76D-DB6A7A60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high-intent emotional moments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0DA678-D763-4739-84FF-BEE7D352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AEA9AB-5C84-4090-8D9E-C7984AD7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недели + персональный вопрос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A1446A-3954-4A0E-A4F1-0090EA7D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17179E-0A68-4CB9-A961-AD3E6142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разбор недели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495407-5807-455D-93E0-12142371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2124879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2026-06-08T07:27:34.6440000Z</dcterms:created>
  <dcterms:modified xsi:type="dcterms:W3CDTF">2026-06-08T07:27:34.6440000Z</dcterms:modified>
</coreProperties>
</file>