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91aeaa2f044c75" /><Relationship Type="http://schemas.openxmlformats.org/officeDocument/2006/relationships/extended-properties" Target="/docProps/app.xml" Id="R7a6ac06aa5ad4620" /><Relationship Type="http://schemas.openxmlformats.org/officeDocument/2006/relationships/officeDocument" Target="/ppt/presentation.xml" Id="Rf8a3441949fe42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3402952f164842"/>
  </p:sldMasterIdLst>
  <p:notesMasterIdLst>
    <p:notesMasterId xmlns:r="http://schemas.openxmlformats.org/officeDocument/2006/relationships" r:id="Rf28a6172450c4a9d"/>
  </p:notesMasterIdLst>
  <p:sldIdLst>
    <p:sldId xmlns:r="http://schemas.openxmlformats.org/officeDocument/2006/relationships" id="256" r:id="R14c68885d18247f3"/>
    <p:sldId xmlns:r="http://schemas.openxmlformats.org/officeDocument/2006/relationships" id="257" r:id="Rba7c91fc69af4a96"/>
    <p:sldId xmlns:r="http://schemas.openxmlformats.org/officeDocument/2006/relationships" id="258" r:id="R2ef4692329414316"/>
    <p:sldId xmlns:r="http://schemas.openxmlformats.org/officeDocument/2006/relationships" id="259" r:id="R2f61bf090800473b"/>
    <p:sldId xmlns:r="http://schemas.openxmlformats.org/officeDocument/2006/relationships" id="260" r:id="Rdfc2e67bf5ce471c"/>
    <p:sldId xmlns:r="http://schemas.openxmlformats.org/officeDocument/2006/relationships" id="261" r:id="R0885028af02e4f33"/>
    <p:sldId xmlns:r="http://schemas.openxmlformats.org/officeDocument/2006/relationships" id="262" r:id="Ra16ee8510e7f4c60"/>
    <p:sldId xmlns:r="http://schemas.openxmlformats.org/officeDocument/2006/relationships" id="263" r:id="Rcb4c9569c0d54034"/>
    <p:sldId xmlns:r="http://schemas.openxmlformats.org/officeDocument/2006/relationships" id="264" r:id="Rbb4e0f2018a44297"/>
    <p:sldId xmlns:r="http://schemas.openxmlformats.org/officeDocument/2006/relationships" id="265" r:id="R478f8ea413234905"/>
    <p:sldId xmlns:r="http://schemas.openxmlformats.org/officeDocument/2006/relationships" id="266" r:id="Re3c9865d8a254c86"/>
    <p:sldId xmlns:r="http://schemas.openxmlformats.org/officeDocument/2006/relationships" id="267" r:id="R3b4e327913d8480c"/>
    <p:sldId xmlns:r="http://schemas.openxmlformats.org/officeDocument/2006/relationships" id="268" r:id="R793b70082a774f23"/>
    <p:sldId xmlns:r="http://schemas.openxmlformats.org/officeDocument/2006/relationships" id="269" r:id="Rcef045339d0f40c4"/>
    <p:sldId xmlns:r="http://schemas.openxmlformats.org/officeDocument/2006/relationships" id="270" r:id="R6f372a0306574ede"/>
    <p:sldId xmlns:r="http://schemas.openxmlformats.org/officeDocument/2006/relationships" id="271" r:id="R98bc95d521f743f4"/>
    <p:sldId xmlns:r="http://schemas.openxmlformats.org/officeDocument/2006/relationships" id="272" r:id="R6bf46ce0ae184a5e"/>
    <p:sldId xmlns:r="http://schemas.openxmlformats.org/officeDocument/2006/relationships" id="273" r:id="R74f19dc3e3904e15"/>
    <p:sldId xmlns:r="http://schemas.openxmlformats.org/officeDocument/2006/relationships" id="274" r:id="R76fe25f1ce7546cb"/>
    <p:sldId xmlns:r="http://schemas.openxmlformats.org/officeDocument/2006/relationships" id="275" r:id="Ref863a9c19e240af"/>
    <p:sldId xmlns:r="http://schemas.openxmlformats.org/officeDocument/2006/relationships" id="276" r:id="Rbb7ed21cbb734be2"/>
    <p:sldId xmlns:r="http://schemas.openxmlformats.org/officeDocument/2006/relationships" id="277" r:id="R5a47d46420e3442f"/>
    <p:sldId xmlns:r="http://schemas.openxmlformats.org/officeDocument/2006/relationships" id="278" r:id="Re17b99fdda434114"/>
    <p:sldId xmlns:r="http://schemas.openxmlformats.org/officeDocument/2006/relationships" id="279" r:id="R4f6bde995c6f4890"/>
    <p:sldId xmlns:r="http://schemas.openxmlformats.org/officeDocument/2006/relationships" id="280" r:id="R66b258b3e46f4d1f"/>
    <p:sldId xmlns:r="http://schemas.openxmlformats.org/officeDocument/2006/relationships" id="281" r:id="Rbebc3e58073c49d8"/>
    <p:sldId xmlns:r="http://schemas.openxmlformats.org/officeDocument/2006/relationships" id="282" r:id="Rf560da827bd042fc"/>
    <p:sldId xmlns:r="http://schemas.openxmlformats.org/officeDocument/2006/relationships" id="283" r:id="Rb4a47634400e4183"/>
    <p:sldId xmlns:r="http://schemas.openxmlformats.org/officeDocument/2006/relationships" id="284" r:id="Ra543d7286210441b"/>
    <p:sldId xmlns:r="http://schemas.openxmlformats.org/officeDocument/2006/relationships" id="285" r:id="Rcaf1b648e50340cb"/>
    <p:sldId xmlns:r="http://schemas.openxmlformats.org/officeDocument/2006/relationships" id="286" r:id="Rf5acaa4b9d814a47"/>
    <p:sldId xmlns:r="http://schemas.openxmlformats.org/officeDocument/2006/relationships" id="287" r:id="R475e79542afa4912"/>
    <p:sldId xmlns:r="http://schemas.openxmlformats.org/officeDocument/2006/relationships" id="288" r:id="Rca556f0229104e66"/>
    <p:sldId xmlns:r="http://schemas.openxmlformats.org/officeDocument/2006/relationships" id="289" r:id="R85e3d5b270294a79"/>
    <p:sldId xmlns:r="http://schemas.openxmlformats.org/officeDocument/2006/relationships" id="290" r:id="Rf53cecf9b92d44d3"/>
    <p:sldId xmlns:r="http://schemas.openxmlformats.org/officeDocument/2006/relationships" id="291" r:id="R838ec029a4af46b3"/>
    <p:sldId xmlns:r="http://schemas.openxmlformats.org/officeDocument/2006/relationships" id="292" r:id="R76b5dc64c92848b7"/>
    <p:sldId xmlns:r="http://schemas.openxmlformats.org/officeDocument/2006/relationships" id="293" r:id="Rc48dbc96a1694385"/>
    <p:sldId xmlns:r="http://schemas.openxmlformats.org/officeDocument/2006/relationships" id="294" r:id="Rc9422a6e1c004778"/>
    <p:sldId xmlns:r="http://schemas.openxmlformats.org/officeDocument/2006/relationships" id="295" r:id="R3f3f69d340734649"/>
    <p:sldId xmlns:r="http://schemas.openxmlformats.org/officeDocument/2006/relationships" id="296" r:id="R4bc705fa1378476f"/>
    <p:sldId xmlns:r="http://schemas.openxmlformats.org/officeDocument/2006/relationships" id="297" r:id="Rcbbb01a6131f495f"/>
    <p:sldId xmlns:r="http://schemas.openxmlformats.org/officeDocument/2006/relationships" id="298" r:id="R043e77628d3c4587"/>
    <p:sldId xmlns:r="http://schemas.openxmlformats.org/officeDocument/2006/relationships" id="299" r:id="R195d8cca52154a6f"/>
    <p:sldId xmlns:r="http://schemas.openxmlformats.org/officeDocument/2006/relationships" id="300" r:id="Rd7c4148e42ad4ec6"/>
    <p:sldId xmlns:r="http://schemas.openxmlformats.org/officeDocument/2006/relationships" id="301" r:id="Rf267fbd5e53c48a1"/>
    <p:sldId xmlns:r="http://schemas.openxmlformats.org/officeDocument/2006/relationships" id="302" r:id="R1f8c3844821c4cce"/>
    <p:sldId xmlns:r="http://schemas.openxmlformats.org/officeDocument/2006/relationships" id="303" r:id="R6921815502344f27"/>
    <p:sldId xmlns:r="http://schemas.openxmlformats.org/officeDocument/2006/relationships" id="304" r:id="Rf1bd072f89af46ac"/>
    <p:sldId xmlns:r="http://schemas.openxmlformats.org/officeDocument/2006/relationships" id="305" r:id="R6ca84f62f22b4d75"/>
    <p:sldId xmlns:r="http://schemas.openxmlformats.org/officeDocument/2006/relationships" id="306" r:id="Rc9f88548065e4aed"/>
    <p:sldId xmlns:r="http://schemas.openxmlformats.org/officeDocument/2006/relationships" id="307" r:id="Ree69f2cc44164830"/>
    <p:sldId xmlns:r="http://schemas.openxmlformats.org/officeDocument/2006/relationships" id="308" r:id="Rdd9b1bdc6f194847"/>
    <p:sldId xmlns:r="http://schemas.openxmlformats.org/officeDocument/2006/relationships" id="309" r:id="Rac9739829aa14a14"/>
    <p:sldId xmlns:r="http://schemas.openxmlformats.org/officeDocument/2006/relationships" id="310" r:id="R43abadf747af4c11"/>
    <p:sldId xmlns:r="http://schemas.openxmlformats.org/officeDocument/2006/relationships" id="311" r:id="Re5916314907d4e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402952f164842" /><Relationship Type="http://schemas.openxmlformats.org/officeDocument/2006/relationships/theme" Target="/ppt/theme/theme1.xml" Id="R662846e7de6645a8" /><Relationship Type="http://schemas.openxmlformats.org/officeDocument/2006/relationships/notesMaster" Target="/ppt/notesMasters/notesMaster1.xml" Id="Rf28a6172450c4a9d" /><Relationship Type="http://schemas.openxmlformats.org/officeDocument/2006/relationships/presProps" Target="/ppt/presProps.xml" Id="R6d9bf151ee344d62" /><Relationship Type="http://schemas.openxmlformats.org/officeDocument/2006/relationships/viewProps" Target="/ppt/viewProps.xml" Id="Rd920d7e7b941419d" /><Relationship Type="http://schemas.openxmlformats.org/officeDocument/2006/relationships/tableStyles" Target="/ppt/tableStyles.xml" Id="Raa272857bdc24496" /><Relationship Type="http://schemas.openxmlformats.org/officeDocument/2006/relationships/slide" Target="/ppt/slides/slide1.xml" Id="R14c68885d18247f3" /><Relationship Type="http://schemas.openxmlformats.org/officeDocument/2006/relationships/slide" Target="/ppt/slides/slide2.xml" Id="Rba7c91fc69af4a96" /><Relationship Type="http://schemas.openxmlformats.org/officeDocument/2006/relationships/slide" Target="/ppt/slides/slide3.xml" Id="R2ef4692329414316" /><Relationship Type="http://schemas.openxmlformats.org/officeDocument/2006/relationships/slide" Target="/ppt/slides/slide4.xml" Id="R2f61bf090800473b" /><Relationship Type="http://schemas.openxmlformats.org/officeDocument/2006/relationships/slide" Target="/ppt/slides/slide5.xml" Id="Rdfc2e67bf5ce471c" /><Relationship Type="http://schemas.openxmlformats.org/officeDocument/2006/relationships/slide" Target="/ppt/slides/slide6.xml" Id="R0885028af02e4f33" /><Relationship Type="http://schemas.openxmlformats.org/officeDocument/2006/relationships/slide" Target="/ppt/slides/slide7.xml" Id="Ra16ee8510e7f4c60" /><Relationship Type="http://schemas.openxmlformats.org/officeDocument/2006/relationships/slide" Target="/ppt/slides/slide8.xml" Id="Rcb4c9569c0d54034" /><Relationship Type="http://schemas.openxmlformats.org/officeDocument/2006/relationships/slide" Target="/ppt/slides/slide9.xml" Id="Rbb4e0f2018a44297" /><Relationship Type="http://schemas.openxmlformats.org/officeDocument/2006/relationships/slide" Target="/ppt/slides/slide10.xml" Id="R478f8ea413234905" /><Relationship Type="http://schemas.openxmlformats.org/officeDocument/2006/relationships/slide" Target="/ppt/slides/slide11.xml" Id="Re3c9865d8a254c86" /><Relationship Type="http://schemas.openxmlformats.org/officeDocument/2006/relationships/slide" Target="/ppt/slides/slide12.xml" Id="R3b4e327913d8480c" /><Relationship Type="http://schemas.openxmlformats.org/officeDocument/2006/relationships/slide" Target="/ppt/slides/slide13.xml" Id="R793b70082a774f23" /><Relationship Type="http://schemas.openxmlformats.org/officeDocument/2006/relationships/slide" Target="/ppt/slides/slide14.xml" Id="Rcef045339d0f40c4" /><Relationship Type="http://schemas.openxmlformats.org/officeDocument/2006/relationships/slide" Target="/ppt/slides/slide15.xml" Id="R6f372a0306574ede" /><Relationship Type="http://schemas.openxmlformats.org/officeDocument/2006/relationships/slide" Target="/ppt/slides/slide16.xml" Id="R98bc95d521f743f4" /><Relationship Type="http://schemas.openxmlformats.org/officeDocument/2006/relationships/slide" Target="/ppt/slides/slide17.xml" Id="R6bf46ce0ae184a5e" /><Relationship Type="http://schemas.openxmlformats.org/officeDocument/2006/relationships/slide" Target="/ppt/slides/slide18.xml" Id="R74f19dc3e3904e15" /><Relationship Type="http://schemas.openxmlformats.org/officeDocument/2006/relationships/slide" Target="/ppt/slides/slide19.xml" Id="R76fe25f1ce7546cb" /><Relationship Type="http://schemas.openxmlformats.org/officeDocument/2006/relationships/slide" Target="/ppt/slides/slide20.xml" Id="Ref863a9c19e240af" /><Relationship Type="http://schemas.openxmlformats.org/officeDocument/2006/relationships/slide" Target="/ppt/slides/slide21.xml" Id="Rbb7ed21cbb734be2" /><Relationship Type="http://schemas.openxmlformats.org/officeDocument/2006/relationships/slide" Target="/ppt/slides/slide22.xml" Id="R5a47d46420e3442f" /><Relationship Type="http://schemas.openxmlformats.org/officeDocument/2006/relationships/slide" Target="/ppt/slides/slide23.xml" Id="Re17b99fdda434114" /><Relationship Type="http://schemas.openxmlformats.org/officeDocument/2006/relationships/slide" Target="/ppt/slides/slide24.xml" Id="R4f6bde995c6f4890" /><Relationship Type="http://schemas.openxmlformats.org/officeDocument/2006/relationships/slide" Target="/ppt/slides/slide25.xml" Id="R66b258b3e46f4d1f" /><Relationship Type="http://schemas.openxmlformats.org/officeDocument/2006/relationships/slide" Target="/ppt/slides/slide26.xml" Id="Rbebc3e58073c49d8" /><Relationship Type="http://schemas.openxmlformats.org/officeDocument/2006/relationships/slide" Target="/ppt/slides/slide27.xml" Id="Rf560da827bd042fc" /><Relationship Type="http://schemas.openxmlformats.org/officeDocument/2006/relationships/slide" Target="/ppt/slides/slide28.xml" Id="Rb4a47634400e4183" /><Relationship Type="http://schemas.openxmlformats.org/officeDocument/2006/relationships/slide" Target="/ppt/slides/slide29.xml" Id="Ra543d7286210441b" /><Relationship Type="http://schemas.openxmlformats.org/officeDocument/2006/relationships/slide" Target="/ppt/slides/slide30.xml" Id="Rcaf1b648e50340cb" /><Relationship Type="http://schemas.openxmlformats.org/officeDocument/2006/relationships/slide" Target="/ppt/slides/slide31.xml" Id="Rf5acaa4b9d814a47" /><Relationship Type="http://schemas.openxmlformats.org/officeDocument/2006/relationships/slide" Target="/ppt/slides/slide32.xml" Id="R475e79542afa4912" /><Relationship Type="http://schemas.openxmlformats.org/officeDocument/2006/relationships/slide" Target="/ppt/slides/slide33.xml" Id="Rca556f0229104e66" /><Relationship Type="http://schemas.openxmlformats.org/officeDocument/2006/relationships/slide" Target="/ppt/slides/slide34.xml" Id="R85e3d5b270294a79" /><Relationship Type="http://schemas.openxmlformats.org/officeDocument/2006/relationships/slide" Target="/ppt/slides/slide35.xml" Id="Rf53cecf9b92d44d3" /><Relationship Type="http://schemas.openxmlformats.org/officeDocument/2006/relationships/slide" Target="/ppt/slides/slide36.xml" Id="R838ec029a4af46b3" /><Relationship Type="http://schemas.openxmlformats.org/officeDocument/2006/relationships/slide" Target="/ppt/slides/slide37.xml" Id="R76b5dc64c92848b7" /><Relationship Type="http://schemas.openxmlformats.org/officeDocument/2006/relationships/slide" Target="/ppt/slides/slide38.xml" Id="Rc48dbc96a1694385" /><Relationship Type="http://schemas.openxmlformats.org/officeDocument/2006/relationships/slide" Target="/ppt/slides/slide39.xml" Id="Rc9422a6e1c004778" /><Relationship Type="http://schemas.openxmlformats.org/officeDocument/2006/relationships/slide" Target="/ppt/slides/slide40.xml" Id="R3f3f69d340734649" /><Relationship Type="http://schemas.openxmlformats.org/officeDocument/2006/relationships/slide" Target="/ppt/slides/slide41.xml" Id="R4bc705fa1378476f" /><Relationship Type="http://schemas.openxmlformats.org/officeDocument/2006/relationships/slide" Target="/ppt/slides/slide42.xml" Id="Rcbbb01a6131f495f" /><Relationship Type="http://schemas.openxmlformats.org/officeDocument/2006/relationships/slide" Target="/ppt/slides/slide43.xml" Id="R043e77628d3c4587" /><Relationship Type="http://schemas.openxmlformats.org/officeDocument/2006/relationships/slide" Target="/ppt/slides/slide44.xml" Id="R195d8cca52154a6f" /><Relationship Type="http://schemas.openxmlformats.org/officeDocument/2006/relationships/slide" Target="/ppt/slides/slide45.xml" Id="Rd7c4148e42ad4ec6" /><Relationship Type="http://schemas.openxmlformats.org/officeDocument/2006/relationships/slide" Target="/ppt/slides/slide46.xml" Id="Rf267fbd5e53c48a1" /><Relationship Type="http://schemas.openxmlformats.org/officeDocument/2006/relationships/slide" Target="/ppt/slides/slide47.xml" Id="R1f8c3844821c4cce" /><Relationship Type="http://schemas.openxmlformats.org/officeDocument/2006/relationships/slide" Target="/ppt/slides/slide48.xml" Id="R6921815502344f27" /><Relationship Type="http://schemas.openxmlformats.org/officeDocument/2006/relationships/slide" Target="/ppt/slides/slide49.xml" Id="Rf1bd072f89af46ac" /><Relationship Type="http://schemas.openxmlformats.org/officeDocument/2006/relationships/slide" Target="/ppt/slides/slide50.xml" Id="R6ca84f62f22b4d75" /><Relationship Type="http://schemas.openxmlformats.org/officeDocument/2006/relationships/slide" Target="/ppt/slides/slide51.xml" Id="Rc9f88548065e4aed" /><Relationship Type="http://schemas.openxmlformats.org/officeDocument/2006/relationships/slide" Target="/ppt/slides/slide52.xml" Id="Ree69f2cc44164830" /><Relationship Type="http://schemas.openxmlformats.org/officeDocument/2006/relationships/slide" Target="/ppt/slides/slide53.xml" Id="Rdd9b1bdc6f194847" /><Relationship Type="http://schemas.openxmlformats.org/officeDocument/2006/relationships/slide" Target="/ppt/slides/slide54.xml" Id="Rac9739829aa14a14" /><Relationship Type="http://schemas.openxmlformats.org/officeDocument/2006/relationships/slide" Target="/ppt/slides/slide55.xml" Id="R43abadf747af4c11" /><Relationship Type="http://schemas.openxmlformats.org/officeDocument/2006/relationships/slide" Target="/ppt/slides/slide56.xml" Id="Re5916314907d4e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4c8c44d753142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ea2a68766c49ba" /><Relationship Type="http://schemas.openxmlformats.org/officeDocument/2006/relationships/notesMaster" Target="/ppt/notesMasters/notesMaster1.xml" Id="R5b2a48623d724e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170aa5024d4aa6" /><Relationship Type="http://schemas.openxmlformats.org/officeDocument/2006/relationships/notesMaster" Target="/ppt/notesMasters/notesMaster1.xml" Id="Red0e098b594f48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cf8533d73a4f92" /><Relationship Type="http://schemas.openxmlformats.org/officeDocument/2006/relationships/notesMaster" Target="/ppt/notesMasters/notesMaster1.xml" Id="Rf3aae223662e40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463054c7a241cf" /><Relationship Type="http://schemas.openxmlformats.org/officeDocument/2006/relationships/notesMaster" Target="/ppt/notesMasters/notesMaster1.xml" Id="Reb550fe0e81148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715cce15b84c93" /><Relationship Type="http://schemas.openxmlformats.org/officeDocument/2006/relationships/notesMaster" Target="/ppt/notesMasters/notesMaster1.xml" Id="Rda3ff2702a6143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3a635c5ee34917" /><Relationship Type="http://schemas.openxmlformats.org/officeDocument/2006/relationships/notesMaster" Target="/ppt/notesMasters/notesMaster1.xml" Id="Rdbd366d2e54a4d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ba526a2d6d46c8" /><Relationship Type="http://schemas.openxmlformats.org/officeDocument/2006/relationships/notesMaster" Target="/ppt/notesMasters/notesMaster1.xml" Id="R4506036dbce942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8193de74e145b7" /><Relationship Type="http://schemas.openxmlformats.org/officeDocument/2006/relationships/notesMaster" Target="/ppt/notesMasters/notesMaster1.xml" Id="Reba9f8e9f9ff41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ebcf55fb4747eb" /><Relationship Type="http://schemas.openxmlformats.org/officeDocument/2006/relationships/notesMaster" Target="/ppt/notesMasters/notesMaster1.xml" Id="R868165add5f043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35f43352ed427b" /><Relationship Type="http://schemas.openxmlformats.org/officeDocument/2006/relationships/notesMaster" Target="/ppt/notesMasters/notesMaster1.xml" Id="Rf7f2df4ad3bd41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2b79a650793408e" /><Relationship Type="http://schemas.openxmlformats.org/officeDocument/2006/relationships/notesMaster" Target="/ppt/notesMasters/notesMaster1.xml" Id="R30c1956ebdbb41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cc770cfa7140b7" /><Relationship Type="http://schemas.openxmlformats.org/officeDocument/2006/relationships/notesMaster" Target="/ppt/notesMasters/notesMaster1.xml" Id="R9df73af46e9e4e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932ee7739494993" /><Relationship Type="http://schemas.openxmlformats.org/officeDocument/2006/relationships/notesMaster" Target="/ppt/notesMasters/notesMaster1.xml" Id="Rb24f824708a6456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8563567b844938" /><Relationship Type="http://schemas.openxmlformats.org/officeDocument/2006/relationships/notesMaster" Target="/ppt/notesMasters/notesMaster1.xml" Id="R6d65e2b4d77a4e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009fe6f25a4cc9" /><Relationship Type="http://schemas.openxmlformats.org/officeDocument/2006/relationships/notesMaster" Target="/ppt/notesMasters/notesMaster1.xml" Id="Rc08a0f4e6b0c45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3d3a26e6224a53" /><Relationship Type="http://schemas.openxmlformats.org/officeDocument/2006/relationships/notesMaster" Target="/ppt/notesMasters/notesMaster1.xml" Id="R41d6a1dc38174f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ebacd928be54398" /><Relationship Type="http://schemas.openxmlformats.org/officeDocument/2006/relationships/notesMaster" Target="/ppt/notesMasters/notesMaster1.xml" Id="R8c931bd3a1774d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cc106c0598d4eb8" /><Relationship Type="http://schemas.openxmlformats.org/officeDocument/2006/relationships/notesMaster" Target="/ppt/notesMasters/notesMaster1.xml" Id="Rf6e823ddcd0c472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8bae9a0551e4f3a" /><Relationship Type="http://schemas.openxmlformats.org/officeDocument/2006/relationships/notesMaster" Target="/ppt/notesMasters/notesMaster1.xml" Id="R798912dfdf9a412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f94fea8036b435c" /><Relationship Type="http://schemas.openxmlformats.org/officeDocument/2006/relationships/notesMaster" Target="/ppt/notesMasters/notesMaster1.xml" Id="R92ec96b8ec394f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88d1b35b7644cd6" /><Relationship Type="http://schemas.openxmlformats.org/officeDocument/2006/relationships/notesMaster" Target="/ppt/notesMasters/notesMaster1.xml" Id="Re1467604a1ee4b9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8026f8de0b4360" /><Relationship Type="http://schemas.openxmlformats.org/officeDocument/2006/relationships/notesMaster" Target="/ppt/notesMasters/notesMaster1.xml" Id="R3c84065a66a849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db523ff66ae4f40" /><Relationship Type="http://schemas.openxmlformats.org/officeDocument/2006/relationships/notesMaster" Target="/ppt/notesMasters/notesMaster1.xml" Id="R922eaf72ade547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563393b8292428c" /><Relationship Type="http://schemas.openxmlformats.org/officeDocument/2006/relationships/notesMaster" Target="/ppt/notesMasters/notesMaster1.xml" Id="Rd18a66a1e9444a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e6a3bc8d0e44746" /><Relationship Type="http://schemas.openxmlformats.org/officeDocument/2006/relationships/notesMaster" Target="/ppt/notesMasters/notesMaster1.xml" Id="R55b5fdee97714a6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fb335c3235c4ac5" /><Relationship Type="http://schemas.openxmlformats.org/officeDocument/2006/relationships/notesMaster" Target="/ppt/notesMasters/notesMaster1.xml" Id="R235517c2360f40b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4a1330f8aee4bf0" /><Relationship Type="http://schemas.openxmlformats.org/officeDocument/2006/relationships/notesMaster" Target="/ppt/notesMasters/notesMaster1.xml" Id="R83af130b0e2949a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883e102f9934f5b" /><Relationship Type="http://schemas.openxmlformats.org/officeDocument/2006/relationships/notesMaster" Target="/ppt/notesMasters/notesMaster1.xml" Id="Rffad22c8b304459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cf0778612c94a36" /><Relationship Type="http://schemas.openxmlformats.org/officeDocument/2006/relationships/notesMaster" Target="/ppt/notesMasters/notesMaster1.xml" Id="R61c6e7466d7d450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58e943aa7a430d" /><Relationship Type="http://schemas.openxmlformats.org/officeDocument/2006/relationships/notesMaster" Target="/ppt/notesMasters/notesMaster1.xml" Id="Rc3acd97b6a6e418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9e7cb0aaaf3465c" /><Relationship Type="http://schemas.openxmlformats.org/officeDocument/2006/relationships/notesMaster" Target="/ppt/notesMasters/notesMaster1.xml" Id="R764e7b7b96e04c6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43c220c66cc490f" /><Relationship Type="http://schemas.openxmlformats.org/officeDocument/2006/relationships/notesMaster" Target="/ppt/notesMasters/notesMaster1.xml" Id="Re02b5bb796f548b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62354b010844712" /><Relationship Type="http://schemas.openxmlformats.org/officeDocument/2006/relationships/notesMaster" Target="/ppt/notesMasters/notesMaster1.xml" Id="R4b27e705ee29481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405ea985af64780" /><Relationship Type="http://schemas.openxmlformats.org/officeDocument/2006/relationships/notesMaster" Target="/ppt/notesMasters/notesMaster1.xml" Id="Rd6101be3be04487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43e97ffafef484c" /><Relationship Type="http://schemas.openxmlformats.org/officeDocument/2006/relationships/notesMaster" Target="/ppt/notesMasters/notesMaster1.xml" Id="Rc966dc447bb8418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79f9e0c30a643e8" /><Relationship Type="http://schemas.openxmlformats.org/officeDocument/2006/relationships/notesMaster" Target="/ppt/notesMasters/notesMaster1.xml" Id="R22927834598e4a9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101f51c4fd34e0f" /><Relationship Type="http://schemas.openxmlformats.org/officeDocument/2006/relationships/notesMaster" Target="/ppt/notesMasters/notesMaster1.xml" Id="Rd26a9f79f3db45c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53c07320639418a" /><Relationship Type="http://schemas.openxmlformats.org/officeDocument/2006/relationships/notesMaster" Target="/ppt/notesMasters/notesMaster1.xml" Id="R213092c4a362483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31dcda39b58480f" /><Relationship Type="http://schemas.openxmlformats.org/officeDocument/2006/relationships/notesMaster" Target="/ppt/notesMasters/notesMaster1.xml" Id="Rd39c83345cf240a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1fa2102597d4fa0" /><Relationship Type="http://schemas.openxmlformats.org/officeDocument/2006/relationships/notesMaster" Target="/ppt/notesMasters/notesMaster1.xml" Id="Rec6909a964ae4cd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88016e3d9f44650" /><Relationship Type="http://schemas.openxmlformats.org/officeDocument/2006/relationships/notesMaster" Target="/ppt/notesMasters/notesMaster1.xml" Id="R4ed33ce4aed241e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75e487502a64670" /><Relationship Type="http://schemas.openxmlformats.org/officeDocument/2006/relationships/notesMaster" Target="/ppt/notesMasters/notesMaster1.xml" Id="R3bd788b86fb2401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aa9b6312502b4828" /><Relationship Type="http://schemas.openxmlformats.org/officeDocument/2006/relationships/notesMaster" Target="/ppt/notesMasters/notesMaster1.xml" Id="R0500b1bde5e843c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efda41519cf41a2" /><Relationship Type="http://schemas.openxmlformats.org/officeDocument/2006/relationships/notesMaster" Target="/ppt/notesMasters/notesMaster1.xml" Id="Reb1d5dfa2ee646e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303f489caa9c4789" /><Relationship Type="http://schemas.openxmlformats.org/officeDocument/2006/relationships/notesMaster" Target="/ppt/notesMasters/notesMaster1.xml" Id="R1182712f4b084bdd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fb15a80d227439a" /><Relationship Type="http://schemas.openxmlformats.org/officeDocument/2006/relationships/notesMaster" Target="/ppt/notesMasters/notesMaster1.xml" Id="R5f8641a5c5de412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3c41db41a8841ad" /><Relationship Type="http://schemas.openxmlformats.org/officeDocument/2006/relationships/notesMaster" Target="/ppt/notesMasters/notesMaster1.xml" Id="R6aa17fe092a34cf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a28a509aacc4a73" /><Relationship Type="http://schemas.openxmlformats.org/officeDocument/2006/relationships/notesMaster" Target="/ppt/notesMasters/notesMaster1.xml" Id="Ra473ef3a09d0416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1250d87c79b64f62" /><Relationship Type="http://schemas.openxmlformats.org/officeDocument/2006/relationships/notesMaster" Target="/ppt/notesMasters/notesMaster1.xml" Id="R89b6115da74e4bd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d9b44e3103a4c8d" /><Relationship Type="http://schemas.openxmlformats.org/officeDocument/2006/relationships/notesMaster" Target="/ppt/notesMasters/notesMaster1.xml" Id="R979409ecd1a54ff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7d9f7debb4f419a" /><Relationship Type="http://schemas.openxmlformats.org/officeDocument/2006/relationships/notesMaster" Target="/ppt/notesMasters/notesMaster1.xml" Id="R6acc23e637d84c7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f20d70081c34cfe" /><Relationship Type="http://schemas.openxmlformats.org/officeDocument/2006/relationships/notesMaster" Target="/ppt/notesMasters/notesMaster1.xml" Id="Re4a1461e091c491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5052f500c2b4921" /><Relationship Type="http://schemas.openxmlformats.org/officeDocument/2006/relationships/notesMaster" Target="/ppt/notesMasters/notesMaster1.xml" Id="R4346defba6714017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1d4c8d2ebf04c48" /><Relationship Type="http://schemas.openxmlformats.org/officeDocument/2006/relationships/notesMaster" Target="/ppt/notesMasters/notesMaster1.xml" Id="R43553a3f3ac5487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24bcc11bba54d40" /><Relationship Type="http://schemas.openxmlformats.org/officeDocument/2006/relationships/notesMaster" Target="/ppt/notesMasters/notesMaster1.xml" Id="Raddca099476d4b45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6654bbb07a94091" /><Relationship Type="http://schemas.openxmlformats.org/officeDocument/2006/relationships/notesMaster" Target="/ppt/notesMasters/notesMaster1.xml" Id="R26a99161c50a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f112ba7ce49c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b66c58d81f4824" /><Relationship Type="http://schemas.openxmlformats.org/officeDocument/2006/relationships/slideLayout" Target="/ppt/slideLayouts/slideLayout2.xml" Id="R3a5f5a30298a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5f5a30298a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9ebd5de65d47d5" /><Relationship Type="http://schemas.openxmlformats.org/officeDocument/2006/relationships/notesSlide" Target="/ppt/notesSlides/notesSlide1.xml" Id="Rd39b78117c8f46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9f5fe5e27444bb" /><Relationship Type="http://schemas.openxmlformats.org/officeDocument/2006/relationships/notesSlide" Target="/ppt/notesSlides/notesSlide2.xml" Id="R3921f622ca4040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ebd2c89497407e" /><Relationship Type="http://schemas.openxmlformats.org/officeDocument/2006/relationships/notesSlide" Target="/ppt/notesSlides/notesSlide3.xml" Id="Re79f34640a2248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889b1bea2e497d" /><Relationship Type="http://schemas.openxmlformats.org/officeDocument/2006/relationships/notesSlide" Target="/ppt/notesSlides/notesSlide4.xml" Id="R2d5d9057f7824c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a12dadfa8e4611" /><Relationship Type="http://schemas.openxmlformats.org/officeDocument/2006/relationships/notesSlide" Target="/ppt/notesSlides/notesSlide5.xml" Id="R2f663315fa2b4b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010b07e6894d53" /><Relationship Type="http://schemas.openxmlformats.org/officeDocument/2006/relationships/notesSlide" Target="/ppt/notesSlides/notesSlide6.xml" Id="R6f0516b2a31747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8f7bcf110947a0" /><Relationship Type="http://schemas.openxmlformats.org/officeDocument/2006/relationships/notesSlide" Target="/ppt/notesSlides/notesSlide7.xml" Id="Rf981f45a56a54b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d1896b87cd4cfa" /><Relationship Type="http://schemas.openxmlformats.org/officeDocument/2006/relationships/notesSlide" Target="/ppt/notesSlides/notesSlide8.xml" Id="R6950d608034548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756f79849346e6" /><Relationship Type="http://schemas.openxmlformats.org/officeDocument/2006/relationships/notesSlide" Target="/ppt/notesSlides/notesSlide9.xml" Id="R54e1c246933f45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4d3179dbd7441e" /><Relationship Type="http://schemas.openxmlformats.org/officeDocument/2006/relationships/notesSlide" Target="/ppt/notesSlides/notesSlide10.xml" Id="R6a029be9ae734b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fa830d88a4fb6" /><Relationship Type="http://schemas.openxmlformats.org/officeDocument/2006/relationships/notesSlide" Target="/ppt/notesSlides/notesSlide11.xml" Id="R7b8c31598ed646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d8ddb6ac014efb" /><Relationship Type="http://schemas.openxmlformats.org/officeDocument/2006/relationships/notesSlide" Target="/ppt/notesSlides/notesSlide12.xml" Id="Rafc090fc6e0b44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70b09e78b04092" /><Relationship Type="http://schemas.openxmlformats.org/officeDocument/2006/relationships/notesSlide" Target="/ppt/notesSlides/notesSlide13.xml" Id="Rb89efc9cb2324b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84537e82ea4b4f" /><Relationship Type="http://schemas.openxmlformats.org/officeDocument/2006/relationships/notesSlide" Target="/ppt/notesSlides/notesSlide14.xml" Id="R0cc1b128d56949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a045036a11452a" /><Relationship Type="http://schemas.openxmlformats.org/officeDocument/2006/relationships/notesSlide" Target="/ppt/notesSlides/notesSlide15.xml" Id="Rf42d975c72944b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a6643dd72544a9" /><Relationship Type="http://schemas.openxmlformats.org/officeDocument/2006/relationships/notesSlide" Target="/ppt/notesSlides/notesSlide16.xml" Id="Rb4b51974e0a145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3847001e5b4f5b" /><Relationship Type="http://schemas.openxmlformats.org/officeDocument/2006/relationships/notesSlide" Target="/ppt/notesSlides/notesSlide17.xml" Id="R929dc21acacc4c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af9e57c01b43d5" /><Relationship Type="http://schemas.openxmlformats.org/officeDocument/2006/relationships/notesSlide" Target="/ppt/notesSlides/notesSlide18.xml" Id="R5977d66ce2564d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97d4fd96884f7c" /><Relationship Type="http://schemas.openxmlformats.org/officeDocument/2006/relationships/notesSlide" Target="/ppt/notesSlides/notesSlide19.xml" Id="Rd019632532184d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b5a0bf9c934344" /><Relationship Type="http://schemas.openxmlformats.org/officeDocument/2006/relationships/notesSlide" Target="/ppt/notesSlides/notesSlide20.xml" Id="Rea3eb511f3eb4ca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f4d6594d54b95" /><Relationship Type="http://schemas.openxmlformats.org/officeDocument/2006/relationships/notesSlide" Target="/ppt/notesSlides/notesSlide21.xml" Id="Re8f22a3ef3d74b7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bd0fc558034d4d" /><Relationship Type="http://schemas.openxmlformats.org/officeDocument/2006/relationships/notesSlide" Target="/ppt/notesSlides/notesSlide22.xml" Id="R691d27a2ecf7484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525a553d9c4b08" /><Relationship Type="http://schemas.openxmlformats.org/officeDocument/2006/relationships/notesSlide" Target="/ppt/notesSlides/notesSlide23.xml" Id="R70dfc7ba591a487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1c49bf5e0a47e7" /><Relationship Type="http://schemas.openxmlformats.org/officeDocument/2006/relationships/notesSlide" Target="/ppt/notesSlides/notesSlide24.xml" Id="Rce7dc5a54f18440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677836c82346d2" /><Relationship Type="http://schemas.openxmlformats.org/officeDocument/2006/relationships/notesSlide" Target="/ppt/notesSlides/notesSlide25.xml" Id="R488fd6d53b3148f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c17b0c0e404a0d" /><Relationship Type="http://schemas.openxmlformats.org/officeDocument/2006/relationships/notesSlide" Target="/ppt/notesSlides/notesSlide26.xml" Id="R10be0c398d7b450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9b1827f25d4c91" /><Relationship Type="http://schemas.openxmlformats.org/officeDocument/2006/relationships/notesSlide" Target="/ppt/notesSlides/notesSlide27.xml" Id="Rc4f5326697074b0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a1795cc8584c67" /><Relationship Type="http://schemas.openxmlformats.org/officeDocument/2006/relationships/notesSlide" Target="/ppt/notesSlides/notesSlide28.xml" Id="R45f4ea395c104f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c1b57341a14c4b" /><Relationship Type="http://schemas.openxmlformats.org/officeDocument/2006/relationships/notesSlide" Target="/ppt/notesSlides/notesSlide29.xml" Id="Ra58253a407f448d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c6b8d23f44260" /><Relationship Type="http://schemas.openxmlformats.org/officeDocument/2006/relationships/notesSlide" Target="/ppt/notesSlides/notesSlide30.xml" Id="Radeb11cd3b28459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f5f4a1dad24fd9" /><Relationship Type="http://schemas.openxmlformats.org/officeDocument/2006/relationships/notesSlide" Target="/ppt/notesSlides/notesSlide31.xml" Id="R91525938855d4fa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1722dae5d54878" /><Relationship Type="http://schemas.openxmlformats.org/officeDocument/2006/relationships/notesSlide" Target="/ppt/notesSlides/notesSlide32.xml" Id="R21ba7932a7b74dc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f07a997434292" /><Relationship Type="http://schemas.openxmlformats.org/officeDocument/2006/relationships/notesSlide" Target="/ppt/notesSlides/notesSlide33.xml" Id="R45ad0ed58845410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8a3e08ff42430a" /><Relationship Type="http://schemas.openxmlformats.org/officeDocument/2006/relationships/notesSlide" Target="/ppt/notesSlides/notesSlide34.xml" Id="R365436a0c06b413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3d48cac01c47a3" /><Relationship Type="http://schemas.openxmlformats.org/officeDocument/2006/relationships/notesSlide" Target="/ppt/notesSlides/notesSlide35.xml" Id="Rb49af3a9b30d441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82d5ff5b0b4a86" /><Relationship Type="http://schemas.openxmlformats.org/officeDocument/2006/relationships/notesSlide" Target="/ppt/notesSlides/notesSlide36.xml" Id="R8d80caab3fbc4f4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db705694d64922" /><Relationship Type="http://schemas.openxmlformats.org/officeDocument/2006/relationships/notesSlide" Target="/ppt/notesSlides/notesSlide37.xml" Id="R1a33bcf68ec44f2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f238b8765e4a10" /><Relationship Type="http://schemas.openxmlformats.org/officeDocument/2006/relationships/notesSlide" Target="/ppt/notesSlides/notesSlide38.xml" Id="R1b56ddc875da463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347309a68e4b0c" /><Relationship Type="http://schemas.openxmlformats.org/officeDocument/2006/relationships/notesSlide" Target="/ppt/notesSlides/notesSlide39.xml" Id="R32d47ffaaafd4a0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462a2836e247a9" /><Relationship Type="http://schemas.openxmlformats.org/officeDocument/2006/relationships/notesSlide" Target="/ppt/notesSlides/notesSlide40.xml" Id="Rabe3a8d7d2f840e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748a5df30a4b97" /><Relationship Type="http://schemas.openxmlformats.org/officeDocument/2006/relationships/notesSlide" Target="/ppt/notesSlides/notesSlide41.xml" Id="R5ceb5d46480b4ef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253c3b20434d3d" /><Relationship Type="http://schemas.openxmlformats.org/officeDocument/2006/relationships/notesSlide" Target="/ppt/notesSlides/notesSlide42.xml" Id="Rddcc535274c5417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b9f4cb2f384a3c" /><Relationship Type="http://schemas.openxmlformats.org/officeDocument/2006/relationships/notesSlide" Target="/ppt/notesSlides/notesSlide43.xml" Id="R27667b5161654f6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f4437833e544dd" /><Relationship Type="http://schemas.openxmlformats.org/officeDocument/2006/relationships/notesSlide" Target="/ppt/notesSlides/notesSlide44.xml" Id="R3fd4a90eda58445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6905bacc49448e" /><Relationship Type="http://schemas.openxmlformats.org/officeDocument/2006/relationships/notesSlide" Target="/ppt/notesSlides/notesSlide45.xml" Id="Rc016e20be1444fca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f3018fc88f4496" /><Relationship Type="http://schemas.openxmlformats.org/officeDocument/2006/relationships/notesSlide" Target="/ppt/notesSlides/notesSlide46.xml" Id="R6a740f4f1aaa4e0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8d92baf11a4d13" /><Relationship Type="http://schemas.openxmlformats.org/officeDocument/2006/relationships/notesSlide" Target="/ppt/notesSlides/notesSlide47.xml" Id="Rff390dbcd0b34b15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12e366ea454700" /><Relationship Type="http://schemas.openxmlformats.org/officeDocument/2006/relationships/notesSlide" Target="/ppt/notesSlides/notesSlide48.xml" Id="Rce7da0bc00964d2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17bf6ca13e4002" /><Relationship Type="http://schemas.openxmlformats.org/officeDocument/2006/relationships/notesSlide" Target="/ppt/notesSlides/notesSlide49.xml" Id="Rc4005cf025cc4c4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bb517da1643ea" /><Relationship Type="http://schemas.openxmlformats.org/officeDocument/2006/relationships/notesSlide" Target="/ppt/notesSlides/notesSlide50.xml" Id="R8a16a1b544b04d1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8df5b5da414a37" /><Relationship Type="http://schemas.openxmlformats.org/officeDocument/2006/relationships/notesSlide" Target="/ppt/notesSlides/notesSlide51.xml" Id="Rf022ff89ad53406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0be839a8234f7a" /><Relationship Type="http://schemas.openxmlformats.org/officeDocument/2006/relationships/notesSlide" Target="/ppt/notesSlides/notesSlide52.xml" Id="R65d5699ef9684e3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c723f603754acd" /><Relationship Type="http://schemas.openxmlformats.org/officeDocument/2006/relationships/notesSlide" Target="/ppt/notesSlides/notesSlide53.xml" Id="R9d214bd763664ec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c13dc1657e43c9" /><Relationship Type="http://schemas.openxmlformats.org/officeDocument/2006/relationships/notesSlide" Target="/ppt/notesSlides/notesSlide54.xml" Id="R58fbcce2dcf440d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befdcbfd2f4aa7" /><Relationship Type="http://schemas.openxmlformats.org/officeDocument/2006/relationships/notesSlide" Target="/ppt/notesSlides/notesSlide55.xml" Id="Ra0dd1230a89c4ca7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5c4ca29a1a42c3" /><Relationship Type="http://schemas.openxmlformats.org/officeDocument/2006/relationships/notesSlide" Target="/ppt/notesSlides/notesSlide56.xml" Id="Rde3e0f01f4e842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754927-ADCA-4184-ADD9-CA9A57D5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95DFD-5CC0-466C-A670-59C3BB26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F2208-E4DF-47E1-91D2-02207E82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060B13-7196-449C-9F23-9A963986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E5559-D8C9-4581-92E5-671A7606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/ инвесторская презентация · V2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E4E6C-50E9-417B-B6C6-7EDE3BF6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505888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1D8F65-5ED4-4B46-9132-8D2A868D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61274-3DC5-4597-B07B-B70636C5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C9318-7226-43CD-B2F3-4E0FB34E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9DD9B5-4A6A-47A7-B2D2-B41656F3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E36E80-9F4B-462A-997A-C0CFD5AE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45BBB-55CB-48F0-9183-2C45CED3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9B1AD-1D83-444C-B8EB-07167C7E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CBFDD-FA77-43BE-839B-A3CB7026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053E7-2C7E-44AF-97B6-0DC633B0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8662A-D46B-442B-A31C-867350C1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AD0CD-C90F-4425-93C4-985317E0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8B1EC3-6057-45E1-BE54-9C4C6058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82489-4BE3-40B9-BD1C-6EE7FB58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048F1-E73D-4346-A692-AACFDA03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6E720-EF4E-4E6E-A574-B0F8F5C1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9F1C7-42CC-4191-ABC5-5B2E3449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336EB-40C1-41ED-A27E-FD90A6A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D0B9C-8D9B-45AC-997B-AD9A3617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6159C-DD8E-499F-96F0-5D4331FD9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4146A-A79C-4121-B0FD-EE32F769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8A2B8-759A-46CE-BFA3-9266AF0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1EF9DA-180D-4124-9229-32DA640B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AAD99-9539-45DC-BD52-5B0EE26B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49913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F18E11-2F55-495A-8E6F-7CBE3B4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3C717-0651-4B6B-B3D1-3B110AEE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F0EEF-027D-44E2-98CE-D01A4F08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C26C1-9E0D-49F3-AB58-CFC6AFBA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33E93-77A4-4B08-858D-D14A118E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читать презентацию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4B687-11F4-47AC-A85C-08C4EA99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67051-1D6A-4ED3-9F2C-6317B827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просмотра должно быть понятно: что строим, почему это может заработать, сколько стоит проверить и по каким метрикам остановиться.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A0B66-C18F-4CD7-A4D5-C34226DC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426D5-8F29-4430-8C57-58E96A79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7BD960-A1A6-4C10-A26C-25DA577B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5D9F6E-C1F6-4332-A9E6-EDBAE7F8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2B3EC-DBC2-4316-ABAA-EB426A37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лидеры рынка и белое пятно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71713-DA33-4249-AE5D-B669B09B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DE59C-E8BE-4A90-86EA-18C0410F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6E39D-7173-4A67-B1A8-CEEE187B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0D223-40E6-4DA6-9436-D4626197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петля, Canvas, экраны,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2045A-580B-4854-9A70-53FF569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45EC37-4683-41DE-B9AD-D2165E42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964C1-5AE7-4F0E-9393-789800F0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AEA0C1-8376-4181-8487-0D96B861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pricing, COGS, free user, break-even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374DE-2481-4248-80ED-2D819347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77903-BC7A-4E65-B223-19AE0AC2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9375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3ACBA-712C-437D-BDD3-54128AAB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Запуск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3D7C1-1F7C-4714-A11E-D2EF74B7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43375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маркетинг, roadmap, go/no-go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4DF41A-7DC6-4285-BB35-4731A3DA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723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D5BB34-7DD4-47BB-BE3B-9F5086EF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054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Принцип V2: сначала смысл и решение, потом доказательства и таблицы.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336E6A-B7A7-41E1-A972-488D6D8F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186901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1787EF-587F-4C4A-8514-DC48F5FB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3300C-FCF0-4FC1-9228-F2C3088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083DE-BFF4-4138-8801-F55AF3CB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0FA11-6D32-4BA8-907E-F069EAAE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813C23-67D8-4402-9B7B-8A494EA1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0ED41-82FF-430A-8724-B373143D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A4838-7F99-46DD-AED9-CB7A0771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79960-2687-4468-B88E-648A5D5D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B2CBC-DE58-42B9-AF7A-9E90D29C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8A345-91D7-4B47-9624-007A2F89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84996-D70A-4072-9630-214917CF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E403F-3A3D-48B9-9D81-3C62443E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A415B-1B16-47B5-9F18-7B9BFF58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40886-52A3-4745-BFCB-D09AE60E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5E5C4-C296-4DEB-B61A-C047CAD0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90873-ACD7-457A-A59E-6982D565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9E851F-2B21-48F5-BC98-3A36B0F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9A6671-AF94-457E-8AE6-8F1B8EC1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A085A7-E727-4304-8617-82E3481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B642A6-5FAC-42AA-813D-F981CD5C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B1F01-0FAF-4B93-8417-9A1C0701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86A45-33FC-4425-8A7B-757AF1DE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AD0727-6DE4-40FC-9DB2-E8824073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925430-1C0A-42A1-9D17-788ADFAC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C493B-0B6A-4DA2-AB5A-8EEC4608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040CAD-4F98-46B1-AA6E-6C2570A7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829B24-84B8-4F8E-9661-C59AD258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F0607-5797-4927-92C9-38F84BF9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379696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31C44-D056-4C88-9EFC-CB919F7D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70ABE-C180-4D2A-9440-3544D2D2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D92B2-2CF3-4F9A-8EFE-ECA1F4B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6545D-ECAC-4D0B-A496-1F97664B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6409D-3C95-41CF-88BD-6AE7E2F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1FEA2-0AC7-4369-9857-482CDD7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85516-B98F-417E-BF72-78C7C54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322D9-99A5-46BD-9176-DDE09E0B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40B91-24E3-451A-972A-4729629C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31370-69A5-4184-8545-03F9DD23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29D32-8A3A-48E5-BAB5-BA0744CA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3B86A-BC06-49D2-AB5B-265F95F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27A36-286B-4E82-9018-EAD35477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9111B-1877-40DA-8990-E1E5FDCD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69F2BE-96AA-4674-89DE-DDA6C9E3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09DAB-257E-420B-BED4-01FE2E00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0CBD4-D0D0-406F-996B-B1BFDC9C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21615-E972-46D0-BD17-98D9B7C4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BA3BB-993D-427E-B94D-B5B90D41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C1A071-453D-45C3-869C-68475840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BC50F-7723-4AF0-B15F-05BC26C5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6C63DF-B15D-4EB1-856C-1FCC651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D41C58-0846-49CD-B04E-51D09AEB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3688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1E34D2-57B2-4447-8D58-A6B95A26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EFBAB-6402-4ADC-93D8-30D7C54A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522BE-EE1E-4BFB-AA6A-8472BF60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38D50-6FFB-43D2-9601-EE92782C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7229D-7491-4A32-8C52-B32B857E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мы выводим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C132E-24E1-4661-970D-FC587E30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B1E8F-72BC-4A52-9976-F771BD1E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9C90C-7ED5-403F-A039-14F7D99F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2ED24-B212-4480-A1A1-FB37F752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1B220-B52E-4219-BD06-7D23DAB8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Смотрим лидеров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4B5D8-9BB0-4FA8-8725-10C61B78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Nebula / Calm / Finch /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C0F47-6C09-4625-AAEF-11E0E377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смысл, ритуал, память и визуальный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7B755-3F2B-4937-9872-35D839B1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FF8A8-3EEC-450A-B0E5-D73745E0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0CC60-498A-4799-9156-EF105C5A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Находим разрыв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CF90A-F593-4BF8-9AF4-119C4947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приложения дают куски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C26D6-2072-415B-9357-5E52B558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формата, где смысл превращается в действие и видимое изменение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726D4-E35C-4B91-8152-E5165C03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712C8-3EE9-4D2D-83D3-C642A384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49D9D6-4DDF-474F-96CB-4A9C22E3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Формулируем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5C02A-871E-4910-A62E-06CB8DDB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weekly visual self-guidance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31383-9BE5-41C6-B630-18E9144E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становится личным сериалом, а Life Canvas показывает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3F475-2AE6-41B5-A40B-2B3A4C01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627E8-833C-4BB7-A009-59418FB8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3BDC38-EBF7-4F9C-BED7-AEF6F2CE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Собираем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9DA635-7B35-4B53-BCBF-0AFE753A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Episode → Action →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BC3108-6C75-4C8E-BA83-E9304309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проверяем не рынок вообще, а понятна ли пользователю причинная петля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AB0F9-6EED-4B15-9B1D-CF03AAE3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презентации: не “мы придумали приложение”, а “из существующих платных паттернов появляется новый формат”.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D89C19-6664-4FC0-BEE4-83D4122B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48885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AE57D-D597-41D2-820F-9B1F7C87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325F8-DA94-46C0-B3AD-270CC2A8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18B8F-C22C-42A2-95A2-F974A493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9C7A1-0FC9-43FA-B865-CF2E2A69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B49E5-AFCC-4AC9-8FFE-2E105499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3EAAE-E52C-49C3-B73A-0F6A1C7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5F76E-78D8-4E9B-93FA-9212BB48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3500F-6152-4AC2-BB25-5667303B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E01F8-59ED-4D5D-B215-6479D7BC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F112A-F507-4D1A-9001-22CC82C2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7116E-BDB4-4946-98CB-4E489CD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9C7F08-2A19-485E-9609-C83E0FD7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CBE0BD-3993-401C-9C0A-183A51D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72DF7B-3870-40A2-89CF-BF563A35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15B2A-ACA9-47AF-AA88-B2AE00A5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B3CCF-9BC2-46B9-A0F8-64038ABF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6C0CE-B2F5-48EE-A0CD-032E650F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24C47-70A8-4226-946F-7516CA45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A1EFA6-A83F-4B04-B99E-A86F4C9F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419EF9-B18D-4FAB-9878-0834AE3B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0F0144-2F57-41A1-96E7-90D4323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ADAF7E-B023-4D4E-B687-4FA43AFE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8ED68-4E3F-44FE-91C6-7D5903C7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1C99DB-099D-4794-AA22-161726BB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8C0955-D6BF-4EC5-AA8F-38759DF0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D6A21E-5677-4DFB-A563-4D44E71A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7D184F-569D-4B92-BC5C-84061D77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7F629D-7881-4BBE-AE7E-33C6BCE8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136476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FAE60E-E566-4D3E-A35B-283BD827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80F94-F472-4495-9371-966A1141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D80A3-BDBA-4515-8569-6FD116A9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01F05-CCE3-46E5-A66C-88495F13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1EA2C-3943-454A-BED0-B2B9424D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 рабочие продуктовые концепции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60690-8199-4AB1-9B77-0736D9C0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67E93-C1F6-4D84-A82E-FE54B546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FF95E-7272-492D-9173-1862EDCB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C7DF3-58B1-46A3-9E87-3431BF78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EE7713-E561-493C-B164-CEE9BFC0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выглядит для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9C781-DBF5-488F-9059-47A1F0EC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46BD28-BBF4-4BB7-979A-BB3BC115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Вау-момент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6F749-18ED-47DE-8844-0B7DBCFD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713B5-EBE6-4E16-9321-AAB996BC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проверяет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AB93B-7C4A-4468-BDB5-25F6AF54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8DCA9-AC9C-4380-B9B2-780A794A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Life Trailer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0A45F-1054-4D91-8E34-A4CCB562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B9537B-50A6-422F-8A8B-5B9736FD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раз в неделю пользователь получает визуальный трейлер своей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B0B6C-DB83-4371-A35F-F866A457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6F254F-DD77-4922-9524-A832698A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“моя неделя выглядит как фильм обо мне”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48400-FAC9-44FA-AE41-2FCA5859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7E3B1-765B-466F-864B-D3340274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 ли пользователь платить за premium visual moment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956FAD-3780-49E4-B44E-5DB687C7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1685C7-8EB3-49B1-9C58-3F87019E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Self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33994-F7E3-4BFB-BB19-6D9E61A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813C81-4196-40AE-83E0-B8142AA3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ежедневные действия меняют образ будущей версии себя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BCB278-55AA-4431-B057-817A706C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3D50F-E546-4C71-B504-9250CC7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“картинка изменилась, потому что я сделал действие”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534B8-2F6B-463E-8D67-E63F0CC5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701884-F2C3-4434-AF8A-2E925849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 ли причинность 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FEBBEA-399C-4552-BD73-9D781542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FBF157-A8ED-490F-9778-23F74628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Pocket Forecastist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8D94A-9596-41A8-872C-C957F000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7CE4E-92B3-4E9A-92A3-655BBCD8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 помнит контекст и ведет через неделю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A06A88-7A51-4E0C-BE2D-2ED23F9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23F087-600F-46AE-B920-43C0190E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“он понимает мою ситуацию, а не просто пишет гороскоп”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A5F61C-EEED-462F-AAC2-3A0FB579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D8770E-618F-4D3C-AA11-BF4933C1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ли trust + memory + weekly guidance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870B80-6563-440C-B1F8-9201376E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11773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17428A-4400-4ED4-A7F4-B914EDF3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1FA52-26D6-47F1-A09E-B622AAED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331AB-DD4F-4612-8673-4B22BAE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40241-EE45-46F6-9DC8-9EF06050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F1439-D9C7-4385-980C-83EF9821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такое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37F44-237D-4C0A-91F9-00C4B689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301B8-2486-49F4-AC42-E1EE151A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B7D67-FDCC-4AA7-A0A7-71D647B1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727B9-326A-4B96-A5D9-69B239A8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EFD15-4E3F-4BDB-899C-F5CFD695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49D02-EE37-45B0-8107-8131E33E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CE62B-7171-4B6A-8C29-7D7B457F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2A6C1-959E-47E3-8D77-0945AFA9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4470F-DE01-4144-AC96-1ACCF40A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F9335-A973-4B8C-8104-9773F188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599CE-5B6C-41F5-A687-9E355C0F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FEA15-0629-4557-9400-92A61E45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8D030-0825-4A22-8677-B5EDB819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CCD3C-418A-4DD0-86A3-B7967D1E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245803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770A03-14BF-4C67-9D2B-97C5DB88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C2A7A-CD98-4C19-AD2A-99934E8F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2D0E9-87FD-4F8B-88C9-7D0F9910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A6C5B-44AE-4F9F-A974-55EE4CA4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BFC35-081B-4915-8D81-2BBA8C91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8CDD9-7ABA-4316-8117-7EE01EC3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9E09D-E8AE-46A1-B6F8-3A90106E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9A6FC-64C9-4030-A89F-7E3BE578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69D9B-6D7E-46C9-944A-CBE7E8D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9ACAA-6E38-4A62-AD53-718192EA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DB07C-62A9-4FE8-87ED-A7A94072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0116D8-4F7F-4CA0-B370-422D5684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4A5CB6-7700-496E-9499-600A0475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7ABF2-8B99-4DE9-A908-B6DFAE68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C39DA-C998-4FCE-BC50-B87D735E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0D0B1F-48BC-4443-ACD6-111D9499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AC7A4B-92D2-4801-8F3E-AED2256C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C9DEB-4F03-4610-BB8A-2D8AB076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8CD4F-6076-4A1F-807D-620828BF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DE064F-5EF8-4DF5-AE99-E6855E54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554F6-D103-47CA-A386-86BFB44E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685AF-D513-496B-B7C9-F76F3530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A916EB-354B-420E-905D-E26EE457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842F2F-A15E-4080-9FC0-F7EF476E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789336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9441D7-0A58-4EF9-9EF4-C7A253CD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5433A-FEB9-4484-BD41-37222950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6B0F4-ED5A-4A86-A4CB-4D02FA83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C9F61-1A2C-43D6-8BA2-F872B176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0A2FC-9570-4F24-9041-050D8025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D9A88D-A2C8-43C2-ABF3-99D5DA39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17491-A0A1-4B09-9BDF-C0E21A7D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1C995-F764-492C-9247-D2F2BA6A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5019A-CC56-4E9E-A7A9-B7494725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DDEC9D-896D-4964-9475-39D780B4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2B768-9F74-45A2-950D-0A1866D6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450BE-0731-4D52-B353-A3EFEEFD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F1C96-E3B1-4850-8B99-90018AEF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4F7EB-D7B2-4341-9615-99207000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D2958-D6F8-454D-9BAE-8882CC42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0925C-BE56-4A3E-BF93-29A149C9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E9DDF-BFF5-4F04-950B-38F2BE6D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B9FA0C-DB65-4EC8-A55B-289D4548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29892-2CED-4F08-8A33-6382D316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A2E76-8F47-4182-A39B-4762CDAE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6F32B-A264-4933-83C6-9FEA9A22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656181-E9C3-4686-903E-73B21292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D31672-DF80-4578-8302-8705DC06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97500-0C84-49E2-9247-2E20AB45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7BF71-2E84-4CEF-8632-CF3BCCCD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17361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9027F7-07CB-4E65-B988-D0E262E6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1A225-284A-48D6-920D-A019BA2D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78F12-0DC8-4FDA-8C3A-B52D396F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8D08B-3BB1-4C8D-99DE-F2BDC7E1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A3C73-4A1A-4D6E-AEBC-9F13364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Ключевые экраны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432CA-8E34-457D-8C39-702265AE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3CA03-030B-44F2-A7F1-19E94D0F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651BCB-D093-48DD-8405-7F1BE34F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CF7C4-1D52-447C-B23A-BF5D3471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0BB8C-37A4-4557-A348-399CDA89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рождения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680A88-8CC3-46C1-A077-F766EDD9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8C43D-2646-45A6-A41B-FA3BC547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/ время / место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текущий вопрос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76BDD-1A7C-42F3-873D-6D79869E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780E9-9CA0-40C1-A8EF-CFF6181C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FA4DB-B7DB-4A45-85E3-3AE22436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5FD63-ADE5-4885-B7E8-DFDEC386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BC4AD-13AC-42DE-A806-931BD8E4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DB266-BDC4-4B4C-A284-37A1D55D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3F73E-A7AC-4508-B24B-64D24BE3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FEE3B8-5DD3-4D02-B619-73690176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сезона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напряжения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первое обещание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D2F26B-A158-41C1-8852-F3106281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A78A4E-65FC-462C-881C-4FA3831B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A21E7E-F6B2-4477-A08D-FFBF84BE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AA025-3AF7-46A0-8BB9-E26131BC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A216A4-553B-4BFC-B9EE-3070838F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57DE3A-D510-4F76-B8F7-761AFD24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C6652-14F6-404A-8E35-6E539044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A1631-5192-4922-9727-14CB9079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сообщение ассистента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карточка действия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CADE2B-ED4D-429A-8149-5365D4D5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E73205-66B4-4E18-9007-650E0D34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10BC01-3D6D-4D3B-B0CB-5A37E156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2C7792-FF41-48DB-A80D-DA22CFB2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70A80A-2B51-4DFD-8E0C-5992510F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DC8C1A-30E1-4EEF-A309-3562041B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85E11-4CED-48C6-9312-F11CF9B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20D8C2-A026-4CDA-AE4F-B2F1F01B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2-мин практика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рефлексия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завершение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C85CD9-DC08-421D-8C0D-9E455B00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AA8153-0470-4339-A345-A1F06CF0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7B7E49-D753-44D2-A4BC-1E081421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19E34-8E84-4170-804A-B1EC2B27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EBFB81-E18E-46C9-9E1A-9830B150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6342B4-1A8C-4408-9B23-EF975323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4BBD734-9C41-4780-BBB3-F1CC12CB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8D6BC5-F97B-4C11-8DD2-6B9A70ED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/ после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изменилось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изменилось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978809-5161-4AAB-BD14-A74FF5E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B85F06-88D0-4A85-9299-D070D28D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F1B415F-8166-40FD-A800-664FB1DB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A39CFF-6318-4017-8FFA-AE62FBC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D5259B-C810-43A5-BC9D-F39B344D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AC13CF-7B85-4D49-9280-8BD4CB8E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DEA071-C6FF-4902-9DD4-AF688DFB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23D2B4-4AF0-4C2B-8172-48DD6FDC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продолжить сезон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/ annual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token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B2B124-EE51-466A-8BBE-BBC9E917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4B754E-761C-4EF9-B070-22B7E38F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45BC61-6ACD-4169-8572-389C59D5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финальный UI-дизайн. Это логика того, что дизайнер должен сделать видимым на экране.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63E7067-BE73-4433-B317-78B29EDD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06369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CE958-559C-443E-96C9-5BA960FE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B9001-7571-4351-867E-5AA689F9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0116F-B825-493D-A63F-972E5234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A7629-F9C7-4225-B149-03913370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C1D93-DC4E-4869-8ABB-9C9EB47B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872E08-14EC-46B1-BAA7-0D9809B7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7F335-085A-49F8-8D4B-F2CD878F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EE63C-F79B-4A21-8AB8-224E33A5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B490A-06D5-4FFD-8DCA-FE784DA5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191B1-1573-4182-8BAD-222E0F25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69087-05C4-4273-9E22-264F87F2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31A4C-8635-46D1-9111-46194A8C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7094D-F7A6-4243-8C4B-1B0B9F6D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03235-3145-4B1E-A108-5A006ABD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56A80-FA0A-4DD4-A975-E14AFCC0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DB9CC-2156-496C-9AF3-A85E4DE0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236F04-BD11-4034-8BB1-5E247E36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DA9D81-FA10-43C3-AE4D-1525EF7F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0392A-B4F3-4259-BABC-7E5A247A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71ADDE-C828-4F45-BFD0-71237031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3563A-6F0C-47E4-A223-FF239F01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06870-348B-4D13-81B0-4B5C30EC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2799896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9179BB-E233-4C02-B008-3FE9208C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F37AD-66B4-4837-B252-07A9B158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51C53-4E94-4BFF-8302-2CD7B26D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2143D-4C60-4DBB-BD0C-25FBABD9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99F6C-7ADD-41DE-A5FA-06E7B5A8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013C9-E012-4190-9371-B159624E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14104-09FE-49BC-ABE4-ABA22C16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F478E-7BE2-47C1-B0BF-010FFC30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1331D9-EF72-4537-A538-4052B56C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293BE-D3BF-4AF8-99DE-5866E8C6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A530D8-F940-4A52-962B-B8E82EF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F8272-FC5C-412F-8FD8-5950DA07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6FE44-6943-4ED8-B256-5A6CE4C96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AA0E1-91EA-49EF-96C4-D4289A89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6DFEA2-E921-43E6-A117-2CCFFF35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FB1AB8-34B6-4F0E-A558-AAA11DB6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BEA10-A9A9-45D6-B2DE-4EBA5DCF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0CA50-DBDE-470F-A501-1414FC76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994F3-BC53-4F53-A57F-CE6345A0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EEC20-C385-4C0D-9EBD-6F4C34D3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CD29F6-439B-400C-BA3A-99F95001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E911A5-AC9D-4D66-B8D8-7AC21DFE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7CF36-2EB5-44A4-AD76-A5BB6538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95227A-1F71-4B22-BE90-E491805E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3C79DB-E21A-4B18-BB5B-BFF4204C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0EF785-83EB-48B2-B158-1315A17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EC96C0-BCAF-4139-9C3C-A756A07E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DD596-9FCB-40DE-A082-F24458E4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01128D-6AF4-423B-88B5-FA0E97A4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2520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42C97E-478D-4526-8051-2AB9B1CD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346CC-5415-4A81-93CA-21BD8D5A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FFAE3-27AF-4F9C-8FB2-062EDA69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03D41-E410-4336-937C-79734C86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A73D7-7C9F-45CF-9205-BC2D15B9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6455E-484F-4977-90A9-50B1ABD8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F45F2-E4B9-4C68-8145-40ED0C2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C0B7A2-DC8B-456E-ACF1-3649CCC9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15D48-0DC1-42B1-8213-902D2CE5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11C8C-FEC0-4DE6-BBA0-B1417921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CD979-73B3-4F5A-8B81-7D9EC819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9AD11-2B97-43CB-B2BA-6CA7D28C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0E1A0-B396-4531-8622-E1D0E2A0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88475-580D-4403-AED9-8E2E85D7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67902-7C51-4AFA-A641-83F2EC62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928CE-F9E0-43BD-A63F-C07499B6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CB549-4290-4712-B7E3-D69D5CB3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5972AE-31BA-4C28-8373-321C62A4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826136-BA21-4086-B55C-D8DE0D7B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2ADCAF-0A07-44FA-A409-70FFD40D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44D50-E77B-4956-B7C9-425A17CB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88B10-5E84-40A9-8AFD-AB5371A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742BDB-7CD1-49F1-AD6C-7EDD65AE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B533A-47AF-4F48-868B-D68F5ADF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D521C-C79D-4AAC-A833-FA143B0B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2E8078-04A6-4A98-A1A3-26BB939D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6621D3-22A0-46A1-905D-A67FE899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2440BE-2975-435A-A6CB-0900C10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1606B7-ED54-4A3A-AB71-3AD1E6D1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2E40C4-DD46-4B2B-8C7D-7D3BA85E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656980-B35B-4584-9D19-0D07B00A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9A6773-8B6A-4867-BEA8-28625E18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9907431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0605DB-7C3D-4F77-8B50-57E46368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E3F9B-E896-4CF7-9853-7846D8F4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23DE3-2A2A-46A3-B1C2-E9840390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CAFD7-EE4A-4563-8F2B-FA4626CB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005CC-7B56-460C-B485-65D54253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3E6E1-85E8-49FB-ADD2-87F56B7B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10DCF-3250-4880-9916-1DAA4232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5C37A-4494-4A53-839B-D59A878A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DE3FB-8E99-4D91-9A3F-BB500D50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26637-BF17-4C0B-9C6F-D4E6A06C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73665B-86CD-42D4-9833-5654DEFC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51E84-7C9F-4E8A-A60F-26651086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A3E239-B9E1-4DF3-B842-ADCD9F23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B2A28-A824-459F-B672-CD9955A8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268D0-A441-4DF2-A7D5-B929E0FB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6B8B3-4475-4B16-8238-4AE3B2CC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064E7-BB60-4FF1-A62A-B8C6CBB6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2EDDF-7EFF-4F06-A7A4-C2E86A8F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89862-E7D6-41E9-A37F-CE1829B3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B090F-E74B-404E-8767-F48056BD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EE8D1-20E8-49BE-9C40-2E4C03C3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B6EFA-D1B5-4EB3-9E39-B5DD3F51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C44C2-5E66-4F45-83FC-39AA20AE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FB1F4E-FB46-4644-8195-A877D7FB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4BC0B-0A04-4601-8BD7-F85D312A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49C593-7A80-417D-B0F9-9069E6B9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1BC6C-2B0D-40DA-9F37-BD01A61B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1CEB56-C328-4974-9F4B-12A4DE9E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1907469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CD535E-CEAB-4AE6-BCE3-D674AF06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E5EA1-976B-473F-9940-ED407C6E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2ADEC-4028-4693-ACDB-5755E534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A5A43-D64E-4047-AB66-831DA9F4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76532-D77F-427C-9557-82D374AE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B0593-DB53-4B85-B111-EC25BAD4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0772D-FDDA-43AA-AA55-7360D656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C56EC-2C55-4D56-BB2C-173EE48C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883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61CEF-6554-49DC-B8C1-35766686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consumer mobile apps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57212-F356-4E1D-8D3E-401AC9F6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конкурирует за ежедневную привычку открывать приложение ради смысла, reset и самонавигации.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80437-D4C5-4DF8-8D03-0A9EAB13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12998-ABF3-4A89-9EDE-2B253F24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4713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AE4A4-07D8-4596-9925-A682C42E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платных поведения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436AA-8606-4890-8E7D-A523CCA5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навигация, wellness-ритуал, память AI-companion, визуальная идентичность/avatar progression.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613E8-0F7C-4044-B795-D7A9D890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0CB25-4CF1-4929-879C-78543D1B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058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1DE3B-6E16-479A-BFBC-6769296D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apps + web + AI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C56AD-EF0D-4D94-939D-39707556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исследование покрывает app stores, web apps, paywalls, соседние инструменты и ручной competitor walkthrough.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39450-D6B9-4E62-AADC-1A94DFED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6001A-82C1-4A00-A57C-49316D5F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0F9880-BDF9-4919-94AD-FD029E2C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15C4E-5F6E-4138-82C0-EB44FE04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достижимый первый масштаб, если creator-led GTM, недельные сезоны и premium-визуалы работают.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0B96BB-956E-47B0-ACDA-D6F5C7AE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E7BE9-BF3C-4A76-B28C-F79DB51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B60537-4C03-455B-AB5C-B2B564A1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$30-80M ARR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6F5237-1879-4766-A382-092BE53C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+ annual + premium tokens + creator seasons могут дать venture-relevant upside.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B5D50-C51B-4DA9-9020-09B39657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— это не один horoscope TAM. Это пересечение paid personal meaning, daily ritual и AI visual identity.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4125D-6A6C-4882-B052-20B0C7FB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4002200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A5FD16-A4ED-4565-804F-2C22CECF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4F8A5-D4A8-44B3-9EDC-D0980758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D706B-4441-43F8-AE53-865F33F8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30FA2-2CE1-4097-AC44-152723BE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2D8C0-B6EA-4C83-92E1-E28902B5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работают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8E1D5C-7752-4107-831D-E0CB148F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24933-E908-494D-A475-F6A6D225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8C921-DC86-443C-AFB6-ABE88747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68C948-C1A7-4D4E-B14C-AF98FF60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C4AA5-FBE5-44A1-B498-D916AE18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Внешние сигналы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0B10E-8446-444F-AFFE-27293483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Rev.now / Sacra / press / API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D79C5-4E0D-4410-AF56-3653A0A7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Revenue, MAU, payers, price, public COGS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41A25-AA28-47B1-84E6-F5A0BAD5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9C86F-3CF7-4E2E-93E8-AEEAE6F6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5AAE0-40D8-4637-ADF3-3E7090F2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Производные бенчмарки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B291B-4E73-4987-ADAD-019D2F70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расчет из открытых сигналов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B3641A-7F8A-481F-BAA6-34C51EF4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ARPMAU, paid conversion, CAC bands, COGS per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7C88E-2E4B-4C32-A5D7-D5012A67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9343E3-EDF8-41A6-A740-37E79B40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DEF6B2-0FDE-4307-A19C-28820F52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3356F-885A-401A-A487-EDB61595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conservative / base / strong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79CA6-58CC-4C6D-80CE-B0895B65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pricing, conversion, token attach, no-free-video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93C791-1CFE-46AF-AB30-1383B288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609BF-DF00-45B9-8340-075FD2B3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6CF6D6-0307-42A8-8963-7CD7EC8F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Продуктовые решения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B1DCFD-FDDF-4942-BAE5-55C694C9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что реально строим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0BB95B-9E17-44F5-8A24-B3F72D6B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Plus, annual, token video, image-first Life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62340-4CA6-424E-B449-0D5C9F42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Презентация не считает оценки конкурентов абсолютной правдой. Она использует их как рамки для гипотез AURA.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053F1-0A46-4037-8138-17D075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865423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419617-A210-4F03-B3BD-649FF5B8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B310C-B4F9-464D-A6E0-EA766646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035C3-2712-4CDC-B3A4-A9C4F67C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AB0F5-1E42-4B80-8345-14EE1B16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FDD68-B9CF-4FE0-A1C4-DEB03B15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4E04D-EBAC-4B71-9762-A6142B58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4CA47-80E5-429B-A889-53FFBDF1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54C04-6EA0-488D-9664-DAC7AD64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AFFB2-568E-4EBD-8C4C-1C2609E4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12514-639B-400B-86E2-FF7141BA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55161-AB9B-4444-9816-99A1E6A7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EE3DF0-190F-467D-A31A-75A3260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460E9-198D-49EC-BCEE-47E25B99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B2DA7-756C-422C-AF26-1B4E8CBE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21F2C6-44AF-4A6A-B620-547831C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D7E13-3A83-4E47-B80E-71ECC56C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98750-EED4-4CEE-B7AD-FBA528AF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5E5DC2-BBEE-4F3A-9F53-481C247C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05248-FB39-439D-A8D8-F46EA56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712AD-F3E0-4428-87EE-B0FB8A01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A2C124-F072-454B-ADDE-42D9AA28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FE373-E197-4B08-9586-4A0D0884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 должен быть достаточно дешевым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F3661-2042-4F1A-9510-472F2DC6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372AF0-5230-4871-8A00-8103E892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6238811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C8BD6E-64C0-4328-A8FF-3D306D87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9ED04-1594-40B7-A63A-DDDF904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436CE-8525-4E96-9AE9-7922253B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FB8D0-B3EB-4D10-971F-3BCAFB4E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0E1EC3-E7BC-40B8-9DA5-4E64A744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AB137-641D-4C1F-AD64-F44EC2CA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152F3-D161-41E6-94F4-A63544BC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A31B0-88DF-41FA-A791-DDCD87E6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B545C-ECCD-4B0F-BAF3-BCA6C7DB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BCC0D-7E86-487A-9C75-DB496E7C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68650-5526-4B2C-BAA0-769D3FC1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F5FB6-13D2-4C7A-A88D-C35D02EB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1C3FE-DF42-48CD-AEA7-7BE84013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B6F0E-4EA1-4192-A2BC-3DBB40BB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EB6D5-0415-4A74-B614-9FC1F937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EC8F8-2E7C-4270-9DBE-8805519D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AA90D-9F82-48C8-BD03-05F8F080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33A823-D424-4A14-9992-28D3D168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F68F3-5E9B-4885-AEEF-F8F819D7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16287-3120-4949-8B84-E5A11D8E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22C38-0848-4E80-A7E8-FB45F6FF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65D721-8F25-4200-BC63-A375F7A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F35D6-188C-49FF-A5E7-4F6E55AF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77D5F-64EB-417C-9F12-E46E1017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F274BF-2910-4C2F-98E0-8C9F0249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0A555-7829-41B3-988C-92B2037F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7CE243-5D9F-4B27-8610-77A46767E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240B5-33E1-4D70-8BB9-4F4DB5CC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8F5483-722B-4B90-BBDC-F853D069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600EC-D8FC-4AC2-9291-57DDC6D5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6CACB4-36CD-4C01-B810-ABEA946D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35861F-BA16-4F2B-8071-A04CBA71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8F7D5-EE8B-4531-83E7-4E93209D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316B66-4DC5-491D-A5F6-8A346A12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D9203E-369A-41FF-A1E9-4E8CDF73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CF256F-4092-4588-B46C-4F51AE59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FA04C9-7BFF-496D-B6A1-17853EC9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949289-9EBC-4580-9586-15AC7FA9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4871C0-F6B2-4F27-A1C7-77975660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554B1E-A4F6-4394-992F-71253188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0783BA-36C1-41F2-884B-9813B05E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13E934-189B-4732-9605-73693053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744967-19FA-4627-8261-46E30053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E27895-730D-4BF3-A584-C556D73A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28E72D-1CF1-435B-A9FC-0E69A109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3F9BDB-BD5D-4ECE-B26E-D6A9730A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DCD991-C0CE-4902-9A41-F8D7A8FB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38D125-A728-45E5-94F8-27FCB6EC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A3BB63-5E2B-413D-8337-1A8ECFC3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7C6858-4DEE-4730-BAE7-8105F661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C41792-FD67-4205-97AF-3195E404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555512-9123-4C31-898F-5100C41C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487701-EBCD-4D87-BCFD-0F1FF33D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14F07D0-7738-4EA6-8FCB-B1DE18B0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E17786-DEC6-4B1E-A411-F316AE27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1C7BE5-ADDE-4422-ABD2-4286FEE2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8919776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77F432-A77E-4C5E-9691-99A45D61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63D8C-CF11-46BD-85A4-789ED8A7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18059-0E8C-4641-A32D-4C224EC2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45317-B0DD-4DE8-B9A7-AF66DDA4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603AC-57CB-4345-AF9D-6D0056B3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astrology-приложений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B868E-2A7D-4B37-B535-125DF358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A91ED-3B0A-4DDC-9FC7-ADB20CE4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6BEF5-5D41-4AEF-9B2D-69076C0A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DC1D7-A1ED-4CC9-93A4-C63D39B8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27D3D-F9A6-4F18-8030-7E42AB60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B55CD-51A1-4A50-8271-607034EE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67EB7-9044-4AA4-A27D-AA4D336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C39D5-9863-4C98-BFDA-4730E722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14B21-01E6-4806-9C13-3818596E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33C69-3422-4992-9066-B84DCA2F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3BD48-7711-4E84-AC2C-BB0542A1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B62D2-F361-42B4-88DF-640641E2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A5ED1D-3704-45EF-B47E-E0DF04F3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$797.5K/мес; 2.7M MAU;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DDF4B-1B6A-407B-8E26-5ACC93FC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B9A4B-8B8D-4ABE-AF02-5BD04956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~$0.30; conversion ~2.4%; $8.99/мес + IAP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F8850-B575-4859-868C-3B164410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A9D1D-2A23-4E62-81A8-1751CAA6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 должен быть 2-3%, не fantasy 8-10%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CA0DD-3F53-4F05-A851-F728CB67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B9CB5-D051-427E-B089-7B7A154A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B9E6E-1024-456A-8AA4-0A50F9DC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0C38D-80A7-435D-902C-9D450C27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$718K/мес; 2.2M MAU; 52K 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6CFA1-D353-4A9C-8B42-EA49853B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A0620-F180-4066-94DA-B3F26E48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~$0.33; conversion ~2.4%; $9.99/мес + weekly IAPs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1AE22E-0CC8-4F75-AE48-EE541E64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9C7163-3D65-4FCA-9D76-21FD110C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guidance монетизируется, но trust paywall хрупкий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6F0CCB-75D8-40F3-8612-50E68937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D52BD-8A31-4CBB-9315-32040E3B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Pattern iOS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430002-2E98-40CA-B49D-A2B4F9A4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74EF04-E08C-4677-BC2D-9E73194C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$36.1K/мес; 160K MAU; 4K payers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D8312A-C41A-4C58-B05B-92836CAF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33553B-CDFA-49D6-BFBD-36CA4692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~2.5%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1B860F-2757-4208-AABC-9A967656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26A479-A6CE-4812-8DDD-1CE37CED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relationship/self-insight работает, но depth сам по себе не гарантирует scale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D4353A-96DB-454A-ABC8-FE7E0B1F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2D53A7-9921-4635-9583-E7726653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AstroSage Android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B8F1B0-BA52-4146-AEE8-A6BDB672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2B781E-4FBE-4D5A-B346-7CAF6B28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$547.8K/мес; 2.4M MAU; 34K payers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66FA7-4509-4B12-9BDF-487808FF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C5DAF2-AB9A-421A-A98B-1233AD65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~1.4%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8E0E40-699E-4866-BEBE-8D3941D0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0A3D0B-6BF8-428D-8AC5-C322E4B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birth-data utility дает большой reach при более низкой conversion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537EBF-2A39-42ED-BF7E-9EB299ED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04722B-2781-4B1F-A833-1575A964A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42182C-CEE5-4538-B5D8-6858ED03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EEEAAF-3387-4CAC-B36E-204126A4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$440.8K/мес; 242K MAU; 11K payers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E200EE-A871-402E-8DDB-EFFC3E33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769E5A-048E-4557-80AF-0F9A1772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~$1.82; conversion ~4.5%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42FDFF-B75B-4666-995D-F1E473A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0A1743-6A87-450C-96DE-4937C8AC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mechanics могут поднять conversion и ARPMAU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9CF6E1-743E-457B-8123-A1F1F7EA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781BDF-43C5-49F9-878C-7DD35672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 company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B7F6F55-06F7-4933-9ECE-BAD7748E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E1DBC6-3F1F-457E-8A56-74F88C30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Rs 1,214 crore FY25 total revenue reported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661205-9901-47FD-B635-6003822C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0A9AE4F-0943-4F7C-89DB-4411AD83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consultation marketplace, не pure app subscription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EBC26C-937E-4C3B-A2F1-A634E9D3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28D12D-8BFE-46DA-9736-09D26C34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human/expert layer — upside later, не MVP core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AB0A66E-0280-41CA-BEEA-0712DF1B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Источник: оценки Rev.now и публичные отчеты/пресса. Это directional benchmarks, не audited internal P&amp;L.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698A46-A542-46D5-A417-C7BC274D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3970855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E15BD6-D35B-45B3-8439-4AFCF225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2BC20-8785-422B-A608-6D01D6CB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7F57A-1B6C-464D-85E8-49D20A5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2A926-C7D1-4FEC-B6E2-EF246C33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15A43-FD2B-4F6D-B629-51FF2ED3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mindfulness-приложений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2DFBA-0015-4314-BA0F-36C00946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0825C-40FF-4C81-883E-A1BB7250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DD626-5A97-44C5-B65C-55984945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FEA78-350A-4A03-971B-0D77C026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36077-A8B8-4F97-BA3D-013EE95B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F6C8D-A117-4AB3-923F-241DB191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9F96F-0327-4A4D-80CA-808E7486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08AFC-0192-4445-97CF-1B5BBE6A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AB7DD-72F9-4B31-9268-0A250AE8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78D8C-8610-4A16-A15F-4575BE83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2F42E-8E5D-4132-9165-84D92F09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brand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AF0421-CC7E-4B4D-AE03-E324E053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1F1D3-2885-4C6F-97A5-EA4ABD00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proxy $300M/год; 4M+ paying subscribers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63125-0DE1-463C-8375-861E4EE5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D125E2-55A2-49C5-B09A-A865BE4A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$70/год и $14.99/мес price anchors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AEADD-9EC0-41BB-8825-79480187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E8916-C7B8-4BD5-9192-3683CA20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wellness subscription может быть большой при доверии и routine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DE445-A566-4E4E-97A5-221586C5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D1F28C-5BFA-46BF-8A9C-3F2565D2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Android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38B7DB-44D6-4967-8D89-249C9446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353530-9FF3-44EA-906C-D061CDBA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$2.35M/мес; 3.6M MAU; 85K 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19B8A-5B4F-47A7-AD34-64C120BA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EE7B13-FC96-4D90-A6E3-ECA280CE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~$0.65; conversion ~2.4%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C33E51-498B-4B37-9D69-228EE3EF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470ADA-EF9E-45F2-9146-A14BC7D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wellness может монетизироваться выше astrology ARPMAU, но нужна retention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08CC6-259A-4C73-9CB4-287531EC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226D69-A5B4-4835-8218-542AFEC2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Headspace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498305-0020-49BD-911E-A1F2344D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C5B8B8-1E0E-4D90-B3C8-BB8EB5F5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~$200M/год brand proxy; app-store proxy ~$39-40M/год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F1CC3B-30F1-4054-8322-12542FC4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E604CC-C574-4B2C-B430-E275BD44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$12.99/мес price signal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54DF31-D7B2-4FC6-AD40-ABA3104E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E5CAA5-A7D2-4EBA-A446-169ACC3B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off-store/B2B revenue может занижать видимую app economics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2481D8-E69E-4CA9-967E-470F4B2F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5E12CA-BBA5-4F0C-8D33-FC6E8E55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Waking Up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92EF02-DB95-4E81-A025-6B5CA13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FC33AB-ADAC-4094-95C9-A8B11B41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$492.7K/мес iOS leaderboard estimate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AB40F8-69C5-4CCE-A18C-539E8502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5DD693-5451-4C9D-B56A-213E1646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$19.99/мес; $129.99/год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F193A2-518B-4CD5-9238-4197BA88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DACBA3-9EBE-4714-8545-A173C8DD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teacher voice может оправдать premium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A9EF62-57BE-42B3-B52F-9084770E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E4355E-2D23-4708-8FA5-5B3817EB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Android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6CBA7B-BD4E-4468-895D-BCECBC85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00D8DC-30AB-4778-BAC0-EB63B98F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$180K/мес; ~317K MAU; 11K payers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E6418A-C2F0-40D9-89E3-99272592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4DDE0B-24C2-4F4D-A4A0-ED253DEF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~$0.57; conversion ~3.5%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24432C-2901-4375-B6B5-0F655E3A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854E415-BF44-4FF2-A92C-54EDDEB6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personalization может outperform generic meditation libraries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DE1281-3654-4744-B83F-807993B9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B3D21F-D20D-4F9F-A47A-E8521D99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Meditopia iOS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400AEC-CB7E-4FFF-8251-DC69D828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7F9C81-A489-4512-ADAD-6ABC0693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$118.4K/мес; 629K MAU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7905D8-7C59-40D6-ADF5-974005C8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EE7625-C3F5-4220-A058-DF1AC02D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~$0.19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B057AF-72B6-453D-A731-31596E19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4D40CC-D81C-434A-8119-CA94EF9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большой MAU без сильной monetization все еще может быть тонким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5FA6AB-17F9-4992-AE6F-1B580D4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взять daily ritual и annual plan logic, а не строить гигантскую meditation library.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0C1A7D-62FE-459D-B703-1C162FBD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57287803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55888-FBDA-415B-9F71-EF8F7932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62F29-FEA5-4B7B-AE84-E72CCC6F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141A6-3755-46BE-AF79-04F11043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DC68C-7919-45A8-AD3E-F44BF6A7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08D8A-097F-43C6-8E75-2498B944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AI companion / 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ABCD6-C773-4BC6-9021-9717FA5D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56FD0A-3712-40FC-9067-3D240F62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86670-ADC4-4A0F-8F7F-4CD09059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BB50B-64E2-4BFA-8DCE-15F322FB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CAAE2-289E-4457-BE8C-1ABC544C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F73FEA-08A1-4F1D-8C1D-F0578F75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2F180-600C-410B-865A-684C973F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 что платят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DBA08-145C-4FB3-8590-81CA773C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8A8A60-B8B7-49E2-97F1-C291811F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7F87E-13F5-41B6-A30D-2CC4264F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268AA-47BF-44FF-AD5E-6BF13A6C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971B7-98B9-4B2A-99A3-6587E408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77CBD0-58A1-4D29-829E-6F5E972E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$30M-$32M ARR proxy; c.ai+ $9.99/мес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51631-5482-43E6-9266-FE254C44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CA7674-4345-4076-96F4-D34DBB96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priority, memory, engagement, chat volume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343795-C948-4252-8B5B-CD54819A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3E5BEE-703C-4B09-A864-916F1B91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может монетизировать engagement, но inference cost и safety доминируют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495B6-AC23-4413-85EB-96A30139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459472-F682-4499-8A0E-02E695FA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D2FE84-A882-4569-A098-FE485D0F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BA2135-47AA-460C-B36B-BBB31C3C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$2.36M/мес; 99K payers proxy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E0245-0F50-41C5-BB9B-D3ADF244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355479-9DB9-40BE-97BF-932DCE67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companion, avatar, memory, voice/video features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7C0677-AE16-4FE2-BD88-D36894EF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74FC19-A31A-40D7-89F5-9456EB3F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платят за emotional continuity, не raw text chat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4EDD71-4277-401F-82E5-1CC3EE23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0BBF41-A2A3-4349-B919-E415C046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iOS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3BA1B8-8A5A-46DD-9F77-22B8F6CA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C60ABC-C9F2-43F5-8EE5-0AED36AF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$1.5M-$2.0M/мес public estimate range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A6763-BD81-4046-9538-B8ABE5BC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C16C56-25FB-4108-816A-BB3235DD6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self-care pet, soft progression, daily loop, Plus features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30DD40-0403-4E94-AFF3-F2598AB1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74AB29-EABD-45A2-9EC2-62CDBCA8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companion mechanics могут монетизироваться без scary “therapy” positioning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30E52D-A3EE-4666-890D-3D1F6F6A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BE173C-0BEC-42CE-8C13-3C3CADB3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D-ID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66D3E0-8DDC-463D-B440-2C4EC1FE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F1BABA-A51F-4E42-AF2B-1F370DAE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API pricing показывает, что avatar video — paid compute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9A4A01-42A6-4A3A-9E38-9F23FFB8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93864C-44EF-468F-B040-7207C6C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$0.05-$0.0667/sec или plan/credit based pricing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750566-876C-4DC3-92DB-246583B1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65B4EB-5E15-4546-B9A8-F32D4B8B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 — premium event, не free habit content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ADC884B-EC6C-46A1-BB3A-B657D57D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75D800-AB10-4DD2-8319-415ECA55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CEAA30-6EDC-4ECC-B57F-C626A4CF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E06EFC-75A1-47F0-B085-4F6B35D9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$9.99-$14.99/мес + tokens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FFFD5E-4EA2-4789-8367-9CA887CE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81144B-DCCA-4991-A362-6AC1AE84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season, assistant memory, Life Canvas, rare video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2F95AA-455A-4DF8-ADBC-57BAF727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AE0078-23FD-48E7-B03C-01877813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должна быть cost-controlled AI product под premium visual wrapper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AC0943-40A5-420A-BFE5-F68EFF01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— не декорация. Он должен помогать пользователю понять, почему изменилась неделя.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70BC1F-79E0-486C-8BD6-1EE16F44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1146649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3B407-8218-4074-84C4-4368BE61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2768F-B86B-4A6F-95F9-9B3619A6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BE959-2115-4033-8EAB-BBD29E81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EEA5D-9847-49E0-B731-925BCE7E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80072-8B31-47F7-BBC6-3CFF9FD0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0600D-F6C1-449F-922D-6A24FF55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0A2E8-D259-424D-BD6D-F2AA853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F17FA-CC3F-442E-BEEA-0C9141AB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0FE963-1941-4618-BAF0-B8CACD1A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3B224-F972-49D6-8ADA-03FB28BB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6BE95-5AD7-49BA-BEE3-3FF4ADDF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D0642-2679-4C74-B7FF-184391A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5D5FF-953F-4185-9D62-16B9F564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433E3-B219-45DA-8E35-87DB21A5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018F1-295C-47F8-94D0-A95817BB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7373F-A532-46F5-8957-8F883CAE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54191-3973-43A0-A6ED-D43C545B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2361E-83D9-4FB8-A561-8260A792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7A642-6B89-4EB9-873A-DBAB37EF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4802D-6CEC-4CCD-858D-2C1E474C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2FC85F-2FAC-403F-9DA7-497C64A3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7BDB2-49C4-430B-BF20-F38C0346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A54024-234B-4DD6-92FE-259A8DF3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5D6E8B-E1F5-4EA4-A5A8-A29DF45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D8A9C5-8292-4D73-B410-23E4ABDB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F3A45-BC8C-4135-8138-6AF9DA33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FD62B4-4964-48D1-AC0B-5832BEEA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BA2A8-4771-4051-8FB1-1AE3120C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670B2-2FE8-4742-8957-97BBFE63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241097-4A54-401A-98E0-2FEBDEA3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2BBC00-55E1-4360-AAA6-D3B5C509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EC88ED-F00C-4DD1-81A4-05A9645E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F590E8-610E-4677-87E9-78C1EFE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C3CD94-964E-4A8E-B5F0-662B6D8E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73B7A4-6D79-4BD6-AF44-014F211F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640A51-FE40-4383-998D-7BEAD2B2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79821D-95BE-4C91-8E0A-B6D3B809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A7B322-C6EC-4614-ADD7-1772F1CB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856BF4-9D66-4A47-8992-DB0CD793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E52264-FFB5-4D1B-B376-9C224C75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569470-DB7B-4605-AFA9-271CAEFE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6599AD-51C1-474F-ACA9-7D5C5743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87D032-C892-4CA7-B5F4-77BFDA30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DE47E9-1415-4233-A49C-7538018D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FFB4E4-5D8A-4A75-BE40-E9054C3C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DF013FE-F700-43C1-9281-4A6AFB95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549667-B4D9-4699-B38D-3619B59F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6D4697-8CC6-4E8B-AE90-EFD2023F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D47B9C6-F48A-4F9F-AC62-28F8969A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FC697B-3F45-4CE5-B3F1-F7ABDDCC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3B2F07-7F74-4D12-BDE7-7B2B3F1C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3D35C9-5604-446B-8CF0-C1A39DD6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512947-763F-45A0-A0E4-3FD984C0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A353BD-47E9-42EA-B742-40AF6CD6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A9A281-FF3E-4402-9C8A-AC809977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7143023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7DB22C-C948-4740-90D2-B298A1C8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61D8B-C5BF-4A66-B9D7-F584E514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EE81E-7D70-43A3-8B78-F0F20739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0C3F4-C2E8-4618-9017-DD3DD1BF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B5AAA-8442-4EF0-A74F-855E76A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117CC-0827-4FEC-A85C-5C7B7CA0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45EDE-3FC2-4239-B3BF-8423851B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4804D-5EBC-41D3-BDE5-4B307214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3416D-D399-4CFD-82F7-9CC5F167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0E047-8147-4DA1-8624-BBADE144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6DCFE-24D3-4270-A157-719B0196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616B0-0BAE-4584-BEF8-4CCEB637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C2543-D0B3-49B8-9AAF-1E90CF90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8C557-4A41-4481-A9A1-4581A9A7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204BF-0578-4339-8785-FF91D9A5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C0D18-40DB-4DA4-9CCE-8AADC258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DE18E-B3EE-4DF3-928B-01C30187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A9B0A8-321D-49F3-A25C-B5763DA8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25F08-3B85-49EC-BFAC-A73B2088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DDDC9A-AA52-4EDD-96BB-B26A6C3D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75B46-E956-4B18-83DF-710870F7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20D77F-7A83-44B0-902D-D9B8AC02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363DD-7339-4A5C-B670-B0A28E21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AE9A6-7670-45AE-B94B-0869D48D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D48291-79BB-40BF-A0D3-DC429C2B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83719-795F-41BB-A171-82CB6A85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3C7C1-D8F5-42FF-93F2-827627AF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01CBF8-F957-4A15-A976-66513449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1E301-BAA5-4459-9CA6-E93A47A8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6F243-8263-475C-9365-0DCEEBDD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784A7-2A7B-4373-AAC9-ACF48F92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B365D4-B478-48A7-AEC1-6351B5D6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EB8F2-FE29-44DF-9377-4BF4B643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F236D7-5745-4046-AFDE-82D1F47D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DD2C73-D1A6-4566-A5B4-0F4C3A42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E806AEA-A0D0-46EB-950F-37AE7AFC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72F4E0-BD6B-40E2-A099-B9B47711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22F649-1CE1-4564-B13D-D09EFE96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3812D9-773B-4BE4-A626-06372D3F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EF6495-36B0-4B14-915E-29D44EA9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7F98EF-3471-4C14-A6C9-70423304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B3B885-2EC8-44C6-9F64-39F27CBD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667825-5AD3-428B-9F26-83DA9E8D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AC9A4D-E8D8-45BA-93C0-0D9B8ABF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67E2D1-0568-418A-8E44-7A88F5E1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EA3B4C-7756-4F15-8649-D404FBE7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6D39B96-4351-44C8-8842-A32A1516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B25794-AFD2-4004-B2C7-404FA1D7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CF30E1-7629-4455-9D12-EF26181C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32FF1C-2674-496C-BF1B-AC186632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EB3710-DE2A-42F7-BBCF-3A44347F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E1BF40-C3C1-48E0-AE60-99854107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18A98A-B7B7-4D40-B7F9-B3572F1A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A56366B-6438-4D4C-9E49-57164C90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DA73F9-1AFA-46E5-B83C-4121BD81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ACC290-A25D-4C7F-A5E5-7CCDE77D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B1BA5C-B34F-48FE-8A2A-87A27745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918B64-03BE-400B-A401-8333BB2B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D18762-0F2E-4794-B06E-9193F5B3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8B1F28-852B-44E6-80E6-8D8A9248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4A7419-97AA-46CE-B3AB-78643ED2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1973967-DBFC-4681-9BF5-1B3CFFE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4E51C3-5939-4D48-B722-E66F2CBC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8CC6CA-633F-4FCE-80D7-8AB5CFA6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2B6D8CC-54BB-4BF6-A372-1DBA385C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58793460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37C357-2E8F-457A-9567-1EB03236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FCAA6-A4B5-4BDB-A95B-5A54FB7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E98C4-3A37-4976-8198-C9BE6FB8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12974-1079-4A61-B922-86D613E8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B83B2-F717-46DC-8807-6F69415E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0D263-6616-40B3-8B00-B91F399E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6093F-28F1-4545-8F2B-70EE5971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AEF35-A29C-409F-9925-A183FFEB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DAACD-0112-431F-862B-0054A1AA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AC080-8652-4848-B6EA-E3A943A9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16BE5-8888-436C-9C89-68BA3A1A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274F5-82C2-4DE9-8FE6-42CD58C3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6D175-85F3-4D7A-9183-6CA91F19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5ACE6-392C-4BC0-BC21-DB4CC9F3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BEEBF-D159-450A-A4B8-EBC75706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D9B5E8-672B-433E-A5BF-166AB3F6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DD7D05-0F89-4D20-8F04-4435DA3B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EA351-C8CA-4911-AA67-B50175A3B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D58C2-EA3F-4E97-92E6-670E58F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B3FA6-4CB6-4B39-B47F-CDCA168D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2B96B-04F4-4D60-AF8C-C0048A59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4FD4C-0927-4A88-B0C6-184A024B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C97F8-24C7-434F-9E8B-F9B6C79A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144C6B-0FD4-4250-9F78-525167A0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B70157-3DA2-4DFE-A9F5-264033E5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CCE44-4EAA-4632-ABE4-91EC35B5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9D33BF-029C-44A2-A126-4595B0E7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E51C07-5C3A-4FCE-B996-5215C84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E41404-A60D-4B5F-A06C-462C874B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7E0BB-8B1E-42D7-A629-4F40E412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1C8EED-1094-44E5-BBBD-27B4B39E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CAFFFF-9D35-4C05-8FBF-99805BE9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BB3DCD-D711-4623-A0BD-803382CC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C3EE80-FBF3-4D1B-B16E-28379138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1321CF-9274-4E2D-A7BB-B52A90B2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2AE40-1F8E-47EC-BEE3-ECCDE991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C82E8C-ABC3-4957-8C5B-8ADB1639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F8926E-8D4C-42C2-9F91-CAAA4A49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5FFFD9-71C9-4DB7-96C7-4A113EA6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1ABF29-2B52-40BA-9F75-EB7A1B42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1E1538-E3D4-4364-ACEE-324F639C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F4B365-99B7-47D5-B226-8013092C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C7F622-F856-45C8-ADF1-27550B7D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F48F32-CB1B-4AA3-BC01-2A28E47F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3712C8-BD06-4097-840E-4391407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039A4D-F598-4049-972D-38295F27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36BECA-B2E5-48CD-B74E-92AB8B03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1A8786-18BF-4B8A-9A56-0977A0C0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EC4C8D-07B2-400A-BDC8-30BA3ADD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AEE420-75E7-4844-A049-53304E3C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EADA3F-5399-4AB1-9C84-F8BF4AE8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6822CFA-71CF-462E-9CF9-C714B4EA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5C7733-55C7-46A9-AB89-9907792A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0B5230-FE9B-44F4-8390-0BE5FFAA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4FBA4FB-C4A9-491C-8623-72F03897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E887A4-D4BD-4760-AD54-0614E40D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B25791-264C-4CDB-AAAD-D293408D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399F7F-F7CE-4F6F-BB79-4F1F2F83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A77C84-A215-48C6-AB84-3C61279C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E28C92-0982-4757-8CDF-CDB5F61F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979FA2-820C-4EAB-A488-7A2F55B5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E9E022-D99C-4DBE-9E4A-9B64D834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754F53-2FC8-417A-808F-0E06A5A9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47E679-21BD-44C6-8DF4-7B69E0FC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2722CA-5E16-44E7-9AAF-261E4DDD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389559403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3D94ED-8FD9-4EC8-988B-642EA61D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8D8E3-4DE9-43B0-A02B-A3F40AB4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FCB7B-258F-4616-B3E5-15B355E4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3E472-A309-451E-8126-05C234D7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6348D-9957-4287-A108-1B058268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От бенчмарков к модели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D217C-482D-4563-8ECF-FF76DD89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5325A-B428-4EF4-9C15-16E24F15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726EC-5AC8-4A33-844C-C11E1318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Вводная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AAC4D-CE1C-45E6-80A6-2B9B048C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097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E0271B-788C-4468-B7D0-82051F8B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763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 бенчмарков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E1795B-2E42-4ECA-95DF-FC709846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18EC3-7150-4E9B-8DCC-52804627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763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Гипотеза AURA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504A0-5C82-439C-BC2F-C8A8890C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4097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A1FBC-C3DB-422A-8EC9-90DCF4CE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4763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это разумно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4C4AD-3FBB-4F6A-84A7-F91DE01F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1358B-5637-4BFB-B0C6-337D87F2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0C0D3-A0B3-4030-835F-113D3DD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574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A9A8E6-C658-4A97-85A4-407A1690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240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1.4-2.5% subscription astrology; 3.5% Balance; 4.5% AstroTime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38E8B-B25C-4F99-84AB-833ED2D3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574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77A15-5305-4A8D-843F-20A6ECB0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240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AA233-1D62-4091-97BD-674BF95F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574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2A651-5A82-489A-B644-9AD2E1ED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case предполагает, что value доказана до paywall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A9985-AE48-40E7-97B3-0F8A9FAF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FE106-8DC1-4BD9-8D9D-65B1F7A4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A7615-9273-4926-936E-8811586E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051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91695-2259-4E76-980E-D6A4A4EB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717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$0.19-$0.37 subscription astrology; $0.57-$0.65 wellness; $1.82+ urgent guidance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9BEE14-8404-441E-8DB0-38E863F4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051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16D733-8025-47C4-BC63-410AA10D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717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3C1A90-4D10-4C80-B716-04293E67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051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655B39-0710-485C-9571-CE409509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717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быть сильнее generic astrology за счет visual/token uplift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2B2DD5-A260-49D7-961D-797D32C3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EC2DF3-00F7-4F06-9CE6-6A6948E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21B997-FA00-490F-87DA-4F9B1825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528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53F9E7-BF3D-4E97-A4E1-C16F83E8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194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$8.99-$14.99 common paid band; $19.99+ premium teacher apps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E53785-5CDE-424D-BB46-E9AF1B28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528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ADAED4-AB79-48FE-8D40-DB4C6DC0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 base; $14.99 visual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AD838F-9D13-4949-A343-CB6E6B90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528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5084DE-5C42-41F7-A085-300938CA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194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появляется только как верхний тест для video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417A37-8DBC-4319-AED8-1B8BF476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3D377F-6972-4A94-8D40-8C7DD82D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CE57A3-90B9-4E5C-99B1-25777576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027C98-4DC2-48BE-BAF9-2A9B354A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671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~$0.40 / 8s; Veo ~$4 / 8s; HeyGen ~$1.50-$2 / 30s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343DBC-AA19-4FD3-9C11-EC5823D0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A40114-D566-4A32-9C3B-42656A56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671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Runway clips / paid month; no free video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32FA4C-0FAC-47EB-99F6-8E6C70E3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005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603E64-AF10-4B55-92BD-F5468D60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671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video можно держать в Plus только при лимитах и capped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500ADB-AE00-4665-A00E-EFACFFD9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0F83A3-9233-4C07-9FA0-394A9415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B0C61C-6C15-44C6-BF8F-586480BA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22E7F0-71D9-447E-8EA7-50CF5ED3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148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$50-$150 organic/social; $150-$500+ paid web2app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0E095B-C08D-4849-A25E-FCB66EAD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482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E02BAC-9FBB-4FD4-9F81-35895D4E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148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 base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241288-28F8-4BD8-80E6-1B2D6266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482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AF2F5F-6BEA-436C-85F0-DFC80D5B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148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acquisition только после retention и paywall 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9DDF840-2218-40FF-9F14-D06E8BCC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важный мост: данные конкурентов — не готовая модель, а guardrail для модели AURA.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720093-23A2-43E4-A172-75BF7BB2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4116156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A70A09-6F4A-4760-973D-24161050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7BEC2-80CE-4777-B3CF-10A1EBA6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8408F-8626-4DD9-A07C-A2FFB6B9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0B991-7903-4BAC-8E0F-352BFCD5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A0C3A-CF0F-4B27-B15E-E2EC4894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623FE-374C-4E8F-9B8F-D269E02C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504A3-7380-452D-80C0-E8DDE779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25241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1A6BD-B246-48FA-A8E6-225E749C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6210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1B802-3E5F-4344-8285-DA1757D0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D4F0A-A50A-435E-94A5-3E1C4256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D1970-8743-426E-9A53-2B630C8F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B121F-EA3D-4D90-9FE6-BAC27214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70A22-DDEA-4443-A3AD-7FE4238B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95789-6598-48EF-B264-204F9DBF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A37010-08DA-44C6-A60F-8D7F1B2B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D5675-3A0F-4380-92DD-43DD1262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F03695-E78C-4DCA-B2AB-9987EAC6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97481-9D31-4C8B-839C-AA8AB279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0433F-71B1-489B-934D-B53D21D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9E73DE-BE3E-4833-980C-D9B6CB9C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290E0-95EA-49ED-9D6F-8ECF04C5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887FE-E116-4572-8A7B-A3D8F73F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7DA5BB-70F0-4678-8B60-729ABADF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DB289-4CDE-479E-8B2B-385A40D1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1FA82-D31A-4356-91B7-860697D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8C620B-52B3-4C46-9E26-B8BB7752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9B1411-729E-4751-958B-62313C70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464403-2E94-4FD2-B123-75B7EDF7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8187A5-3CE8-4E38-8186-03FEA2A8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D0BDCF-F7C7-4214-AD0C-B7599C9E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42AF9D-1798-4D9B-BF3B-A75BBEA0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4A14DD-1F10-4777-9846-6D184D17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C2C063-9621-4797-AA78-ACA93EE3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C73A35-9A53-4F19-953F-ABB5E6A9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08BAAE-3F12-4C59-BF19-3ED077CF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8D596B-39FA-43EA-ADF8-ECC2C388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C8A0EE-E4DC-4C6E-9651-FC226384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21459D-54C5-4E0C-9904-F0113712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556F10-0AC9-4B56-8C8F-D964EB3E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6AD0EA-75C7-4A4E-9E90-35EFE7C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C9D762-376D-4AD7-ABBC-2F1CDF5C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B29FC3-3DA6-4333-BAB3-86A7CCE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04A9D8-CAAE-40B6-A764-8EC56E3A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0A66BB-5D52-4CBF-915C-B8ED9B4D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F5B215-B81E-4DCB-83D7-A29D07C1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2036A9-EAA1-4C70-A695-8A59DB58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F35C59-D619-4307-8AD3-E57942D0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C6F4C71-4256-436F-9A7B-0D41D3B9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6C0C86-C563-4B70-A383-C816C9F1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478A58-6835-4C76-99D2-8D435C75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9B15F5-A58E-49F1-B648-E593B1B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448B44-1DB6-45A6-82A2-55396951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78984D5-E546-4CCE-A6D8-AEE9CEAB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3722D8-837B-41A5-A845-2E8366B0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9F6023-AEBB-4BAF-A6C3-8582B274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5EC69B-B278-47EC-B5FB-AB841383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CFD07BE-4205-4769-B8CD-E865B9C9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087D37-7144-4114-AA6C-C58FAC07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1FA23A-987E-4ACB-A41D-9EA416CC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C6CE3DF-3E96-4B1D-BF74-451C0EE7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E3F060-E516-4C47-A0C2-65531502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52B7CB-7995-4D03-A9BD-D58E3514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6DACA4-3C24-4692-B3B5-D489BD6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120C4C-54DF-405B-9800-AE06350D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3B8C3D-E6ED-4861-8ECF-17BD91BA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F6A97DC-FBA2-4EFD-8068-FB4276A9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4B257A-0C27-4475-B405-4B0F5B2E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1F75D5B-53B3-4D4E-A618-C145A9E3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251D676-15DA-40CE-86C6-A7E295B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B340502-F222-4F39-8B36-6EA7860C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0168A0F-AEC9-49A0-8E8D-1330D3F5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8869534-6E40-45D8-98FA-E1F61312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A667C1-80B5-4A4D-B75C-B5D7ADA9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B2BE24-DE2F-460F-92D2-7D315F9F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97E360B-510C-40BA-AD67-2C2ABE3D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C538ED9-CD1A-41E2-8A3C-6D1D98FA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D3B2790-9F53-4CC2-88A7-E649B4E2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CDA660E-5551-4CA0-8E65-EFBAD518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6E9E8B2-C3AC-4561-8AF6-C551D40B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564079A-FF14-4D72-9A2C-73955C06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4257593-6BE2-4A47-91A9-19E80D8C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334AF95-CD73-4D43-8D97-694084E8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7DCB35C-4A32-40CC-810A-16435A46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90854075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06C94-91B5-4CCF-B354-669C2CCB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966E2-A619-47E7-8460-BE2B7F62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F23F1-8CF1-4CC3-B05C-866D2593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8A100-ADCE-43C0-B52C-10B79F9E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D38CD-A780-418E-8604-0E2EE2F1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78806-D212-4CBD-8FD1-7A508CB6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C17E89-319A-4B10-B0A4-00D11481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9454-D78B-4724-8020-6487F4D1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EFBD9-8E2B-4210-BD8F-6D685169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144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0AFA7-8299-421C-A091-3C05FE132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3811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78C35-8DC7-4E18-AA81-A59BE5AE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3144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0887B8-A201-489C-97BA-9277D194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8112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387026-95DC-46E6-8E99-9F6E07ED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144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75383-ABAA-4477-A366-F364E04B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8112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8A7EE2-3920-4478-A0C3-A39EB9FC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525F9-789B-4E1C-AA82-5C250393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32136-4790-45A4-95B2-8C24813F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050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FBCC2-CBD4-4611-988F-067CD073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7167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57D015-2A85-4EEC-84B3-8F5F53C0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050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7B07B-DB98-4B80-B787-C69426BA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7167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19447-08DF-4BC5-AD51-4118F27F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E1CF3-C2A3-4048-810A-5975E2D6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7167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D8AA2-BF7D-4738-B151-A58FB5EB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2BD9A-B3A9-4D09-A482-71E8A4DE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54A59D-1248-4A11-B297-71F5BE76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955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E13B2-6564-473F-B707-9BC34A8E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622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7A58BA-9415-4F7A-91A6-3C773136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955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11148-52A6-41A1-AB0C-D05308F8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6222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6CEEF9-C0E9-4235-9460-32C90E0D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955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3601E2-ED29-4C8A-9A02-F577E6D9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6222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54CE0A-9629-478E-83CC-687B9A8DC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27B757-6535-46D0-A4CA-D8F1A9E1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7CE19-2F09-45DE-9B20-17C50C5A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861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B406A2-81A9-4967-B611-A9A09ABC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5277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83C795-8971-45AD-8336-C39B7200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861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D0E760-E64C-453D-9F76-555BFAD5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5277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D5A7D8-515D-4CD6-98F8-8AE38B30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861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A04293-D8F2-42DE-93E8-93422DD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5277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5580B7-B7FE-4266-B504-C2751298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DD20EA-96E1-4821-A261-747E703C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3D505A-8B42-468C-B633-CBE5DB4E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766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48E961-24C1-40BD-AABA-BE9A7270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433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904843-F1F1-4B55-BC4C-AE7FD1F6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C59F4F-7587-483A-86B6-976E8566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4332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E1244B-9BA3-496B-B835-2A195FF7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0B665F-BDD6-4897-99BB-9A9113A8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4332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BD8F85-D7DB-45FE-93EA-F35C1FD1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76512A-3203-4D2F-B501-62A323C6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53092C-9638-4856-A895-E8B00B16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7E5138-056B-4EE2-B159-5CE651D0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54F5E8F-2727-4EEF-9D13-FC777DEF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8D82AA-1D68-4FA3-BFFC-19A391B0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5C040B-7B34-4154-9D2E-6C505F03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A8F6B2-380C-4CA0-BFA9-1A72EC5D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A3C183-C3FD-42AE-A5D3-2324C3AD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FD78590-7BE2-4162-9D16-74DAEE28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4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EDC336-DF5B-4178-8995-447D03AE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577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AD6586-14EA-4085-892F-26F2C1BB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244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52E63E-9596-4620-936E-AB51AE6B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57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5DAB81-3444-439D-B17D-97B59FE1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2442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B730C73-848C-41CE-89B7-D34A6023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577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0C5BEDC-0597-4A21-B9D4-6FC64732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2442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E717CF-2569-41B0-BF8E-E2B2511C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4838188-B45A-496F-9B69-1FFA594F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5A0C51-7151-42B4-B9F1-96118E28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333925483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712C8C-4715-4A59-874F-5D58FB74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3BB42-4820-4D3E-B742-98387368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573FB-5F28-4196-9D41-8FAEDAD3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986BD-6125-476B-9709-4B1BCD55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33BD2-2CD3-4A58-B3C5-23B2E454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Бенчмарки стоимости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C4652-3803-4C5E-8252-A124E3C1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B515E-4C97-4C1E-AC6E-44B5DD9B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C6255-595F-4C3C-B8EE-20697AD2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8F627-678D-436C-B72B-65F9BBF6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428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3231A-1330-4F44-A365-558C18B1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Provider /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BBE0C-73B9-4F41-AB86-EA28227A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741F9-2696-4399-AD8F-76CEF4DF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price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09D0F-48A9-4DCB-ACBB-3EA061EE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89F8E-73DB-40C4-A738-2FECBB09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0C60A5-09BF-41CC-BA99-391BA690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C7F86A-B4A4-47E2-86CA-E86FB0EC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748FF-6482-405E-A181-ECB2F2AB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431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DDC9F-D97E-497E-ABE9-8454362D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97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GPT-4.1 mini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EA93C-C22E-4109-85C6-53A110FC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4F7D7F-BB4B-4FC0-AB25-3DCD1A1F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97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$0.40 / 1M input tokens; $1.60 / 1M output tokens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DEFF5-027A-4FDC-B509-5FA3C1BC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788104-EE90-4D90-965F-E244D84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text loop дешевый, если prompts структурированы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FC53B-346D-48EF-90D3-7E25A9FE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4B8A6-B483-4195-B884-82936FE0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F049F0-2C46-4992-83EA-DC35B200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57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BB397-95AC-494A-B64C-4743B543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241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Images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3EC57-CBB0-46A0-B76F-9883F432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E278D4-8D64-4316-B600-A1A01947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~$0.01 low / $0.04 medium / $0.17 high per square image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450AE8-8391-433D-80C7-73FF9C27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BA25B-3687-4CFB-B271-F15A239C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можно включать, если image count capped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AE6D2E-A4EF-4221-A4B7-CD0E8AE5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EA3ED-F565-450F-9EF2-31565926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29386A-7245-4A47-A066-35E62FDF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097227-2A43-439C-9E43-D0A5586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84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Google Veo 2 / Vertex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741A9D-56E5-47B4-91B5-4D9332C4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194939-E812-4275-94B9-07D15305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~$0.50 per generated second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BE2F9A-39EB-4629-9528-35D151A0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422EF4-55E2-4B2D-A3E0-573494D3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$4.00; нельзя делать free daily content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59FC3B-37E7-4763-811F-1E9EBBF4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E36D86C-92D0-4D18-AD8C-006CDD1C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13C087-6D11-4B1B-8491-CB9925B6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40CCAE-AED4-4A35-B042-CB3C1F82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API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90BD43-4A6B-41EE-B099-EB178FB6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FCADEC-445B-4061-96DF-D80E8C66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 per 5 sec API example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6A26C8-FFFE-4EB7-AE8A-C51C7CE7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8EB2A7-AEF5-4D73-8D70-C6181D86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$0.40; подходит для тестов, но нужен retry budget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672A90-2F17-4233-AD52-92C89938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E2A4ED-8AA0-4146-A2B0-9029CF85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model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5C4FDE-94E6-48D7-8AFB-3E8BD22A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619EC9-9840-42A2-8EA2-D8D888F0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671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Wan 2.1 720p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701986-460A-49FC-BC87-BC2F29CB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7D952F-F451-4C4B-8C25-DFEF7E9A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$0.24 per output second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4100A3-6E81-40EB-A100-F868951E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5BDC9A-761D-49E3-9E54-A1A31E7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67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$1.92; лучше как paid token / milestone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F0FC2D3-E900-4C47-B0DD-D3E79E19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C0FFB8-1853-46A6-9DF8-6FFC9A8F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8562C9-A4BE-4E3F-844D-5A604230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148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736C06-BABC-40FB-96D8-2D25C04C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815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API Avatar IV/V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65ACD7-312B-4C5C-81D3-0516F395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3ED88C-9A9B-4D08-A78A-A8E77016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$0.05/sec photo avatar; $0.0667/sec digital twin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E8813B-B794-4605-AB90-1F64D531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B4B105-3CF2-49AA-93ED-657555EE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81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sec ~= $1.50-$2.00; не default daily loop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CB16D3-59D0-4401-BC67-54755AE5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B1D071-6CB1-46D6-99EC-AB6AE69D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API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7B10ED9-9A04-475F-9C1E-00F6B2C3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292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488D0B-33C4-4B1A-BA5F-95233728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D-ID Build plan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B3E9BF3-89A6-4180-9F52-19AF6CA5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FF34541-070A-4ACE-AA31-347FDC7F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$14.4/mo annual plan; up to 16 offline video min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E1D021-5CCB-477E-A364-D6148220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8149D8B-78FD-442C-82CF-A127C12F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95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~$0.90/min plan math, но limits/watermark/credits важны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529500-9B3B-4BBF-9EE6-7CB09641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цены — public API/pricing-page signals на июнь 2026; exact billing нужно перепроверить перед закупкой.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DAFDB0-F39B-4406-815F-B755E480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Источники: OpenAI, Google Vertex AI, Runway, Replicate, HeyGen, D-ID, Luma public pricing pages.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55E4AE3-59A8-46A2-B5D1-4BA2A091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070691586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70B3AD-676D-4879-A41F-145105AA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F0CED-853D-476D-AFAB-9517D81B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E06D3-AB1D-473F-B30A-10302BD2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B2D5F-282A-4392-8C8D-45734B0E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8C5EC-C25B-4690-B420-12404518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пользователя /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745ED-55B3-40C6-AA72-6CD8495F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FBFE1-2D1F-4822-A461-0B4AFF74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F6018-A433-489D-86A8-106A26B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Тип пользователя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DABE9-5F24-4B9F-B42E-BB31B580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668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E604A-6DBE-451D-815B-45EDA40D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335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Usage assumption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3F269-8637-446A-B25E-8D69C0AB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668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7B31AF-AF45-464F-874D-5F85CD6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335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 AI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4C91D-0B11-4A78-A221-CA8F488C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F4BF1-848D-42C0-9672-9B79AC21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335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Бизнес-смысл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BC905-7E87-4BDD-A63D-8FD40FF4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90C2F-94BE-4354-A929-431B189E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active 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3F982-8D0B-4111-9520-BCFAFB5F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9ADD3-FE14-4FF3-ACD3-6C31B53D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859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text loops + 1 medium image + no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E38DE-E161-4447-B09D-459C80B0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A0801-F9C8-47C9-8B1E-C35B0817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$0.10-$0.20 / MAU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C2489-BA43-44C3-B28E-87F9DA9D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285E28-4DD4-4B75-816D-E53028B7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безопасно, если onboarding capped и нет free video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0437C-BF1D-47F3-84A8-200457BA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D5E15-FAD5-458A-BAF2-1756602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Engaged free user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9E124-E9D9-41B2-B1EF-F0E9E227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427E1-BD4B-486A-B785-3768D63B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384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 text loops + 2 images + no video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5B58C3-83F1-45BF-A66F-49EBCF0F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921E36-3946-4CEB-AADF-F514CAB7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$0.25-$0.45 / MAU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E29A03-4B53-4B71-B72C-BD80B319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A7182C-7061-47A6-861F-FA5F2AAD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допустимо только если видны retention и conversion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C029F6-1EC4-4153-9064-14C905A1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656A09-DEBA-4F96-9C78-81B14166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с Runway video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1901C4-962C-4166-BEEF-F6E1D05F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B6C39F-4594-491D-A01B-D67B4133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cards + 30 images + 4 weekly 8s videos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E039D-87AC-4FCA-961E-86AA0397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74D0E0-BB10-43EC-AEB1-8F2FDF91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908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 / payer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2A633F-6360-4349-B974-E1C6352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4625FA-815F-4DA3-AE22-A0DCD13D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 может держать margin при capped retries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50C34D-5A4B-42B7-BAD8-B891012D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99691D-3AB6-4C3E-85E6-3363E21F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с Veo video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2E08B5-EE2E-46B8-9981-DF07A145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F31E17-C229-4865-B328-481B7D6A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 four weekly 8s Veo clips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EA4CA6-F45A-4703-A9CB-87C4F6D5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BA72EC-0BE2-4AA5-88DE-F305996D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33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+$16.00 before retries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26E263-D622-4C72-9A5C-523C7BC6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AE4B38-1DBE-47E1-A01C-A93CEF6C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слишком дорого для базовой подписки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B01B0A-FCD7-44E4-A456-E0D7728A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C9F52A-EF3B-42EF-A043-E4CAF0A0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avatar token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8ABC1D-E241-48A1-82D0-1F229CED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8C23A4-A9B8-41DE-8D1F-2B93E54F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talking-avatar moment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72566D-5136-41A3-BBA8-ADD5F4A8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B40220-EC9A-48C8-BD3D-8D0A9449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957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$1.50-$2.00 per 30 sec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97CDC4-134F-4BFF-A169-46879C3A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3FDC27-A360-4639-84D3-32ABDD7D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957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отдельным pack или milestone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394AA9-F0DB-4D5C-B804-A48C472D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BE5595-7A20-468C-A6D0-7814DA0D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High-quality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3A9B36-E613-4164-B7D0-1EC2589F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815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D81DB0-A4A0-4378-A9E5-5A3409B0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/ Veo / premium model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7F603F-84D3-4C0D-A67E-6B3B808C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815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DB6130-0AC0-4E67-AF36-78E40221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482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$1.92-$4.00 per 8 sec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757373-1396-44BA-BE41-379B86D4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15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510A8AD-915E-4053-93A9-66229747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482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token by model quality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5239FD-CC9D-408B-9EF7-548D3EB3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72E646-5059-49EF-80D7-73FBBC2B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0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= LLM tokens + images + video seconds × provider price + storage + support + failed-generation buffer.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1E9EEA6-6437-4E72-9078-0DA2DC01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product может быть дешевым. Weekly video жизнеспособно только как capped paid subscription benefit или token.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309F94-3615-4832-9369-A32AD2C6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3255142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DF998F-2E0A-44C5-83B5-3DCE4CA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1DEF2-395F-45CF-8148-90F38204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CFA0D-5DD0-44E0-9A61-2C28E8B4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D0ECD-B266-43DC-AEC3-9386194D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2BCBB-F0C6-431D-84CD-15499402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Stress-test стоимости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84FA9-7634-4B9F-8067-68502F5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D37EE-5A50-49B6-89ED-AF0ABAD5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135CA-EA4E-43E8-B76B-F245D295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2EAB4-B170-4C7A-9B46-E927D592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2B8BD-2D86-451E-91F0-5B3B812F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F37AF-A60E-4A6B-B5F2-74462554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C5611C-5A03-4B6F-B622-E6E7C98E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1,000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0DCFC-15B1-4054-BC33-C4585AA3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BEDD0-67AF-4567-8E2F-646C7285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10,000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1AB36-ABF5-403E-AD49-EAE1C66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EBA09-DF18-41A7-A3CD-53B5ACDF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41160B-2591-46D9-A9CD-F913F8D1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9543CA-74A9-4A4A-8D56-6FC0AD4F8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Runway clips / payer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CDE65-94DE-4853-90AE-1F59BFE5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FEC31-C1CF-44B0-9697-8784780E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240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3D0A5-2F6F-4616-AB18-6F5D9E3E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B8B41-4BAB-4DBE-A526-4E65B8DB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EE3C08-650C-49DB-8EC0-80FD0D8C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4C5F4-EF75-4619-8F12-97F98049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8003E-4AE5-4360-845C-9556ECA8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8315C-1E72-4006-B364-D3675FC2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240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жизнеспособно внутри $12.99-$14.99, если paid cohort реальный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8A039E-6DF3-479C-8A5D-73AC0B90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6B24E3-53D1-498F-B155-DAF9341C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Veo clips / payer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820458-AF93-4FCB-9F82-7B29A22E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8E871-ED8A-4AEB-8A9F-6D19F004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72C1E8-D078-4675-AB49-10A048AD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068B9E-71B9-4CC9-BC30-606594DF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D8630D-4349-42BE-9B40-FA9B1084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ADA764-6E9E-4965-9B58-5D3A6D4E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765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EAB54E-8A64-48AC-8D54-DEF7EE67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BF9479-B48C-42B1-AA20-8C2A44CA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жизнеспособно как base subscription bundle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B3414F-7153-44E5-AFFB-83353A54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D6CE34-F6C8-4CC3-A01A-E5ED969B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Runway trial clip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A240A9-C309-4011-B242-74D3112E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623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BBE3B7-D7A1-48FD-AAFF-480190FC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289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51580F-3F51-4326-B066-C01A9A6F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6D5FDB-3992-4443-8ED7-78AAEE44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$400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610516-CC9C-4113-B656-BC67782E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AA5503-4CDD-4340-AF60-E9E391CF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$4,000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BC29E4-1852-4C7F-B3B5-7789743A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8A2753-8F39-4FBD-AB17-F0A0072D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резко поднимает paid conversion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D57A30-B8E4-40DC-ACEB-59EBAEDF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0857F0-99CD-4D2E-86E5-31D3EAD4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premium Replicate/Wan clip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529EF4-6982-49D2-8541-F0901D4E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26A12E-F274-4009-B147-2768A621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814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$192 COGS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EA48EC-535F-4A16-8575-68FFBAAE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DD20FA-D04A-423F-B8E0-E987209E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$1,920 COGS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585EF8-23CD-49B1-8DEC-86124CD3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D13D45-94EA-415B-B4A3-2690BEF0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$19,200 COGS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7D1A44-DB6B-4425-8033-09993D3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2443C9-1251-4839-B5A1-9FAF30AA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 $4.99-$9.99 token или bundle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830948-CBE3-4264-9AFB-A92D5967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0B1883-832E-477D-AB12-C428D6A5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paid 30s HeyGen avatar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468B8E-29D0-4B54-975E-BCD3FEC3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67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710C79C-EB9F-4AE8-874A-13268ED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338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$150-$200 COGS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3BD35D-833E-4787-96C0-1BAE06B9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20F2D99-5B0E-443A-A7D9-7084B871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$1,500-$2,000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481807-94AB-4C72-95E0-C6A1CB84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2F8893-6F9A-4C72-BC4B-2254847B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$15,000-$20,000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E8047A-584D-4F94-8D19-44264F26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EF714E-92A0-407D-A317-140D6101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для premium forecast / assistant moment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7A3B1B-8FEA-48DB-AC06-CA81206F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0D09A5-1AAD-4083-BAD5-36074015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Life Canvas images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75641F1-4C04-4B6F-ABED-8AFF8907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9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412BED-6FC5-474A-83CD-8A64B75E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863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$60-$120 COGS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607F68-DE4F-4538-86FB-CFCDBEBD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4A7929-EF4F-4867-86FD-BD3227DD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$600-$1,200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06BB32-CB9D-4CC2-A9AD-DDECD06C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789F3D-54CF-4D0D-9B2A-A2F5737B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863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$6,000-$12,000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E404A8C-5C25-4AB8-89CA-7748593B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5ED467-ECCB-40C5-A23C-CA9482C5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только для paid users, capped retries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5AE5E7F-3F9A-4758-B766-168FEBA2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Решение: Runway может быть weekly subscription video; Veo/avatars остаются premium или later.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03B098C-B894-41A6-BACD-E55CD279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2165910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A8470E-0F2A-470A-BD34-C366568F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19F90-E3DD-488C-A7C3-F97AAC0A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4E9F6-E42D-4D88-BDB9-AC32C846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21454-4205-4A8B-B3BA-E91F725A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439CF-9A78-4BD9-8EAE-8E4E88FA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Базовая финансовая модель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D98AD-2345-493C-84CD-D419CA18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8D7F8-5565-4CB1-8A91-BA1F5EC5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ABBFB3-9F1D-455E-B324-47E0525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09A11-1832-48E8-A24B-37F4ECA4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B47F7-5DD3-4C26-8AE8-658616AD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93C7A2-3D2A-490E-BDC9-E3FE091C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262A9-101A-4982-B41B-5D2ED32E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75BDDD-DDD0-4164-90A8-5341490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9F5C4-0774-4011-A0A1-3CDF7477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BB2E7-ACFA-40BE-9DFB-ED97B263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1F848-97BA-43D7-B58F-5E1C1278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6AAEBB-7C34-4D14-B563-50B3EF36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5E901-0E6D-49AD-8E2A-6ADD99E0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3BC32-E141-425E-BBE8-2DC805E5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E2FA7E-813A-4D72-B164-A11CB612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6525D1-AE14-4D5A-9DB6-9CF03371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42B6C-EA91-4419-A2E0-53197633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210732-04FF-423D-A0BC-EC97E06E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6649B9-1642-41AB-AA28-A1F7536C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66152-F214-4365-8860-2F5C0D2B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D2FC7-73EC-4D31-AD11-20C3C06A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24DE11-8D3F-45F5-BDBC-E7D3750C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CFE548-077C-4755-9E17-F1F5F6B3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90588-682F-47C3-A432-EA7614C7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07E58-C91C-4E64-9B43-197EC6C2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6,750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AB2621-6B1F-4DBE-99D4-5BFA95B1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D87A7F-8B6F-492F-B778-F6B54556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Gross subscription @ $12.99 blended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6FCCB-6966-44AD-B7BB-1FF13520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8E88E1-5C0D-4C67-BF30-CC8BCE14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$1.9K/мес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C4A5E2-3D8E-4578-8464-6ECCA2E4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19BC76-A594-42D7-A991-0D216AA4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$19.5K/мес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8E3CDA-02EE-450A-AE51-777D9662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2608DC-0804-4A72-860F-5AC5E081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$87.7K/мес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19535B-CC4C-4C81-A571-DDC08974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1BD90A-A3D2-4C2B-8A29-113F4089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 после 15% fee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5088C-112F-4E5B-A525-62AA15A5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18D156-BC40-49EB-8AE8-A4D71A3D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$1.7K/мес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83D18A-B1BF-4607-904C-46E40FD1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060999-B7DF-4596-A29D-7F10974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$16.6K/мес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2368AB-A1D4-4822-8D2F-12543E4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224822-7130-4D11-92B8-6668D580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$74.5K/мес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6349EA-6D01-414B-9BED-4A16D13A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BB8939-014A-424F-8D9D-D94E067B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BC6C2D-18D7-484E-8BD9-87875353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D484DA-2E42-4D02-AD7B-7F1001FA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$0.4K-$0.6K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B73433-E79D-4048-88E5-3B056790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C5CEEA-BDD7-480A-92A0-D2A472F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$3.6K-$6.1K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09CC14-1D36-4DCB-A209-FACF000C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9B5675-ABB8-4A6B-8615-2933B32D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$16.2K-$27.3K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5D0E90-E085-40D4-AC3D-E9CB2B08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4DC890-8309-4612-950D-AE2A8E5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B8D03B-D3F0-401E-A668-E28317C9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002AFF-9ED5-4475-A3A1-34A02FEE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тонко, пока не доказана retention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E4465A-0F79-4828-B9BE-5C0194AB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E8DB3C-5388-4B4D-BB0C-CE4FAC15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при capped free COGS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A83E08-379A-411C-9E6A-1ACEE79A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0B1705-CE98-422C-BFEA-920BF56B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сильно, если annual + token upsell работают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661D66A-6E6C-4D6C-B747-FFAB902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model считает blended price $12.99. $14.99 — верхний тест для полного Visual Plus с 4 видео/мес.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7EC3870-EBBD-4DDF-A22F-287A0BAD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E6E342-54C4-441C-8D21-B94AD47E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03887741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DD629-FD47-489B-945E-3EA0FEC1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853FD-5171-40B3-BB28-5EE4F4E3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91FFF-0D34-4D7B-8755-E52DB60B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D663B-A138-4A6B-972A-D0EEDA27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549FC-8447-44E8-8690-29FB11DE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читать финансовую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3F118-3EB8-4E02-A03F-CA1A72E9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338CD-D09F-4EDB-99D9-0B9CA57E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EC00C-8736-4B90-A263-A09AE3FB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MAU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06419-0DC6-45E1-ACC3-68C3C4AE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активные пользователи в месяц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067D2F-D651-4801-BF14-E1D1B20D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реально пользуются продуктом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023F0-D773-4A75-AC29-538D2CB5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C7B5E-AAB7-42CD-9D5E-5C0FB060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Платящие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5EBCB-A094-4EB3-9E24-3405E0E2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часть MAU, которая купила подписку или токен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6C6CF-660C-4298-9BB2-CB0EE540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источник выручки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0D4DB-345F-4C81-956A-37DF0E74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E9B5A-F1C7-45CF-B529-A4B0955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98CF7-58E3-4D3D-BC32-263DF71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от подписок и платных генераций до/после комиссий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8FAE3-B0FE-430F-AAEE-EA10D1F3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 потенциал бизнеса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4BD963-5140-4F8F-AABA-F15538AC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0C8BB4-6605-4501-B7AA-651B132C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92A6D-6925-4CCC-A147-A494F744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переменные расходы на AI, картинки, видео, storage и ошибки генерации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3C7444-3085-4596-9577-C95D5E49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чем выше COGS, тем быстрее съедается маржа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0127F-7194-44A7-B8A8-983EE6D6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4F09E-00DC-479B-870B-E428EEEF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07F55-9AA8-4122-A8B0-29D81557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одного пользователя или платящего клиента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0FB320-9FF2-4CE4-9B56-5FDBCD20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CAC выше LTV, масштабировать нельзя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8B7C9C-CFE9-4265-B389-49160864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B20C7-EFBB-46FC-BC90-CF9D2E17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FEF6D2-235F-40AF-8D5C-32269466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 до следующей проверки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D86F66-5367-4DE7-A5ED-55F8D7EF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бюджет риска, а не обещание прибыли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C54FEC-9C43-4D78-9873-3E865F17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Финмодель ниже — не обещание результата. Это рамка принятия решения: сколько нужно вложить, какие метрики должны сойтись и когда проект может стать денежным.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0E9CC3-5E94-4688-BAB9-BB0106B9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73220514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21D231-B8CD-4CE4-AFBC-5D463EE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8758D-D817-43AF-9BB4-0F62F914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4A14B-64AF-42CD-841B-81DAB212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289F9-4990-4657-9070-CF131177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E7E50-C62F-4355-9A20-C1379600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A8BD5-1660-4AFB-8265-6789072B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575F0-3C04-4FEB-91E0-3CDC631D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4A48B-2FDC-4150-A057-9F8D20FE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Стадия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221CF-927A-4D3B-AED7-74F9E20A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780D2-39FC-46E3-BB30-AFDC681F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08B11-90F6-41DC-9622-F9223073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6EB7A-191F-40F1-B757-29EE628E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FB21C-54AF-45A6-BD40-984A2907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049ED-2BEC-4F34-BCBE-8FCCB44A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покупаем этим бюджетом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7756B-57D7-485B-A8CB-8174F99D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16850-9B6F-480B-8070-C67B8DA8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A9B561-9134-4A5A-A28C-590C882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F889A-CEEE-48A6-A3B0-6BC09D56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BAEC7-6D06-480B-873E-EA437BEE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39405-0F06-4856-97C1-05FA1ECF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C34A4-78D8-4C66-86C3-2252B0F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07D10-73F2-4E2B-99CE-944A9724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EDD8E8-66DD-4A64-8303-8DF8AFA1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7BC262-A8CC-40D0-A1F2-DD2CAA2A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0917C-A910-40C0-801A-D8935632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0BD022-F602-4D41-8959-1E511C30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2DECAA-4775-4CDF-8C10-9AA7D1F2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781650-88CC-4ED2-83F9-06398A4E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176DB-CDE9-4B41-B339-7B25D966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447B3-997E-4829-975F-5271922D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0A3826-6BDB-47EA-98C3-D2D47F08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6AF124-1C98-4C93-AF86-68EC5975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F84C67-F56D-4C70-9D88-173A54D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F10922-BC9A-40AC-B371-3BE24415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A2A0F9-DBAF-4D5C-BED9-8B9B1E4E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2346C6-C28F-4FE6-8285-A04694C1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4B2A0E-72B3-49C2-8802-02FA8727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83E9CD-B201-4656-A60D-C79BCA74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22A75A-5FD5-40BA-B197-99D6B8E2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9C4DFF-3FEC-4390-8A93-6E337202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097B45-2FF3-4671-A869-AF7C8A34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C37A99-E86F-47A4-A96A-2D1EC366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32B7D7-BDBB-4462-8F8D-EA53209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575D599-358A-4A86-BA5A-B20DD763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83A8F8-4ED6-49E7-8E31-F0B50FFA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1D31EC-959D-4AE7-9263-78A85A11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5B86A6-B1C1-4588-85AC-604A702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86698349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B21D6-7021-423F-A045-EA13E918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FA995-CD5F-4B0B-9A42-9851CDF5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ED9270-20EA-4908-BC0C-619162504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226F7-0441-4F93-ACAC-5955921A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D406F-CB21-4C61-83EA-0F279CB0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Операционная экономика при росте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3B1E0-497C-4501-8D52-1078691B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FF91F-3C44-420D-BBE0-FD347559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05534-05CB-46FE-A7D8-351F97AD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6430F-60FE-4086-9FE2-BE038924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568E3-E480-4A78-80D4-B4F9197D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1k MAU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648700-48BB-4826-94C5-FA46AC28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E75DD-0682-434E-9E5D-3CF30CE2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B38AA-43DD-4C8F-920B-A55892CE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1DB8E8-32AD-49C9-8065-4B8BC394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DB25F-76CD-4391-AA21-C562A8FA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19A02-049A-4341-9FD9-2B4E0C0B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Платная конверсия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6D018-DE46-4209-95D4-29336779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E48B10-49B8-40C3-9069-E0909EDA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1C950-C462-4071-9492-6931B4A9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67371-BCDE-4F62-88DB-42BA36D5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BC90F2-AA56-4F9F-BF49-BFF3DD8E4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DE60D-AB22-40CA-85DF-A9FEA023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E2284-A17A-442F-9ED6-504924A2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614C15-735D-49D0-8687-CD121C4B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19689-D9C6-43B4-8C78-77D56E4F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FC6941-3B92-4154-9B20-725F1540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4AD82-6D1E-4B0F-9E1A-A06A0D12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C9A1F1-4D75-4C13-8E13-433C9F0D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ABF529-0228-40E3-BB8B-0A4A3FE3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4F65F3-D4FF-4CEB-9A34-87CBDEA1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1,750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3C9CF1-628F-4945-92E4-4A79448B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6F1BA1-142A-437C-A1CE-DF02A37B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после комиссии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B980E3-6382-4B15-ABB4-E075E3A5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C32DE8-A091-42BF-BA98-AC36A277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~$220/мес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2C352C-56DB-4ADB-AF15-944277F3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147197-5032-4060-9EA1-9403B2E8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~$3.3k/мес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9AD63B-63AB-4B01-B635-5847606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3F6084-39F4-4395-8D4F-5F2D6332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~$19.3k/мес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36BB03-C79B-4E7C-AE64-DD086EDC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40E099-E155-4346-8760-9BDBF0C9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3A0414-8450-4A95-B62D-8E30858A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76575B-96B2-440D-9736-6A45D45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$50-$80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A917CD-430E-4F67-AF8A-F85D847F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212FF3-5D55-4BA5-8BBA-F82E6B0F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$0.7k-$1.2k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15B0B9-EEEA-4F3E-8D5A-164B8C33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0E4614-FAFD-4A60-A376-90BC5017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$4.2k-$7.1k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C1942A-E5B1-4472-88B4-57A531B1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B5FF43-3EF1-4675-8DC5-A1B97C56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free users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178D3C-2FCD-4270-8E55-DE159D9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00E715-58A9-4093-8E2E-DC235E31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CC3C98-F537-43F8-828B-8F5D9176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F604F6-A806-49A6-8887-4D56CD3E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$1k-$3k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A8D75A-5751-47EC-8509-5776C48C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C44B71-F4E3-4D02-93FF-0606496A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$5k-$15k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9198D9-716E-4512-92BF-A3A251B7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DB7EDB-0551-42B2-9D62-BA7A6E16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Инфраструктура / support / tools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42EAD1-D9A0-4ABC-BFAD-76ABACB1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3AD349-9440-4A75-A431-F234552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BB66CA8-3CF6-4B3F-8CEF-9247DAC3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34FFDA-FCE6-4400-B09B-8D278617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$500-$1.5k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981155-C5D5-488C-8396-16E5AFC5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91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B1AA13E-FBC2-4B0A-ADCC-C5F3F05B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$2k-$6k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E8517A-26D7-4721-AE07-BA653A95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954D5E6-EDC2-4B45-96A2-F7E70C6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EF737E1-FB82-441E-BDE9-A06E5574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0B48D5-43CE-4C69-AD21-33B0501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обучение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79A8182-1411-4E37-882F-0EF5B0D3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77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BCD596C-1663-4C9D-BAA0-CBC15B0F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543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revenue-сигналы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B25D58-2F1E-42DE-B884-716373FE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77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3340CF-1637-402B-86D1-1F945884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43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может стать small business, если CAC низкий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68EDF06-AA28-458D-881B-2BF8B8DE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66969356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F9BF6A-16BF-4E4D-8414-B48F5667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A11AC-637E-4828-8576-BDE04424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2F58C-8980-46E6-B9C3-684EF4F9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7603F-0E88-481B-BF0C-A10B97F7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D8778-E9CD-4F9D-A344-4D47C10B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Финансовый путь: от проверки до cash-out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1EFDA-A17B-4169-9CF6-9611E140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775A7-AFC4-460C-9CED-34BC7137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E3158-C18C-4126-8BDC-F839DA12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52750-4A7C-481D-81C6-61ED130D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B2833-9304-4020-99A4-8B23311A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E8FAF-E590-448A-A41E-07CC4E65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850320-8F74-492D-87D9-D8AAD6ED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Финансовый смысл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48B49-D4BF-482A-A93D-688B4C7E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4E0D5-6956-4275-82DD-8C4B08F3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BBE13-CA72-49D4-9200-CBF45757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C86F9-D2C8-4D1B-95B3-808BCBDF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76D6C-3EB5-40E7-BDF2-F351DEBD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D6714-8994-4A80-BE6E-AB8DE148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paid intent &gt;5%, Canvas causality &gt;50%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3342C-4303-48DA-8479-C67705B9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AD695-FC75-49D7-8C39-B5218D86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выручка, а снятие главного product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8F626-97C9-4A4B-8C81-79136A2E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9DE707-CFD4-4120-BCEC-D85C6EAB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делать / не делать MVP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71534-2D6F-4FB8-BDAF-0300C4CD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17553-F33F-41B5-8AC4-C0815C8F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выручка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5A13B-24B3-4544-8FD2-519561B7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083FF-0F50-4588-BBE3-8549E7E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payers, ~$1.3k MRR gross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5F1C52-97EF-461F-80E3-54360CD2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D4AB63-2942-45B3-8A0D-33F2A6E2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подтверждение, что люди платят за формат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BBBB8-42CE-4F21-86CD-E3E73BF2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325C65-5B44-4161-A8AF-495E5755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оставить price / поменять bundle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AE9BA0-FBF7-4699-B028-A49B4C63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99C739-6D79-44BD-8970-DFEEC188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Путь к break-even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BBD775-EAA0-4927-B7B4-D59E3F32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D35335-34C0-4E8C-9D5E-8E36986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1k-2k payers, ~$13k-$26k MRR gross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F08704-8561-4786-B865-95423709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A186F7-4CC0-459C-8A99-425D0B65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покрывает небольшой продуктовый/ops костяк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D627B6-F727-4974-8FB3-35FBB75F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EBF0AC-B373-4960-91E9-4B132CF0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нанимать аккуратно, не раздувать burn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E8F8F4-4908-430C-AA6B-A4C8E0BE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1C1B55-B2DF-4CC3-B1CE-8EB6CA4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Seed / стратегический рост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41EEA7-C2E9-40D0-8A44-1E99A456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C5A17AA-434A-4815-A787-38F6F665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5k-10k payers, ~$65k-$130k MRR gross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EECAAE-44D4-4D51-BBA5-32A3C5CC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D022E1-C3EC-4DDD-9FC8-99E3F1D4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инвестиционный или acquisition narrative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44EC5A-F3F9-4BE9-BA86-A48E91A7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A8AF51-2334-4C8A-975C-FCDA2329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масштабировать GTM и creator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B6201B-76D0-4954-B1D0-BDA24473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B808C6-36D0-4D09-89E5-A08C6642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Cash-out опция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1696B5-B04E-41DA-86E8-E94F7E32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F0C3BD-0784-47E8-BE90-5DC54B9C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$1M+ ARR, удержание и CAC доказаны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6DE086-081A-4983-AF54-22E089E2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8FAC20-D229-4C71-8C13-F1EA508E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обсуждать продажу, revenue-share или рост как standalone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83BE99-B5D5-419F-B55D-26771A67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D9DE58-C266-473F-B7A2-672CA1B8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выбор: cashflow business / seed / strategic exit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6E3A3E-8FF0-4398-8767-067E8B8C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726865636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C09257-4D6C-49E2-95E6-1BDE4B3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1702E-6263-42EE-9594-D4715B18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6DC49-8374-4143-A8FC-1F3D964E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B660C-0F51-4298-838F-65F546B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654A5B-4E0B-44B3-8310-D46A0D1E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6AE30-0676-4081-ACEC-59F53930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53C64-4D91-4719-A123-11628A27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BAE8A-4EDC-457B-BE3B-08A861778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327D9-7F82-493F-943B-CE3BA173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D45BB0-10D4-458F-BD18-D6C5F56F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F144AE-55D0-49D8-BBA3-0626976E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992B2-66A5-4696-BAA5-9A069879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Year 1 runway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43EFA-CA43-4EFB-A9B9-47B1822C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11B60-2A9D-400B-8883-948FFC0B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реалистичный бюджет до сильной MVP-проверки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85443-D01B-4FED-A85F-EF490264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E3EA36-D203-4E81-8EB4-024BA555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FEBD18-59E7-4E6D-B31F-8C16F77F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CBC0C-D76A-4C43-949A-A58E22B2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199DC7-4149-4424-A035-1D3C0F3F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11002-EF4E-483A-BABD-D361CB26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BBE9CA-1BD1-40C0-A2A2-98964D0C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90488-D106-4618-8499-3EBF05CD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0FDD8-7D1F-4F9C-A69E-0157074C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0501FB-7C3B-4112-8968-79FD66E0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6C6D7-C5C7-4F9D-AE08-F9F21B90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490E17-E071-44C2-B7AC-35919801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4CDC5-294C-4862-B85B-12686816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A7643-092D-412E-954E-26E915F4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73E548-801F-4413-8232-0A984FF6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 / intent &gt;5%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89184B-70EE-4CF5-B92D-28668694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6DDF8E-A78E-4308-BC96-F1B56BA2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4AD638-91AF-4D49-8000-C5EC508A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AE3A01-76F2-4426-9F91-D08A7B16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06AD3D-CA1A-427E-92E1-1CC184E5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20CA6C-8642-4BCC-A416-A5D5591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767161-876A-4924-8F05-7AF4DCE9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EEF905-D6C2-43FE-B54A-69104DF4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49CC78-A82D-493D-A825-8330C6F3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B2E2C-4B5A-4218-9622-A98EEED0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F5427D-423A-4724-B138-9747B8F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B1F44F-16BB-4EBA-87DA-DEA9F756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F1D5F4-EA60-4682-AFA6-0E11B15D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4B346C-53F8-43EA-B1B1-4927111D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020F35-2B44-426A-AE23-F794C0D5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AFF547-AEDD-4F09-B10E-9B5F68EC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40704426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E2ABD0-0417-4E7B-9F2F-9B0C388E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975CC-5DBB-44A2-AE2D-10F3D3B7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A4E41-5704-420A-AAC1-85494AFD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E66E48-3736-4C0D-8C87-3C83EA0E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903B1-6C9E-4FBD-B0D6-26B9B677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M1-M6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F8565-A084-4567-AFA3-8518344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119DC-3908-43B4-8559-408BB155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34C08-04DE-459D-927A-7C72F8F0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1703D-053F-4AE4-A274-550A86A3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29D6E-626E-4F71-B286-A2798E93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8ABF0-032F-4FA9-B63C-AD7C20F2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435D3A-C633-4904-BA84-2E18EE73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AC06F-C93F-4C85-A9BC-EB3EDF71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98850-4005-4356-9AAF-84B6E13F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B9293-97BB-426F-96DD-713E163F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B0109-8C58-44F7-8CF3-1F560405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043F8-260C-4142-BEF7-323EA231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21EF5-3F69-4DF8-B365-6DD5ABCA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82163-FC12-4F8E-843D-E83D8825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09966-8642-43B4-BBA3-F61A5A8F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CDA21-8388-4434-8BEB-5FA3425C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F9D30-3E44-4DA6-99A3-E81E3E36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 sprint: визуалы, лендинг, интервью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41FA5A-9911-418F-8E23-66A35B08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197547-8E19-4714-B8C5-7017E472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0.1k /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EF039-CF9D-45A4-9757-F67536A0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3C593F-03A9-4163-B678-449058AE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F8196-1B34-4E5D-B76B-2C541C78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195DA9-2BFC-4212-97AE-41EB2C65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FAE7B6-5C05-418E-9610-8683C670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9562FF-97ED-4993-A92B-97C37800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C54E3-1A1D-4D00-AA56-29B53952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F4464-0C0C-463E-A89B-1B7E79B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55D047-C09D-4737-BF8A-398AF316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381EAF-298B-4564-A55F-37B18C3E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+ first cohort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124178-B489-4C7E-BBA8-83725657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CD859B-E52C-44EC-820C-A517E8AF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 / 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48ED33-1803-4E76-8D1B-98BC9C6B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7D1DAB-455E-4C11-A135-BE4B334F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$0-$0.1k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D091BC-CC7E-4F7E-AF29-13ED0437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1697BB-5664-47C1-852F-49E502E4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D82372-762B-40E5-873C-DA3318DB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300C30-3C1E-4DC6-9DD5-988AAF14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5F9824-EDE1-429C-A209-22BDD0B4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81F28F-F988-4E86-A64D-24B981C8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22254F-DA4E-4FDA-AB09-304B061E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D98FC0-AD39-4FCF-8F26-DDBBA4B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build: weekly loop + paywall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45503D-10FA-4E58-AFD0-EF796742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093741-3C0B-4E72-B940-52D8815B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 / 30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D0D15F-3262-4F3C-8AC1-78D922CA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549CD3-021D-45E5-8625-B999BB85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$0.3k-$0.5k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1F8C7D-0351-45D7-9C3B-1E065B36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A78ED5-AF92-481C-8FDE-63B350CA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1E4E80-9468-4BA4-9777-638DB897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7EB8B0-8BBC-477C-8797-7F90C25D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€20k-€31k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C3EFE0-E5E9-4887-910E-F2AD842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B2A7D43-C205-458E-86EE-4C1E70C8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3443A6-2DD8-4191-B49C-A703C787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69C435-2D17-4C5D-9BD3-1B7AB48E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private beta + manual generation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4CAFD7-90B7-44EB-91BB-6CDC94D5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4DAB77-8F90-472E-86BC-010E4963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3k / 80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A78807E-B0E8-4A1B-8F5B-0BF4F714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6437DB-9EB5-4088-AE58-276F66DC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$0.8k-$1.5k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901FA1-0885-47A5-9957-99441CA3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77FC705-CD85-4D4A-9F6A-0ACF8BBE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8EEFB9-26B4-4E22-899F-374EC358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017ABA-8559-40DC-8FEE-F5B22615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€31k-€50k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0B3623-7179-43A8-8033-D12E5412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664F17-205A-4679-926C-34705698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18F4DB9-8701-4594-9EA4-48D0C873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2970C0-DCFC-43C4-B51A-E3DE6317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tests + COGS tracking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059A676-DC71-4954-AB3A-58E3804E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BC04C1F-E775-4EF7-B86A-A5A2306B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6k / 150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906F437-EED6-4321-BC97-56146D3F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AE592C-9AB4-4154-8E4E-A3041723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$1.5k-$3k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ED3F15-F0EF-4BCA-A563-BFA2D976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5357AFF-668F-4751-913B-214A908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€15k-€25k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AB41B59-ABC7-400D-874D-9488DBC0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790C31-0142-4592-8FD3-45608EE9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€44k-€73k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69E13C6-B9B2-46C8-877A-B7902E05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AAA8F9C-9018-47BA-AEB6-2B695475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EAB8D34-41AA-412C-8D8C-EE0CF555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1576583-9B61-4CB5-8CCB-FFD12428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paywall iteration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AC7C2E-B02D-47B4-A65F-330B396F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D5719D5-E45A-41B9-A0F9-E875B055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/ 300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92AA1F3-6EA0-4B0C-8C8F-79EF7092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895ED8A-EDA4-49D8-AD00-9CFBC86D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$3k-$6k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211C6E9-D5B2-49A3-8DCD-1D4E7346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1C05BA8-547B-4A87-A3EC-35511A34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€18k-€30k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157C99C-5964-4187-A6D4-24BD8B64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2527A9A-258A-436F-9AA9-6EAA5111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€59k-€97k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69757B1-CD06-4B85-BF96-4BCDFCCA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6 месяцев — это не cash-out, а поиск петли: paid intent, retention, COGS и понятность Life Canvas.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7D89636-DFE5-4823-8F2C-CF9C5858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908849669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C21490-F8E7-4089-94FB-13EDAEA5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A5435-729B-4574-B84D-04BA104C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54446-0444-4C12-9B51-C86DFF29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C1F20-49FE-48BB-BF97-86E2BDB6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6BB61-A250-4715-9500-D090FD88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M7-M12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7A1B9-CBCC-4490-8185-00BB6D28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7EC36-0113-4E55-8B26-C063EE6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FFBD8-C7E8-4F74-B5A7-BCA70DD4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E10D0-0A2C-402D-B397-C7262A4D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B756F-4135-44C0-9006-838CCD90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FC8701-8B84-49D9-B920-FDFC60FB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AF22B-136A-4816-976E-5821059F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0B3C36-ECBD-4CAF-90FE-88083C55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A548E-9D43-4ABE-8346-AF2052AD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CF994-983E-4F1E-B995-3B0FF68B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CC50D5-A300-4DE7-87FA-11E8CBB5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D2A70-AD2F-4374-AC57-4E67ABD1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B4F7C-5ED0-4C46-A7BB-A66F2471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266BC-F742-468F-8B80-9846720D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FC81C-D859-4CB4-838C-09FA76C7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3647D6-D9E8-4163-9AF3-3B8D1DB8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844674-C1B1-4FD3-AD95-1CFC0374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beta + paid creative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D7EE2-87C0-4782-B2B8-0C717B73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0B565-E316-4ED4-B5ED-CFC01DF4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15k / 450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933A2B-B929-486A-B4D4-14F9E76F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7F0E1-4A49-4F1D-B2EC-8876B110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$5k-$9k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2D1F2B-2309-4584-9356-29F7BE44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956225-F593-4FCE-BE11-4A81EE57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€20k-€35k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916C12-56A1-4C3C-9A9D-139C61E8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23F88C-BCB6-49DA-BCC3-D6A6498D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€74k-€123k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851BF6-F542-435F-A1E5-837803D6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56B0C9-5693-409D-966F-603E8492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54867C-048E-47E2-9552-29BF6BE3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7FBA3B-1721-4A58-82FF-4E3D6D2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annual/token experiment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0AC4BD-A248-46F0-B269-4B988BC8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B087F1-D3A5-4A42-BA79-7CAF9CEA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 / 750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DFBF55-1832-49DD-B71A-2B59C9A6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1EC6F3-56AC-4B9A-BE15-BE7B251E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$8k-$15k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65D542-A250-48F4-A1CF-CA7A045D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FBA6CA-6FD7-4496-90E7-3471CE377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€22k-€40k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94760A-6E70-4F0E-8708-6118D6DD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07E6AC-4059-48F0-A814-58BEEFFE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€88k-€148k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10458A-DAE9-48DB-8E9A-C022B537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AEA9C4-0FBF-4909-81E7-6DC42E94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2EFB80-4A16-4F87-8F24-4EFFD114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EFAE75-DD03-4F61-9B28-63AB8096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cohorts + creator pack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BA8ACE-9EB0-4D9C-B577-D7A455B9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A34DB2-FCDB-47AC-9E08-3E37948C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40k / 1,200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46B1E4-070D-452B-9D97-949CBEF7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15115E-0DA3-469B-8851-F527A361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$12k-$25k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9549C1-24F4-4A43-A1F2-451FB789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62DC217-BC19-441A-B379-8BF9100D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€25k-€45k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3A53CE-A8C9-4A6F-AA15-9E970294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2CC34B-AC13-4096-8347-8758DE83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€101k-€168k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80FCA7-8247-4452-9C6D-09CED4E9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DD2B42-080B-44E3-B0B6-2C35410E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FBD8B0-972C-4E29-957C-EDB552E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B9C70C-83F8-4383-9B65-71BD3EC5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system + careful CAC tests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A6CEF3-7D29-42B6-A1B0-92DA1B44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D524BE-A80A-4DA1-8501-18662E78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60k / 1,800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8C86A0A-18B1-46CB-903D-F82CE0C3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9EFBBB7-04D8-48E3-818A-98FD9E0B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$18k-$40k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3597995-826C-4CDC-8F24-A07F68C8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2DD1B1-499B-4326-8E49-65EFFB96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697F351-3C4B-4EBF-86DA-7854F2D5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6B085FE-FAA5-43B7-BDD5-5D892EBC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€113k-€183k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EFCEBA-BB2F-4152-BAD7-21C7CBFB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B61EC1-A01C-4FA6-89AB-52B5AF05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97B4F3-C4FD-4E66-A658-C438AF06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1D366F-2963-4E7F-AF16-A8A7007C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only if CAC/COGS сходятся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A4BBDC4-015E-46D0-9CB2-82323DF4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7E50BF-0FAA-4789-ABC7-7640B2AF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90k / 3,000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F0B718F-6F23-4360-B4E3-81E4E12E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897CA9-AD91-49F7-A241-AFB7B798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$30k-$65k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B6303EA-142D-4BA6-9C5C-0A0A31B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39BA42A-3614-44AB-BA61-F7A059C7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€35k-€65k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9EAD56-79AC-47B2-B886-EA802F20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B31B5CA-2AE2-4E1D-9CC8-E4F6ED8E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€118k-€183k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FF87092-E59A-4DD4-9D3B-B5C2270E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43084FD-5D40-4F55-B47A-3B32629B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M12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CCCD52D-83F3-4A46-9DF0-03BA5064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594295B-75EB-475B-85B4-FD7285A1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 / seed story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723F34-2F17-4D78-A6F1-E796C5D8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38F912A-5019-4C92-BB5D-D58BB567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/ 6,750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4EDA64-3DCF-4674-9A14-243547CB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52F767A-D08A-407C-B81B-F183116B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$60k-$100k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7C4D25D-046E-4576-B224-2912009B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C193E11-4D12-416A-8AF4-3C7AB43C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05F5255-CE78-443E-BD7E-67755281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95F8190-7DD2-4648-B864-DBC1F46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peak €80k-€150k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6FF43B5-B142-472F-B102-0AE755FD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Итог: первый год лучше планировать как €80k-€150k runway. €4k-€10k — только первая проверка, а не весь продукт.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AC09F37-2B4F-4C55-A008-70934D3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11128046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220DA-1B98-4D31-B5E1-1AB804BB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673B3-96A3-4DDD-A648-5E36B713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C81EE-B87F-4146-A720-28B6455A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BFC3E-654E-4561-8CE9-149AAE3F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52C13-9771-4A21-9CAD-E1A7E62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Квартальная модель: выручка, расходы, runway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8DE1-3EE8-4361-974D-632EE4A2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B833CF-EBC6-4E93-9794-746D64D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2673E-D91C-48B6-A371-C13D65B1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1269A-4A70-48F4-B7B4-189FF086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EA8C0-04C1-4FAC-9BBA-6B58F9AC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D1513-6BD2-4BE0-AF70-4740FE44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E32BD-1683-40B3-A7E1-1C1104E0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2B83B-3084-433D-BD93-FB539DE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BABD9-6550-4641-84AE-218018EC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B88B67-1346-492A-B6FC-D0DD4932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798B4-ED04-4D86-9F0A-F0B52A55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DAF032-1A99-4374-95D6-6543EE3D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DB4F9-E11A-4EA0-9795-7B1D4279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BAB9C-0C6B-46D0-AD06-A362639C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259AD-1FD0-4895-B3AB-B6E65245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на конец периода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F9E9E-984B-4C73-92D9-202F7604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C31C8-2A13-454C-BBAD-02BB0A13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0.5k-2k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53208-034A-42E2-A1D0-50A67286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2E8574-1D62-491F-84F4-853C1771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5k-15k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0F1DD-DBA6-43A7-86CE-7300AF65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EF549-CDE0-4C53-97E9-5FA5CAF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20k-60k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3A4E9C-FCE8-419D-9805-9DE0AB6F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B19D72-D30D-466C-A95B-A33A8EC9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50k-150k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EF7894-AE19-4E00-94C1-1CEADB22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6CE0CF-30D6-4001-955A-7E159C0A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цель: доказать scale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172AA4-686A-40FE-B569-92B7E21E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A7D376-1516-4126-B5E3-6D06C0B9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на конец периода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A49B2D-3D4C-4F88-998F-36088A9B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A0BD13-BD33-4F29-B935-9D35CB93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3DF96-CB9A-4534-B758-83869E0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37E070-30BB-4ABD-ADF5-428D47FE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150-500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4FE6AB-D408-41B3-8475-81D9CD96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E26727-1900-4DEA-A4A4-6DF34A7F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600-2,000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D04890-EA8E-45F4-AAAC-7E775A3D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7187E4-6A12-4CDF-847F-6B66D288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1,500-6,750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D3F74B-0AF7-4692-A027-50D4CF0A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28021B-8821-49EF-9055-DC43BED6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2-4.5%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7BE613-1324-4330-BC78-33568F6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9B4F17-1A1F-4BC1-975A-88494015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Валовая выручка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8C082E-0E4E-4586-A3EC-3048811B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998FF-F99E-4283-9799-DE61DF4D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$0.5k-$2k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5A8D0F-6776-47F8-B112-C14238A2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8D7DD9-0CD4-479A-A057-C36FD019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$3k-$10k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F62389-F88F-4907-A66D-D80AE0B2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4C190E-010D-4A1B-BCE8-F074DEBD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$18k-$47k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5C5DB0-C0B6-4BDC-8D70-20DF4F54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DFC0FB-5664-4AC5-97EE-AD9B13E2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$60k-$150k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BE0C57-D089-4763-B6BE-29FF4704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F11974-250E-4CBA-BD85-FEB1742E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$80k-$210k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56D804-E1AC-47F0-BF61-500C6862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F096306-B614-45DC-AC6B-E0CD7660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+ AI + infra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6F3C72-E98E-4589-AAED-A674A072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3B1B5E-3CB2-4F0B-9C71-3FFE573F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€12k-€22k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D0AD8A-124C-4FA1-A54B-73D7F92B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478676-DE8D-4534-B9EE-99B600BF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DEF996-940E-4A22-96CA-60ECB1F2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1FA1C0-17E0-4036-AD18-AD04035C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77AA25-8865-46C3-ADA6-06D15651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84C4E8-599E-47A2-A801-0135154B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€55k-€100k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BD5317E-D6F1-4888-BE57-0F62A89C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9B2644-5100-4C41-A16B-523C989B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€140k-€257k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4164CD-9E2E-4C5E-A185-893C925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A0BA73-3B5A-4EF4-9FC8-63D4C84B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Marketing / launch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7CAD3EB-3ABE-46FD-8F74-107BC664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A8E3D4E-BA22-4B4A-A910-9802B620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€3k-€8k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B98B16-4773-46F6-B576-E1388CCA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D6261C-51C1-46DC-B2E6-A4CFD2C4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€8k-€18k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59EB68-8132-40CF-88F1-8333DB1C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7673792-D185-4780-BFBC-26B78ED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€15k-€35k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F8EBA1E-E265-4764-B4B5-9C1A454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28E356-7167-4E1D-8AF4-2401EFC8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32ADE1-FCAE-4716-B45C-3EAD3EDD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0A1E04F-8C0F-4FA4-BC95-F3CA3091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€51k-€121k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6EC9F73-5C7A-425C-87B3-1CB6AD1C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1395C80-AE18-485A-9D95-10233021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Чистый cashflow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22F90E-BA68-417B-A48D-46BAB7A8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F7B27D-9DFF-4921-BE30-1A3F89FD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-€15k…-€28k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A19391B-763A-4488-AC3E-B10BF221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FD2958B-6399-483D-84EE-9E783F43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-€35k…-€60k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6E78CE9-0458-45E7-B48F-517DFEC4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AD490E6-247D-4DDA-BE2E-B90955E9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-€40k…-€70k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77AF1EF-70B4-4BB1-BC23-91864513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6012828-345D-4BC6-B559-35FAD7AC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-€10k…+€20k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85DEBF4-B8DB-481D-B74B-1F400B32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07A53A9-C279-4F8B-BDEB-D2B9FABF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 need ~€80k-€150k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42987FD-DF45-4E8D-A255-70F4DC76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в base-case вероятнее не в первые 3 месяца, а ближе к Q4 / Q1 следующего года.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5D02312-604E-4F67-87FC-6D3B943A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16179735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7E01F3-7B62-4EA2-B45A-76CE549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AE992-A8D4-4FB5-AD1A-8C8FE4A9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7D2198-B24B-4034-84B3-389D889A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F1964-C316-4CA1-8AD3-5964700D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44E06-7C15-4A79-86DC-1C005B0F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A4057-38F5-45FD-93F2-F2F9B084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67D9D-9A6D-4DCA-95CE-7BC3DD32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C6736-8CFC-407C-8BCC-6229DA0E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CFE9B-17E0-4782-A12F-E739D383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4C0E-4B5A-45D1-86D5-2E42E3F9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4928B1-2252-4DA7-9BF1-F6520C15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BC63C-CBDF-4828-9159-A5D29FB3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257FB-B5D6-4B97-BB48-A0D69C2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11BB4-C3D2-4DBC-A9DC-726AB3B3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4E4BA-2CA9-4560-8DCD-5DCD7B7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522CB-D1A8-4C49-863B-02B58256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C36404-9F39-486F-801B-A709ABC3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9B300-6CC7-48A9-9A7D-43D5A0E7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0083B-C81D-4236-88B6-C63D0382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3457B-D9CE-4E88-92B1-17F1347F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7B534-142C-4806-9C06-E2898B5D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66C1E-F198-4AA7-AD64-81B41B38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27934-BB97-41B3-8729-73191064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706BD8-3A43-409B-B286-B1DF40C8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F045AC-BFAC-4A72-B094-BF8A0019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315CEC-0204-45C9-B19F-81CE8307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CA37E3-DB04-4589-A983-558AC831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E1D670-1BF7-45AC-992A-78FA4679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41E666-AFF1-4BCE-8950-51B4BE3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F5AF60-B804-4070-BD7E-D945D900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3BA1F2-FB06-4046-B15A-83280A7E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5C5F1-1151-4A0E-A756-F46B855B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288521-D7BA-42C3-A04F-EF999A50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829E48-AFB5-4DD3-A789-C22B6CC7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1BCA45-9AAC-4127-A1C1-24D85D47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8F494B-9F31-4BCD-9A41-6B758D23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F786AE-EC39-4EEA-ACCB-482C7FC8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DC1A68-7928-4F21-BC49-4532E2F7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029570-0DD4-4E05-B654-3FC92CF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89D9BD-1E82-4114-B155-922DEE7C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DC1165-8C7B-4982-85D0-A1D49224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E4E1D5-9D53-46BD-8FF1-0169EF19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39A6EC-7F23-4F2A-A67E-519A709C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F36B1A-8F2F-496C-8392-0CEA9A23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577E56-7256-4F61-ACF2-5394AC1A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19F1D1-3156-41B5-87BB-F10F60FB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281F08-9905-44C7-9F3A-019E421B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708861-FD1E-46FB-8D91-9407FFC1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91D03A-E740-4311-BB83-874B0BB7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7A3C26-B77B-41A2-BBD4-FFAB7C5A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5428B4-B640-48E7-BE6B-0F62F742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908812-0FC1-49A0-9BFE-76CAFE9B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7CF20E-AEF7-4CC4-9566-64D9608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AABF1F-C6DB-4020-9346-D3C13A2A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8B0081-8F3F-4BBC-8E66-5CB2F65B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CCC5174-C955-4B91-B21B-FBB97F15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A34ACC-084A-4C57-8CE6-A61C057F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B1BFFB-9B15-469F-A2C2-4BFF17B7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0B36A4-C930-4DED-89BB-9AFB8D5F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4134F73-662E-4B78-B4C3-EDEBAF2B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66C0D7-3456-40FE-B406-B0CACF70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15934F-B439-48C1-9F92-D92E04B4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B7DCB3-644D-479F-A8A6-FE9EC5E7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D79E79-D28E-4782-8F9A-AC35482B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1BE42E-3512-47A8-A8F5-FBF8AEDC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8D60EE-BD60-4DFC-8794-DB6841EB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66C5B1-D2A8-4CDF-A3AE-F1E4903E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9BCC6B-4187-4D65-BB66-D1C3F9D7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5736834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3C3DA-EF6C-48C3-B6E8-109DD964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8B58B-60FB-4DED-BEB9-DDA3E7CF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FC2F5-3659-4268-8772-BE9B920B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9487B-BD54-498C-B3A0-39FD34D2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58691-0F9E-4A8D-9A30-92B2C0D5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Маркетинговые бенчмарки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05DBA-DCB9-4D4D-A08E-7C37ACCA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7616E-41AB-4C38-AF4F-CA1AA000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15763-F5DA-4EE5-BB8A-C6D8DCE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Конкурент / архетип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3047F-A3C3-47CA-8593-A797F02B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FC9A8-D095-42C9-961F-6FC921B5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marketing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1FA12-1E46-49C4-BDEF-D78D71F2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9B934-894B-47B2-B9AC-4F9ECF5E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46252-7BEC-4EC0-AFDA-DF20C176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53944-131A-4D3C-951F-D6B3B536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использовать в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C4F1C-8775-44D5-93A3-06E97590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D42FEC-B897-464B-9B02-C25CD37F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8150E-190A-4F9C-80CF-6612062C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FE8C3-902D-4538-BA18-664139D5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$6.8M/мес estimated YouTube ad spend; 620 creatives; 18.6M visits Jan 2026; 50 landing pages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F61C56-0774-41F6-8D45-1637AF95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12F0A6-1057-4E3A-9665-90E592A8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требует высокий LTV и агрессивную funnel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C5784F-9CEB-4D84-85E0-D0B64B05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27C24-DDBB-497B-A6D1-28B83E28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как paid-test inspiration, не MVP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61BAE-5729-40F4-83F1-646A5346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05154-1A38-4A9D-8309-BDC4D456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prelands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946F4-7754-49AF-B1D6-E08AB972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56D57-2D66-40EC-92AE-F2BC5593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 10% ad traffic; marriage compatibility 8.2%; aura reading 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361183-B3B2-4BB9-B2C3-55479D37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BA65B2-1121-497C-BE41-D32684B5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curiosity hooks могут выглядеть scammy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A6243F-E842-4F16-A303-CD024BDF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FF48E0-2F32-4DC5-8D9A-93F1476C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аккуратно тестировать future-self / visual week / relationship hooks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6D9F57-C4DF-450F-B744-8E4A4A2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79D5C1-D64B-40D9-A168-9D406616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337771-FD30-4BF2-A1B6-CC82C0DF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069A8A-CDA2-499A-B321-BCFDEE40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20M+ downloads без real marketing spend; 25% young US women 18-25 downloaded historically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821D3D-A3FF-45C4-B48B-DE45811C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8D1159-5F59-4186-B573-D8DCE1F9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virality сложно повторить искусственно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92F956-A79F-445A-9C65-0DB9D961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6155B5-1984-4AE6-9B85-BA88FFB6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строить shareable identity language и relationship/social hooks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3CA4E3-BBA3-4329-B797-2F4CB9D1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298522-BE63-4F6B-93DB-AEB989BB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3B1A95-5048-45F9-9736-F567E910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C7C676-88CA-476F-89FC-33FE7C5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FY25 total expenses Rs 1,129 crore; marketing/tech/ops/talent growth cited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862CD4-922E-4201-96C2-B3C083F9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84B8CF-4E9A-4EDD-AD7B-D5F75477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marketplace growth дорогой операционно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A9341C4-7967-42EF-BF74-0B741E05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CF8E42-C58E-435B-AF9C-AD68837C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начинать с marketplace/expert model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F3529C-529F-43A8-A291-89FD24F7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9EBFB9-5AF0-427B-80DD-A3D6B285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CHANI / Waking Up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3DF340-2763-41C1-95EB-C616C619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079025-849E-4BA4-9AED-3D5F00FD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founder/teacher voice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441ED2-9A16-4340-81A5-459EDDD1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359529F-4F44-4432-BD3C-C7DBEB57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требует настоящей authority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12FC85-CBB2-481E-A5F7-E98EE879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CA658C-249A-4416-BEB4-913995D6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экспертизу Алины без guru tone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DD8715-B28A-4403-90EF-2E212F64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Sources: Web2App World, Axios/TIME, Moneycontrol/ET-style reporting и qualitative product observations.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D35222-E6A3-4BB0-BEBA-2D0E027F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493912482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5109FA-EF72-4F5A-8EFE-7EE350FB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EB565-EB0B-435A-AC0F-CB199C82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D2F86-7847-4E39-92F0-8C9137A6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96560-5F5B-45FF-8500-E7A20BBA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FFD35-5771-41D9-BF6F-7B588916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41856-AE78-405B-8B95-B3D76AEC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DAEF6-6719-44A8-AC8E-249F4836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57B56-52A3-4B1C-9A3A-299562F4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396C5-7E16-48BA-9D49-0D5480FB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811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563DD-251D-4405-81AB-C98FC937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478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71AC4-71AA-45D7-A91B-32325489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3811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03DD2-3B11-47CA-9030-6E9E4665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478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4BC25-0865-4CCD-BC03-3D51014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811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3934A-26E3-4855-9DEF-019054FA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478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37F73C-7A8B-408A-A295-CA5AB3E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811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5E24E0-AB16-4CA0-B2EF-AE616A49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478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1C3C37-784D-44E2-9D44-BC872A9B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335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246C1B-1224-4859-BA35-997D6CDD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269D6-E920-4510-AC5A-9CDE0B5E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8ED54-BE8F-4ABD-86D6-CAEBEE5A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002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7FF3A1-5633-4199-AC9D-A21131C5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335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B722D3-B819-40CA-9835-7A2FC059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840182-B287-472C-858C-1B33CD58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335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388FE0-62FC-49F6-93AC-436F2B9E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635FD0-DA18-4194-8C70-0D8D574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335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93CC5-8F8E-43DC-AA17-F9CA3AB3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4361A2-C8BB-49C4-9020-F7FCF51E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0708EB-B70C-43B9-B116-5B95BFBA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6FE2B9-B0A0-4FB1-9416-751CDC17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860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9AF4EA-ED0D-4C7C-8962-A21BBFCE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527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9364EC-84E4-4EBD-85C3-37BA7306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860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F0C57A-D5EB-4E99-9E0C-BD52340F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527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8D86EF-F0AA-4724-BA6B-3923E9A4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8695FA-03A4-4D46-A633-CF2F3EE2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817334-54E4-4F58-8EFD-6891100F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860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6D8D68E-125E-4287-8D5D-46A77827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527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0F901-507D-426B-91E4-2A7B3A61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F0CD88-B5B3-493A-9256-72B027FE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21FA9A-EE6D-44E1-A9E4-588C8E16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384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4DB483-6672-4581-B317-BAB31D1B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89CF9F-AAE9-442A-8B68-D87B8DA0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384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A5C4F8-90EB-4E65-8559-75342F3F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17B029-70CE-45ED-9765-17388DDF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84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8D2994-49C6-4FA4-A7A1-6C707F6F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716908-C436-4097-831F-AE8668E6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384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070DAE-9026-4FFB-8FA3-E1BFE2A4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C4D090-0A82-49EB-A32C-071F0AFE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909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5C8C54-8404-4F3D-A271-F09374D7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2C5C68-F21F-4E1A-A06D-B9E17103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909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30AEF8-7E92-4B3A-A8CC-81D5CD24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576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97816F-39C7-4DBF-8A87-3301CC03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909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5FF88F-28A9-4692-8102-B9DE06C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576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248F65-C0FC-4F1A-A0BD-C2435AF3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909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28FAAC-359D-4B7C-A4BB-9D79231A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8D5D00-BE2A-447A-AF63-A2A68244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909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FFC67F6-12BD-4885-B470-FF291525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576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A50442-5A79-467F-A0E7-1F9AE24C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433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150E8B9-D679-4139-A260-F8C7FA63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AE69AE-E168-46FD-B052-7307EC1B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433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1A65D4-4529-455A-995C-AFB099DF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00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E25372-7425-4056-B09F-B621962A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433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9BB84B-8A01-47F1-A551-E3E1624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1CD91F3-4797-47E1-A995-481D1053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433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5EDCB8-2862-4BE5-991A-FB6DE832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40B9138-67F5-430A-811E-6D11BEF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433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DA2842-F42E-4E0B-8FDE-B5DA9287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1005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679FFE8-C229-4B02-8468-D5B3CADD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F57CF0-7D05-48C7-8F29-C720F5DB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5990D1B-A8AF-4A38-8501-11AB62F8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958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6A4A1F3-A3B1-4B81-8D9B-47AACF0D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F70073-46A0-4E78-95C9-18F860C0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958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AF8DD9F-7B2F-4F0B-B068-EF2850BF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D2F00A-FB1D-4BAB-9976-74F0639A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958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714AAD6-E2B8-4196-82F1-E9157566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7DBA3AD-ACB2-45B4-B2E0-9B2EEC74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958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DC1EA5-A172-4C29-883D-F1C5FD33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625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819C508-53C4-4E1B-B31B-DC634180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5509D0-4B24-4041-A895-CBB10CD8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52638070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8DD650-4999-43B0-85C3-5714B531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64493-7566-4003-ABE4-9B72130D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DEEB0-CEF0-424D-BE55-4BED5D67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398D2-9314-4A23-8CCD-7EA33E2C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4EF1E-215D-460D-8BAE-6ABDA0D6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F2C56-38A7-4C2A-B2E8-0A013D81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74217-42AA-450E-91E1-096B34A7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823D99-5754-43C9-9D3C-AE9E7292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834D1-47A7-4B0B-BA3A-520E879C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04FFD-888A-420B-9BE6-F1EDBC9E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4D52C-B5FC-4819-89EC-D90E9D44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863C5-4294-4180-8D7D-7855E50A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делаем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7DE5D-019C-48A1-9F0B-9298BFDB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BBD3D-57D7-4101-ABE2-2B6BDA7B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стать понятно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90BE6-83BC-4F98-8B56-AB5AAEC7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ED420-8728-41B1-9A6A-AF9335E8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8AE2DA-99D3-4188-9107-2534DED4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6D80F-57A2-4EC8-944D-AE603B88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1B33C-CE6C-4E47-81E9-01AC0EBC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3B0DD-B815-4695-B5FC-7F08358C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3016C-43B0-45A3-8815-6FEF8A06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317DA-5042-433B-84B7-B58E8FAE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6D5203-AE13-4F70-A8BB-1770293D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5D0238-4C24-4F81-AA79-862BD1F8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28703-063A-4936-A0DD-12FF0B23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9669CA-722F-4ED7-8A50-29EFE8F0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C39158-D749-4D41-89D4-0AAC5BC7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3167F8-CB9D-4F46-9979-F4159969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CA8DC4-92A7-4FAC-9F7F-575CF9CB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C3434E-BA16-4B61-BF36-3F920E71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77DC8F-E7A0-4ECF-BFDA-C62BCF1D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4C1F3C-5B5B-4B7F-AC1B-3ADF3FE8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191DF-FDE0-4C34-9CD7-793F6F34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549514-5AAC-418C-B9E6-7642731E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E94486-6647-4CEC-BD2F-932D94D5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B1F9CC-464E-454C-BB09-7994652E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2B0C7F-A98F-4055-901E-937014ED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4CD29D-31C9-464D-9A9A-DA30CE0D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CAB8D5-35EA-473B-BD85-F0B2080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9D1683-B2B4-4D11-A064-A6432BE4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4A6A00-677A-47E2-A6DF-9687DD84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858089-0D14-4C04-8B8E-A0118B69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9112CB-D28C-4F80-A620-5BE100B7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E9FA18-F5FA-4CC5-BD79-29348FA3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DC4922-7556-47C9-871C-C3A3713F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B04886-20D2-4330-8CD9-ADF96250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680F99-1303-444D-B265-0CD0C0B8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BCC0517-758D-474C-9E44-FF0D0474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1A4174-4C21-4B07-A67A-6B181418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E58773-22A7-42D3-AF90-EBFF1BF1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7F416F-C562-4B3A-8165-A5CC72F0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B503C9-09E9-4669-981A-E11E32D1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8014C11-FA54-4569-BC21-05475181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677003-088E-46D6-9D08-47AB4A84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176549-9EE6-4AE3-AB94-445C156F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7031030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FA6A24-7CCE-4E9E-BDA4-769D40A2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23FF1-BD78-43E0-A822-8280D0AF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D8D12-0A58-4B36-B0B8-410B18D7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9EE29-C4A7-46B5-BB64-15E7EA96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D8FBB-79F9-49C8-B8C3-2332263B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Матрица маркетинговых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3051A-8D97-43EE-BD60-908EAB2D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3D2BF-6652-4DBF-BF19-23DEBFD3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E7733-51CE-4D26-B2F0-67303F8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4DFD7-3952-45EA-85AE-8BE7FAD3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0313C-F20F-4D2F-915F-F53FF389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Кому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01B48-0D6E-44A6-BADC-DE9E187F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405E0-55E7-4268-A53A-EEF142CC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25908-2EB3-48A3-BEB4-CDDF6C09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C873C-4A8C-4375-9E88-E489EA4C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89AAAA-1AC2-47BA-8B79-D11327DE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206B6-AC4E-4E3F-933E-2F60A0D6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“Твоя неделя как трейлер”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66C184-EEB0-4C9E-A2A0-D36CB01D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D7728-A4E5-4F9B-B3D7-1A9FA963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self-growth audience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C959F-2995-4B5B-92BB-8563A5B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00B04-519F-454A-8EBA-E98ACA8C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short video before/after week trailer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F57A1-E49A-45A9-9057-5E1EE57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918D0-79AC-4BF0-A735-10B46B1A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свой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4C6EF-FCAA-47A6-8400-57C1B701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FE7D6-A609-4274-AC95-9DBB0A66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“Не гороскоп, а план недели”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AE7465-7207-4D94-9561-3B0EFE9F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A2B0D-B033-40E6-9168-B98E1D9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астро-аудитория с усталостью от generic прогнозов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FAEC2-F6F6-4E36-9D50-05ECC2FF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21624-3A00-4A12-A981-80786ABC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explanation + example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BE765C-9800-497F-B3C4-51930A4D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1973D0-EB2C-4E4B-A1AB-43460C6A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пройти 7-day season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F7A459-B523-43F0-8112-309A775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2D0F08-6A33-4B79-BA08-B3A5E089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“Future self изменился”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C60216-67AD-43EE-8C0E-DFEC36FEE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923F6C-60CC-4A40-AE8B-64AF493B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women 20-35, self-improvement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5924D-7FD4-43B5-92C0-73316668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176201-6506-41C1-A6F8-BB5C270A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до/после Life Canvas + действие дня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41EE19-8022-4E92-8345-01A04385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BB52DA-867A-4296-B964-C2C4EC3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увидеть future-self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332DE2-FEAB-431C-ACE7-F5613BD3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85EF63-37DC-45EE-A52A-99FA4566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“Карманный прогнозист”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E23FEC-C917-47AB-B3FF-BC0A4243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07BC79-4AB9-4131-AEA4-CDF99638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люди, которым нужен личный ориентир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5969BD-5752-4330-AE85-5939BFC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EC8A1E-2A0C-4B00-930F-9F1EC7EC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screen walkthrough assistant memory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957E49-5A03-403E-BAED-FD8ED416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3FC22A-0498-4B36-97E1-871C7A16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прогноз недели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61BA72-1947-450D-A6FE-E5B83C92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2DA41C-61CA-4EE0-BBC5-FF1100DA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“Relationship / decision week”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867A88-839A-429D-A7F2-369C1F33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DA3828-C638-47E0-9368-104884C7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high-intent emotional moments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E7C073-72BC-407A-9DD4-55898753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4A96B6-EA2F-445D-B81D-C08D6C21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недели + персональный вопрос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7B4999-6273-4004-882D-D73CF1E7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83129C-D401-44AF-8C3D-0B73078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разбор недели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B92360-90FB-4D1C-8D3A-64ED010E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927220091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888E8A-A82C-4FC2-A2D6-34B174A3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7C802-F003-4D3D-B6A2-133885FD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15012-3475-47CE-B81D-2F805E4D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0BEA6-51B8-4069-B200-1CE4FE64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7386B-F2C0-464E-93CE-FCE88747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Go-to-Market стратегия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CE3F5-5266-47C3-B2A2-AECA054B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8B03F-4F5B-4A35-9C22-E01DACDE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1. Первые 100 не покупаются рекламой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29F97-FAE3-4C2B-B0D3-FDFA12D8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 users, interviews, ручные weekly forecasts и concierge cohort. Цель: понять loop, а не installs.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BEB86-7A6D-4527-8377-17D21A8D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2. Creator-led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E3B73-ED3D-4C35-9C0E-226C7B4C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micro creators в astrology/self-growth/visual AI проходят 7-day season и показывают опыт, не generic 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16436-E8A7-42CC-989B-8DDC87A1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3. Short-form hooks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350D5-C3BD-4861-A3DF-40A2C3B1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future-self, weekly forecast, avatar transformation, “not horoscope”, before/after Life Canvas и paid-intent CTA.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8D512E-709B-4857-B3CC-EF754590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4. Shareable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0BEAC-2A87-4301-88A0-B3D680BF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card, season recap, future-self poster и trailer week как viral layer после value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0D475-1BD1-4735-85D2-1B0CB085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83107812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E97E49-48EB-4621-85F9-DC8C7105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80F10-73C9-451E-9545-F726BBE5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91600-3B25-45D5-BE5E-C016C155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A741B-8062-4088-AC0B-6D8F0995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7C95B-BD8D-4AEB-BCB7-FEB79A7F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60677-59EC-405B-8D23-92548E80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D8995-ED8A-4222-B68F-3815D559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87D40D-347A-4984-83E8-24911464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B9186-D961-4FD1-AED7-1D474D68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44539-358F-452B-A62E-DD56CCD9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50963-63AB-44C8-97E8-2C8050EA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2BBF5-C883-4562-8A2E-36F0C9E5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DB469D-F8C0-436F-AE63-A3B2B2E9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6A593-2712-4464-BF8B-AC645FF3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B7D03-38F2-4449-B1FE-7AFF97EF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7F298-1C1C-4B3A-A139-80547827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69891-4EFD-4230-B629-70FAC681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D7A81-C78E-4180-9AE6-D89CCA1F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5CE1CC-90CE-45BE-9B99-ED0E1E25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5477EC-4104-488F-8388-DE682061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7A0F2-E939-4E4B-B3D3-BD1C8D2F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768437139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C87AC7-811A-44F1-A947-0F4B623E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6E4A7-DF76-4ABF-81FF-110C33B0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05431-4196-453B-BC83-F40FD66D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ACF4F-5866-4774-B284-170E0684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C1C3E-C751-4D25-B99B-E4B3FBE8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95900-91AD-45B2-8F52-219AE8C7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083A7-12A9-4510-8056-83E71B71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E8135-13D5-4E77-841F-D7A26421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8B8A4-DC7F-4E78-BFD3-FC4C48C8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D83E24-0F03-461F-B3B2-C874E4EE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85287-9F9E-4DC0-BD51-FB7C225B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E4B78-5F59-48B8-8034-97A2D1CA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FF7D3-34E4-4BD4-9CDC-F756403A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6B264-A742-4F77-ADFC-873F6E8B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B08D31-1F7F-430B-8574-05741BD7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1D705-8C0B-4916-A8C8-5671F331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22C74-FB91-455C-8D04-E008413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2AC56-584A-4909-AF9D-D85279FE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3BB3C-9366-4D20-95DF-E64BF9FF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A2DEB8-E033-434C-92D8-F46D87DE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01236-108A-4F16-B311-FB9FB2BC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FD4C6-43DC-4744-91BA-4D783BA4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5EB47-046E-47BA-830D-5A4C1EF5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425B9-C2B2-47ED-AB49-5DC3496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A0557F-68C6-4B8C-8AA5-8B5EDECA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757D58-CA80-48BA-AD39-9759CB5F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479846-B5D9-4935-A1CB-A3B4253E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3F1A9B-96D6-4242-8324-EB92578F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4BD122-3754-4E80-B248-E9BFD1C4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CD1235-52D8-471B-9FFD-101138F2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EFD9EF-829B-465A-BFE5-8ADFEF47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827026-9F4D-4E91-AF5F-44FC13B0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CDFDB1-8BF8-4EF8-BC4F-3A215C5B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CC528E-D0E6-46CB-A7F3-8A15A73A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83DEF4-8C73-496F-A1D2-FE116AA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D63C07-CFA7-4FFD-A259-735B3DC6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qualitative objections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299E11-4372-425E-B773-1DA2B343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B7106A-22BD-41F6-955B-BEBE29CF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CC1DE4D-8521-4F17-9FE1-1A1CE4CF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69BE78-92AC-4139-AE0B-9363E186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C63AE4-6843-4408-9300-AC261E1C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F4BA5C-1D38-4E4B-BB46-01E22F1D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6CFF96-A101-4F0D-B7B3-4DF458DA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6E4DF5-79E3-4928-9600-87CB346F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6FC374-8C31-4DE7-A8C6-E8634C0D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B4D0FE-099C-448A-BF9B-8C7746D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1ED7F9-6A6F-4A36-9B89-4F4C7202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304130284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A22AD9-6A93-430D-A59E-F758F8AA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930C5-D5CE-4DDE-88A7-0EAA68A3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ECB7D-4A1E-4452-BBE5-E851E8D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2769B-8BF0-4736-9FF7-56FE7770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F3BAB-3EC3-4B63-8970-24B825A1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4A097-0356-4691-87EF-A67C287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950A2-0B76-41DC-B517-693F11F3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462A0-87B0-4854-885D-DAE5B2C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0A4EB-F13B-41F1-BA07-428DE991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08A5D-CB19-4CE3-A1FC-C55CEA99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3A461E-64B9-41BE-843F-128652BB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784D9-BE52-4ACE-BDE9-F8E0968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4688E-657B-4886-815C-B0A3C157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678CF-C075-4969-BE18-AA420282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0603A4-5E57-4378-B959-E910D2F3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01225-C5C5-4C14-A742-8D6AD6D6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05E30-4023-4B3B-A799-49DC86B42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2C77D-818E-4DA5-BF9A-2B57C94A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8728FE-A928-4087-9632-178F53A7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0AA46-9AF5-4ECE-B816-85559B44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E3EFD-7B90-4790-8754-C590A78C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584DB8-F3DE-483F-B031-207850B2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D221C4-8014-4A03-AFD5-398D4883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A8518-26C3-45C0-BF47-2EFF32B3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7E4EA-FBFE-4287-A2CE-BFBE29D8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C253F7-7D87-40AF-95A3-A508B417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78887-3130-4CC4-97AB-93BC5C7E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65118-773D-4737-9CF4-2759383F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484609-AE8C-475F-85B5-1EC065B4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EF02FB-0558-415C-B2FE-57783F28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EC4344-AE79-4EED-8FC4-2120C0E0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152F18-E01F-43CB-B312-7F02CF6E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EF615-A6B7-4BFC-ABBB-948239A4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E426F5-4F3D-4A90-B5B7-DEAA752B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743EB3-F024-40A6-9440-0AA47D49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3F12E3-113C-4A57-B197-99E5E19B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CCD331-EAAC-444F-AFD2-1897139D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855A58-F8C7-4F7D-A4A2-D114B196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70EB73-8880-409E-8289-9FCA4A2E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021517-BA63-4DD7-B0A7-25E2C3DF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19BFA6-463D-457F-B8A1-CE1A5224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EFE5EF-D124-4CDC-B73A-3BF7E109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CE49C7-B460-4FC7-B86A-70F0F1FF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98D6F9-3B85-4EEA-88BF-85931C41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3797F0-ED7A-473A-B14F-A56521F2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B0C88FC-E22B-4049-977D-F57344A0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BF0BF9-3D66-4407-B4B6-208EDF4C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55714F-F080-4FC5-96B2-29AEA983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3634739-D1D1-40D0-AC72-A8273DF4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A0EA47-673B-47DD-908E-72259D3E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FD73AA-2DCE-4BB1-8349-4316C1A9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6EEBF1-4C1E-42BA-90D0-121B39E8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55F175-1680-4607-B691-C8B6DD55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E42589-2DCB-4833-9216-2B3969DA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3EDC7F-E2E2-47C6-A561-677041EA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52411312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2A373-6675-4471-931E-63ED9A12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F5BE7-FD7F-4DF0-8937-74F764D3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D49BE-6928-4966-B04F-42453D70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ABEBF-0A74-478D-814A-C6E5277A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C9F78-F9A1-4858-BD42-0FA26CC9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принятия решения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D0759-904B-46BD-865C-EFD09519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59267-00AA-48F5-91EB-E4E53AD8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945E6-B3A5-4C89-A412-C857B022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FA509-19C5-4D54-B96E-ED418D34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5DC93-B7E3-4FA2-B17B-253CCAA6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CCD3FE-C158-4C4A-9F09-E9734AC2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 и week trailer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6696A-3A1A-4786-BB7B-A983700F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570CBE-2C32-4313-8014-2AE1FD21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вау + понятна причинность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00E581-A163-4DC2-B058-2AE102FA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6A663-8155-4D35-BAAD-03676D4E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FF5EF-DA3D-4DFD-B768-737A067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F24A2-9933-443B-B8C0-9B8B8493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8-10 экранов и первый сценарий недели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6777DF-2BAA-43D7-8B8F-879D1303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C2CD2-1F08-49D9-8834-39E29E95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проходит loop без объяснений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FEB45-7FE6-415B-9BA8-9A413E29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A694D-65CE-45E7-8AB2-BD8535A1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9E147-D5EF-4688-80D8-E90265BC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Cohort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3DCE9-3366-4EED-AD0C-8015D566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users, интервью, paid-intent follow-up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BB7359-1A63-4D64-909F-8FF31353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29B87-9C7D-4462-AAF8-93CBBFE9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&gt;20%, paid intent &gt;5%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14B49-8DB8-49EA-81BA-B319757B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0623EC-8368-492D-90D0-E20855FC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D8F256-5679-4613-8DF9-C28425C0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E6865D-AD35-414C-B7BC-805BE83E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billing, analytics, generation logs, paywall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252377-55C5-493A-8A82-6D9576ED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6C14F7-8565-41C7-8E2A-AF562E7C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718732-F8F1-4804-BCE6-04C01C4D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24000"/>
            <a:ext cx="16668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E1E246-FFD2-48E0-8A46-81AEAB8E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9545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E6C8F6-951D-406E-9410-E37631E2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1450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3920C-EB8F-49D2-97CB-445C4F49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1314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hooks + маленький paid budget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61DCEC-38E7-414B-A29B-15913920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13144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A32765-03B1-47EE-BA06-132A461E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1314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45FA320-8918-427F-A8BF-49178476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0125"/>
            <a:ext cx="7858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8E55EC-FB21-40F8-B1B8-C6438F6E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72050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Каждая фаза заканчивается решением: продолжаем, режем scope или останавливаем.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A97A03-C97C-46DC-B54E-BEE61657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53217272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B2D07-DCCF-4F04-A303-2D668BDF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C9DB5-2225-466E-BEA6-63515AA4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ED72D-0BF5-4DB2-B3D5-C7C9106E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E8F4D-D9D5-43D5-801C-E1B2323B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98152-1C16-46AF-895D-EA2948C6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Scope продукта: MVP vs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F8B74-A5F2-4DC1-B137-EBD56A3C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F354A-C2A5-460D-9FE5-414F05C9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6EE30-0075-45EF-98E9-546A2E8B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D273D-10B8-4B8C-A1D9-1B774392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B2AC1-0B8A-4CE0-BBA5-59E4B9EA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E85E77-2922-40F9-960D-E52C5B77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9245D-99F7-41FD-BA32-7E96E66C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979D5-3880-48A0-83C0-941A01B0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134EB6-1FAF-4A12-A982-4E0E5911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E7CA7-B9FA-403A-918A-7639A227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0D5608-4F73-4297-86BA-8D39418F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34231-7B71-49C6-9797-EA0FAF8B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FA06B-3C1B-4619-8012-99D8677B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Reflection → Life Canvas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3B697C-5FA5-4000-BD93-7FC6038C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3ED06-14F9-471B-8E12-B5D500E9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 branching и deeper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9E125-DE89-4FE6-A549-CD57A661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295B71-63E5-4E03-ACBF-5B45D047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нужно доказать causality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B11B8D-C461-4012-B5E7-0CA096E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BF02F-9BEC-4DD8-BB3D-E437816E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590E7-54F0-44D3-A6DF-13DE43D1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F004E7-7C78-475C-9DE3-AE6745C0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chosen tone + weekly context + memory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A4B112-0619-452F-8DAA-FED01E0A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19AFE-DEB0-4D5A-9E8B-6D4E7AA7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creator voices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954374-5212-4EA8-8060-8B14973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6B1F74-976D-4529-9715-355FE70A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 memory дешевле и быстрее валидировать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B5D5F2-4E3D-4D02-BE3A-1C26ED25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F84DC9-7587-44F6-86FA-970301AD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24C5FE-0B6A-495B-9E41-FBB540CC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BE81EF-6657-438F-8CAB-D52E6427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image-first Life Canvas + avatar style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F139C2-674C-42B7-A32D-8DDDF869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B94A97-F6FC-44C9-BCE4-C1044CDE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6E4860-A8EF-4014-996A-9CB57DC2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4C8D17-806F-474B-8DEC-5A7AAD72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— premium COGS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06172F-3150-472B-BBE9-294845FC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208A64-4CB4-4379-8DAC-9F52B427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Monetization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28E9CAC-CA84-4295-BBE0-E249D138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D99D01-DC4C-4E9A-8F42-11100EEF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one token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81A3B8-8EBE-4E84-9D86-C3B89C4B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91B5C6-5D1D-4281-BAA9-FCA634E4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1D139B-3449-4567-B121-5A4E5363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80E0D8-52FF-41CF-9471-1F86958A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избегаем complexity до retention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B7B736-B677-4196-AD07-5F262CB4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57857A-F6BC-45BA-82F6-71C854AB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2E328E-BA24-469B-B550-0EBD6ADB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ABABFD-18F4-49C3-B634-366E588D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1B856C-59CA-4E2B-9BF8-1EC3D9C2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D052D1-4828-424C-A217-EABA0267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CA9EB1-890E-421A-BB24-F660A119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1BC7C7-DC7E-4025-9B53-8E3E3703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social network до доказанной core value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B7A59B-6D50-4848-99A6-82BDC67F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020440089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82313D-B67A-4989-857D-DD69C5A6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B627F-9470-44FD-838A-BA4F1FBF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8F111-93A2-4AB6-BAF1-92BAE891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E57A6-2E33-4BC0-B415-8ABF0B40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C2A5E-22E7-4408-B530-3B4A570D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3D38E-BADD-47EF-BAB9-4AD9668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CFDA0-5A54-42B1-874E-83D12EDA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8E096-A39B-4190-BFF4-413F02C9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06AE3-C116-4F86-BD3B-0A930B8F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71CA08-E281-4183-9DFD-26DD7D56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ломает 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36B31-E83B-4AEB-BC01-EA6E0FA8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F11D0-DD0A-4CF9-A34E-413E316F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81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Митигация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514F3-3C88-4603-A2A8-0E583B63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972BF6-EC1A-4087-AEB8-B77D2230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BC5465-D827-48FB-A8A5-91E90830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2D1E5-F912-4F17-B275-5261B668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669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thinks it is generic astrology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58727-A9EA-4C80-9744-CB8ADA2C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EF928-5A20-401A-B7C6-605A2585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weekly life-series и action, не fate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11EA54-D2F7-424A-B7C2-EFF025F3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5B845-1EC5-46DB-8C15-C1D9BD80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feels random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649216-CCC8-409D-BBD6-AA80D205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02F8E3-271A-45B3-AC6F-FF0A6AD8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cannot explain visual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25735-7DD4-4487-92AF-39C26409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D5C8BF-F398-413C-9AFA-BF53849D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527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cause рядом с Canvas и связывать с action/reflection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509D2-B7C6-439C-9838-5730C03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AAC75-A6C8-4D92-8553-7CD6CFBF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cost kills margin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88BDBC-82E6-45BD-A1A2-4D667BBA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18E382-7A1A-4F06-A917-0DBFFD65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385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generate expensive clips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B0B958-4B2C-4AF5-A36A-DAFEEEAF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95CF03-192B-4C01-AEDF-CEED1E7B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385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premium/token video only; log COGS per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B3809-6213-4039-9029-1CD825AB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48FCE-3122-41B6-AB62-307E0817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sounds generic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71B1DA-7C90-4BF2-8968-3FD2C63A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29BC3-0604-4D09-A961-7C35A916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243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low trust and no return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B6C3FE-BA5C-4F4C-A894-7E5FAB3F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20A90D-37F5-489A-B8F6-96C3300C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243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user feedback и memory guardrails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159440-459A-4C20-9134-9FBBD608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9D136D-8A90-4CDB-8DDC-D05A1142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paid intent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19C79B-49C6-4573-A348-56164B5A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561210-F493-4D96-A2F8-69A31EA7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0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users like it but do not pay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51D7A8C-6D31-42EA-AFCD-8B57C09D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984B9A-1DBF-4B80-84F2-51D10F6F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0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after first completed loop и price tests by cohort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466A12-EEF3-45A3-8228-FDBF6EBA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207360627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AE2FAD-E6C7-43A5-94BD-9AA06D8A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A69AD-C393-4DEC-8B59-B5656611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6F24FB-FA18-49A4-9514-985E75E4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9C048-A0EC-467A-A0CB-64F0F837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CD5C4-0DD0-42EE-84B7-B167AB5A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роста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92AF5-75AE-467C-AAFA-F7812F85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F4366-6FDB-4810-BC60-F12D3A98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B64C2-9B85-4B2B-9E10-4960220B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E4CAF-C217-4927-BB9E-C875634B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34FE72-B859-4B70-BB22-03CAB3C3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forecast + avatars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4A9B1-FFB8-44F6-BAEB-830BB94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21B9F-F9E8-4A2A-8036-D6EF2C33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BD074-F43F-4419-8563-EBCC99BD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 season + Canvas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7EC33-2365-43E4-8E95-4F9400BA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0BACAC-EC43-4504-AAA2-9B01434D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CFC5D-AA17-4CBA-8004-F0D938B9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first 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50913-0BB4-4286-BCED-9A6415E7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2490C-437D-4786-96EE-0E5E7792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B2A1FA-1993-4D8B-BBF1-7A6133CD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D7 / season recaps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6575B-B196-4F28-9903-273B6532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B5958-E7D6-4ACE-9FB0-C98A48F8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D7E34-12E1-4DFA-8F9C-2FD2DF16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creators + paid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56671C-B80B-4D26-BEA9-E1BA87D1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C6FA0-550F-4EE8-BC2F-ECB59349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$1M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4ABE1-895D-40F5-AB10-A1AEAE07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engine + annual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6E2BA-2B4A-4F58-B6C2-17D407B8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Roadmap остается узким, пока loop не доказан: сначала causality, затем retention, затем paid scale.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B8952A-0EC5-4B52-80BB-5C18B00D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303353849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E86DBD-C171-41A4-95E0-2D85511A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E0D6F-C187-4031-89B3-EE672B17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5805C-F410-426A-9C27-9479CEB5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2FCFD-1A61-4E98-B5EC-1E544E14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757C4-1CBD-48A7-997B-5F46521A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нужно строить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C2BE3-B37B-4175-B9CA-085678F7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35F07-9405-45FA-8C0C-45C4DE93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5F453-153A-4D29-A714-C2D0384D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visual self-guidance app: пользователь вводит birth data/context, получает прогноз, делает daily micro-actions и видит, как развивается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C406E-1A1A-44EE-8D06-DBCE9F16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E22171-2D70-4CA5-AF68-DC8C66A7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Text-first assistant, weekly season, daily episode, action/reset/reflection, image-first Life Canvas, Plus paywall, один premium video token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9F94AE-17E0-492D-AAE3-479F9667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1D3A73-6F9C-4F36-9BC4-6AD01006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 стартовый тест, $12.99 blended/base, $14.99 visual bundle с 4 видео/мес, $4.99-$9.99 premium tokens, no unlimited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17E97-3175-47C4-AA91-D4ADD91F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87355-DADB-43BA-BEA8-B28E6416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Начать с interviews и concierge cohorts, затем creator-led proof, затем маленькие paid tests вокруг visual week/future-self hooks.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63B50-7D91-4D1C-9FAE-D1B008EC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Kill criteria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84321-D09E-4E2A-884B-E1443744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Stop/pivot, если users не объясняют Canvas causality, D1 ниже 20%, paid intent ниже 5% или video COGS нельзя контролировать.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9638B-5D56-4720-9B05-C77C1CF2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Next step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147FA-1021-4431-B338-5671F3E0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Сделать 3-5 visual examples, clickable prototype, 30-user cohort и один pricing/token experiment.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5B30B2-3DBE-4767-A71F-6AC509D5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13666944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4210B9-680F-41F5-93D0-D81DAB5E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35A98-ED0E-4623-9361-66923DD6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0AD8D-5F94-47C8-ABBC-721A801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D74B29-5F8C-44C6-AE11-3F65F3B7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E8E07-1108-476B-A9D5-581EDF80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Контакты /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0641D-2268-4D74-BEF5-A5F79857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89F0F-C61F-4A19-AB13-A73ECC5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285CC-7276-4278-95AF-4C57E032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visual examples, собрать clickable prototype, протестировать первых 30 users и проверить, понимают ли они causality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FA2AA-65A0-4169-BF3F-FDC05F13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Prototype → interviews → concierge cohort → paid 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8E445-9927-4B4E-867D-8416D48A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715438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2026-06-06T08:58:40.1050000Z</dcterms:created>
  <dcterms:modified xsi:type="dcterms:W3CDTF">2026-06-06T08:58:40.1050000Z</dcterms:modified>
</coreProperties>
</file>