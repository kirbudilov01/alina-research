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70aecbe244294" /><Relationship Type="http://schemas.openxmlformats.org/officeDocument/2006/relationships/extended-properties" Target="/docProps/app.xml" Id="R902235b5118742cf" /><Relationship Type="http://schemas.openxmlformats.org/officeDocument/2006/relationships/officeDocument" Target="/ppt/presentation.xml" Id="Ra7f70b624d5f47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fdd301c0a94786"/>
  </p:sldMasterIdLst>
  <p:notesMasterIdLst>
    <p:notesMasterId xmlns:r="http://schemas.openxmlformats.org/officeDocument/2006/relationships" r:id="R227bd4feb08643db"/>
  </p:notesMasterIdLst>
  <p:sldIdLst>
    <p:sldId xmlns:r="http://schemas.openxmlformats.org/officeDocument/2006/relationships" id="256" r:id="R2ff00699ef634ae2"/>
    <p:sldId xmlns:r="http://schemas.openxmlformats.org/officeDocument/2006/relationships" id="257" r:id="R29f249856de74364"/>
    <p:sldId xmlns:r="http://schemas.openxmlformats.org/officeDocument/2006/relationships" id="258" r:id="Rdba1714f62ab4e1a"/>
    <p:sldId xmlns:r="http://schemas.openxmlformats.org/officeDocument/2006/relationships" id="259" r:id="R545b2b1b943e475e"/>
    <p:sldId xmlns:r="http://schemas.openxmlformats.org/officeDocument/2006/relationships" id="260" r:id="R9fe3c592b6cf4a0e"/>
    <p:sldId xmlns:r="http://schemas.openxmlformats.org/officeDocument/2006/relationships" id="261" r:id="Rf7bce8db4d2e43e9"/>
    <p:sldId xmlns:r="http://schemas.openxmlformats.org/officeDocument/2006/relationships" id="262" r:id="Rf17466df3809402f"/>
    <p:sldId xmlns:r="http://schemas.openxmlformats.org/officeDocument/2006/relationships" id="263" r:id="R3363ff06cac44c9c"/>
    <p:sldId xmlns:r="http://schemas.openxmlformats.org/officeDocument/2006/relationships" id="264" r:id="R1897f3bb4b9f4ccf"/>
    <p:sldId xmlns:r="http://schemas.openxmlformats.org/officeDocument/2006/relationships" id="265" r:id="R86c960423db3425b"/>
    <p:sldId xmlns:r="http://schemas.openxmlformats.org/officeDocument/2006/relationships" id="266" r:id="Rc27b1caabd5e4608"/>
    <p:sldId xmlns:r="http://schemas.openxmlformats.org/officeDocument/2006/relationships" id="267" r:id="R34a4cdcddfca47e7"/>
    <p:sldId xmlns:r="http://schemas.openxmlformats.org/officeDocument/2006/relationships" id="268" r:id="Rb13a9d0a60564e37"/>
    <p:sldId xmlns:r="http://schemas.openxmlformats.org/officeDocument/2006/relationships" id="269" r:id="Rd3e817ef379443f5"/>
    <p:sldId xmlns:r="http://schemas.openxmlformats.org/officeDocument/2006/relationships" id="270" r:id="R9bcb57e9b89646bb"/>
    <p:sldId xmlns:r="http://schemas.openxmlformats.org/officeDocument/2006/relationships" id="271" r:id="Rb90b58034a8c4103"/>
    <p:sldId xmlns:r="http://schemas.openxmlformats.org/officeDocument/2006/relationships" id="272" r:id="R399e27948fda4939"/>
    <p:sldId xmlns:r="http://schemas.openxmlformats.org/officeDocument/2006/relationships" id="273" r:id="R015143ba07924c9a"/>
    <p:sldId xmlns:r="http://schemas.openxmlformats.org/officeDocument/2006/relationships" id="274" r:id="R03f4383b12fb4604"/>
    <p:sldId xmlns:r="http://schemas.openxmlformats.org/officeDocument/2006/relationships" id="275" r:id="R942ad048ab6149a0"/>
    <p:sldId xmlns:r="http://schemas.openxmlformats.org/officeDocument/2006/relationships" id="276" r:id="R844e24391eca4727"/>
    <p:sldId xmlns:r="http://schemas.openxmlformats.org/officeDocument/2006/relationships" id="277" r:id="R5691bd9704604d99"/>
    <p:sldId xmlns:r="http://schemas.openxmlformats.org/officeDocument/2006/relationships" id="278" r:id="R5d5a8c6b246449e8"/>
    <p:sldId xmlns:r="http://schemas.openxmlformats.org/officeDocument/2006/relationships" id="279" r:id="Rfd4faadd3a044840"/>
    <p:sldId xmlns:r="http://schemas.openxmlformats.org/officeDocument/2006/relationships" id="280" r:id="R87006b122a1d44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dd301c0a94786" /><Relationship Type="http://schemas.openxmlformats.org/officeDocument/2006/relationships/theme" Target="/ppt/theme/theme1.xml" Id="R427df35566bf42bc" /><Relationship Type="http://schemas.openxmlformats.org/officeDocument/2006/relationships/notesMaster" Target="/ppt/notesMasters/notesMaster1.xml" Id="R227bd4feb08643db" /><Relationship Type="http://schemas.openxmlformats.org/officeDocument/2006/relationships/presProps" Target="/ppt/presProps.xml" Id="R6d6a5f138b58457d" /><Relationship Type="http://schemas.openxmlformats.org/officeDocument/2006/relationships/viewProps" Target="/ppt/viewProps.xml" Id="Rda32daf7ccce4e22" /><Relationship Type="http://schemas.openxmlformats.org/officeDocument/2006/relationships/tableStyles" Target="/ppt/tableStyles.xml" Id="R0af3c38c4f6d41d7" /><Relationship Type="http://schemas.openxmlformats.org/officeDocument/2006/relationships/slide" Target="/ppt/slides/slide1.xml" Id="R2ff00699ef634ae2" /><Relationship Type="http://schemas.openxmlformats.org/officeDocument/2006/relationships/slide" Target="/ppt/slides/slide2.xml" Id="R29f249856de74364" /><Relationship Type="http://schemas.openxmlformats.org/officeDocument/2006/relationships/slide" Target="/ppt/slides/slide3.xml" Id="Rdba1714f62ab4e1a" /><Relationship Type="http://schemas.openxmlformats.org/officeDocument/2006/relationships/slide" Target="/ppt/slides/slide4.xml" Id="R545b2b1b943e475e" /><Relationship Type="http://schemas.openxmlformats.org/officeDocument/2006/relationships/slide" Target="/ppt/slides/slide5.xml" Id="R9fe3c592b6cf4a0e" /><Relationship Type="http://schemas.openxmlformats.org/officeDocument/2006/relationships/slide" Target="/ppt/slides/slide6.xml" Id="Rf7bce8db4d2e43e9" /><Relationship Type="http://schemas.openxmlformats.org/officeDocument/2006/relationships/slide" Target="/ppt/slides/slide7.xml" Id="Rf17466df3809402f" /><Relationship Type="http://schemas.openxmlformats.org/officeDocument/2006/relationships/slide" Target="/ppt/slides/slide8.xml" Id="R3363ff06cac44c9c" /><Relationship Type="http://schemas.openxmlformats.org/officeDocument/2006/relationships/slide" Target="/ppt/slides/slide9.xml" Id="R1897f3bb4b9f4ccf" /><Relationship Type="http://schemas.openxmlformats.org/officeDocument/2006/relationships/slide" Target="/ppt/slides/slide10.xml" Id="R86c960423db3425b" /><Relationship Type="http://schemas.openxmlformats.org/officeDocument/2006/relationships/slide" Target="/ppt/slides/slide11.xml" Id="Rc27b1caabd5e4608" /><Relationship Type="http://schemas.openxmlformats.org/officeDocument/2006/relationships/slide" Target="/ppt/slides/slide12.xml" Id="R34a4cdcddfca47e7" /><Relationship Type="http://schemas.openxmlformats.org/officeDocument/2006/relationships/slide" Target="/ppt/slides/slide13.xml" Id="Rb13a9d0a60564e37" /><Relationship Type="http://schemas.openxmlformats.org/officeDocument/2006/relationships/slide" Target="/ppt/slides/slide14.xml" Id="Rd3e817ef379443f5" /><Relationship Type="http://schemas.openxmlformats.org/officeDocument/2006/relationships/slide" Target="/ppt/slides/slide15.xml" Id="R9bcb57e9b89646bb" /><Relationship Type="http://schemas.openxmlformats.org/officeDocument/2006/relationships/slide" Target="/ppt/slides/slide16.xml" Id="Rb90b58034a8c4103" /><Relationship Type="http://schemas.openxmlformats.org/officeDocument/2006/relationships/slide" Target="/ppt/slides/slide17.xml" Id="R399e27948fda4939" /><Relationship Type="http://schemas.openxmlformats.org/officeDocument/2006/relationships/slide" Target="/ppt/slides/slide18.xml" Id="R015143ba07924c9a" /><Relationship Type="http://schemas.openxmlformats.org/officeDocument/2006/relationships/slide" Target="/ppt/slides/slide19.xml" Id="R03f4383b12fb4604" /><Relationship Type="http://schemas.openxmlformats.org/officeDocument/2006/relationships/slide" Target="/ppt/slides/slide20.xml" Id="R942ad048ab6149a0" /><Relationship Type="http://schemas.openxmlformats.org/officeDocument/2006/relationships/slide" Target="/ppt/slides/slide21.xml" Id="R844e24391eca4727" /><Relationship Type="http://schemas.openxmlformats.org/officeDocument/2006/relationships/slide" Target="/ppt/slides/slide22.xml" Id="R5691bd9704604d99" /><Relationship Type="http://schemas.openxmlformats.org/officeDocument/2006/relationships/slide" Target="/ppt/slides/slide23.xml" Id="R5d5a8c6b246449e8" /><Relationship Type="http://schemas.openxmlformats.org/officeDocument/2006/relationships/slide" Target="/ppt/slides/slide24.xml" Id="Rfd4faadd3a044840" /><Relationship Type="http://schemas.openxmlformats.org/officeDocument/2006/relationships/slide" Target="/ppt/slides/slide25.xml" Id="R87006b122a1d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80f1d0c4b844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656691f364133" /><Relationship Type="http://schemas.openxmlformats.org/officeDocument/2006/relationships/notesMaster" Target="/ppt/notesMasters/notesMaster1.xml" Id="R7687789cbf074d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640b51d9c4913" /><Relationship Type="http://schemas.openxmlformats.org/officeDocument/2006/relationships/notesMaster" Target="/ppt/notesMasters/notesMaster1.xml" Id="Ra86b9b62d669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d8192a195e46c4" /><Relationship Type="http://schemas.openxmlformats.org/officeDocument/2006/relationships/notesMaster" Target="/ppt/notesMasters/notesMaster1.xml" Id="R465e4b8ec709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bbc5c74ad14530" /><Relationship Type="http://schemas.openxmlformats.org/officeDocument/2006/relationships/notesMaster" Target="/ppt/notesMasters/notesMaster1.xml" Id="Rc04e3551caa4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c2d8e128e44be6" /><Relationship Type="http://schemas.openxmlformats.org/officeDocument/2006/relationships/notesMaster" Target="/ppt/notesMasters/notesMaster1.xml" Id="Rb824a43e41f7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0315808f674693" /><Relationship Type="http://schemas.openxmlformats.org/officeDocument/2006/relationships/notesMaster" Target="/ppt/notesMasters/notesMaster1.xml" Id="Rb90d686bbc5c4f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94f089b6c8476d" /><Relationship Type="http://schemas.openxmlformats.org/officeDocument/2006/relationships/notesMaster" Target="/ppt/notesMasters/notesMaster1.xml" Id="Rd4471f4afd3641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ab47051e9346d4" /><Relationship Type="http://schemas.openxmlformats.org/officeDocument/2006/relationships/notesMaster" Target="/ppt/notesMasters/notesMaster1.xml" Id="Rcc91463c402740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9993b8e8784bf1" /><Relationship Type="http://schemas.openxmlformats.org/officeDocument/2006/relationships/notesMaster" Target="/ppt/notesMasters/notesMaster1.xml" Id="R9a953acd3f8249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f073cf0e064db8" /><Relationship Type="http://schemas.openxmlformats.org/officeDocument/2006/relationships/notesMaster" Target="/ppt/notesMasters/notesMaster1.xml" Id="R761820e569b644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8b9a8947054818" /><Relationship Type="http://schemas.openxmlformats.org/officeDocument/2006/relationships/notesMaster" Target="/ppt/notesMasters/notesMaster1.xml" Id="Rfc7ee711b2da46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1231d60e844c35" /><Relationship Type="http://schemas.openxmlformats.org/officeDocument/2006/relationships/notesMaster" Target="/ppt/notesMasters/notesMaster1.xml" Id="Rd0fc71ea258a4d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c7d9081d39453f" /><Relationship Type="http://schemas.openxmlformats.org/officeDocument/2006/relationships/notesMaster" Target="/ppt/notesMasters/notesMaster1.xml" Id="R92e7d9fa06954c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493bcd77614d9b" /><Relationship Type="http://schemas.openxmlformats.org/officeDocument/2006/relationships/notesMaster" Target="/ppt/notesMasters/notesMaster1.xml" Id="R32dc462b4fdf44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6f374c4e1f47e0" /><Relationship Type="http://schemas.openxmlformats.org/officeDocument/2006/relationships/notesMaster" Target="/ppt/notesMasters/notesMaster1.xml" Id="R5a4aba8a31e34a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81d05c35e4431d" /><Relationship Type="http://schemas.openxmlformats.org/officeDocument/2006/relationships/notesMaster" Target="/ppt/notesMasters/notesMaster1.xml" Id="R7d08a705d4114f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7f6630ca264b8c" /><Relationship Type="http://schemas.openxmlformats.org/officeDocument/2006/relationships/notesMaster" Target="/ppt/notesMasters/notesMaster1.xml" Id="R2a8cd5b5c12644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bb5723fd8d42e9" /><Relationship Type="http://schemas.openxmlformats.org/officeDocument/2006/relationships/notesMaster" Target="/ppt/notesMasters/notesMaster1.xml" Id="Rcd996c7a90f44b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8fcb4c61694895" /><Relationship Type="http://schemas.openxmlformats.org/officeDocument/2006/relationships/notesMaster" Target="/ppt/notesMasters/notesMaster1.xml" Id="R1b861885151c40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b02e982b1e4a15" /><Relationship Type="http://schemas.openxmlformats.org/officeDocument/2006/relationships/notesMaster" Target="/ppt/notesMasters/notesMaster1.xml" Id="Ra29dd5d94a7141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7ab7c71d7f4107" /><Relationship Type="http://schemas.openxmlformats.org/officeDocument/2006/relationships/notesMaster" Target="/ppt/notesMasters/notesMaster1.xml" Id="Ra4f3b5dc1a994a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d37f1a31a04e83" /><Relationship Type="http://schemas.openxmlformats.org/officeDocument/2006/relationships/notesMaster" Target="/ppt/notesMasters/notesMaster1.xml" Id="R6e641786e6f046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3f1bff4da54c4f" /><Relationship Type="http://schemas.openxmlformats.org/officeDocument/2006/relationships/notesMaster" Target="/ppt/notesMasters/notesMaster1.xml" Id="R7d5fa0438ef24c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087118d74c4faa" /><Relationship Type="http://schemas.openxmlformats.org/officeDocument/2006/relationships/notesMaster" Target="/ppt/notesMasters/notesMaster1.xml" Id="R33b17e4bdb5b41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51ef4e3a0f4537" /><Relationship Type="http://schemas.openxmlformats.org/officeDocument/2006/relationships/notesMaster" Target="/ppt/notesMasters/notesMaster1.xml" Id="R9c9fdc0e574b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a54812f3042a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2416ceb7e54bc7" /><Relationship Type="http://schemas.openxmlformats.org/officeDocument/2006/relationships/slideLayout" Target="/ppt/slideLayouts/slideLayout2.xml" Id="R0495e54f9c12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5e54f9c12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d6c29544d741e7" /><Relationship Type="http://schemas.openxmlformats.org/officeDocument/2006/relationships/notesSlide" Target="/ppt/notesSlides/notesSlide1.xml" Id="Re88d03b92fbb4e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5fa0e856ab4791" /><Relationship Type="http://schemas.openxmlformats.org/officeDocument/2006/relationships/notesSlide" Target="/ppt/notesSlides/notesSlide2.xml" Id="R1066f892f0cd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768bb0a8b44aa2" /><Relationship Type="http://schemas.openxmlformats.org/officeDocument/2006/relationships/notesSlide" Target="/ppt/notesSlides/notesSlide3.xml" Id="Rfd4115efb088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51f20de0c4211" /><Relationship Type="http://schemas.openxmlformats.org/officeDocument/2006/relationships/notesSlide" Target="/ppt/notesSlides/notesSlide4.xml" Id="Ra1b266854e684b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61a9b7dcc44fb" /><Relationship Type="http://schemas.openxmlformats.org/officeDocument/2006/relationships/notesSlide" Target="/ppt/notesSlides/notesSlide5.xml" Id="R02ff035bc64c40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4d7cc254248fa" /><Relationship Type="http://schemas.openxmlformats.org/officeDocument/2006/relationships/notesSlide" Target="/ppt/notesSlides/notesSlide6.xml" Id="Rf64fd69668b648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424f9d50d4d3e" /><Relationship Type="http://schemas.openxmlformats.org/officeDocument/2006/relationships/notesSlide" Target="/ppt/notesSlides/notesSlide7.xml" Id="R6971bc65770b46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8df23661e4b7f" /><Relationship Type="http://schemas.openxmlformats.org/officeDocument/2006/relationships/notesSlide" Target="/ppt/notesSlides/notesSlide8.xml" Id="Ra54674d017fd43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2b92096a83426b" /><Relationship Type="http://schemas.openxmlformats.org/officeDocument/2006/relationships/notesSlide" Target="/ppt/notesSlides/notesSlide9.xml" Id="Ref9385d1563742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d329511be47c3" /><Relationship Type="http://schemas.openxmlformats.org/officeDocument/2006/relationships/notesSlide" Target="/ppt/notesSlides/notesSlide10.xml" Id="R65b31f1f8bb04a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edcb72e30b4f35" /><Relationship Type="http://schemas.openxmlformats.org/officeDocument/2006/relationships/notesSlide" Target="/ppt/notesSlides/notesSlide11.xml" Id="R830fb1d3561d46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fe026c6e83439e" /><Relationship Type="http://schemas.openxmlformats.org/officeDocument/2006/relationships/notesSlide" Target="/ppt/notesSlides/notesSlide12.xml" Id="R55fdc25a57074e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7f43c655ea4827" /><Relationship Type="http://schemas.openxmlformats.org/officeDocument/2006/relationships/notesSlide" Target="/ppt/notesSlides/notesSlide13.xml" Id="R0ef22965541f42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ba61b79a4045df" /><Relationship Type="http://schemas.openxmlformats.org/officeDocument/2006/relationships/notesSlide" Target="/ppt/notesSlides/notesSlide14.xml" Id="R0c8cae92875347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09052bd4464611" /><Relationship Type="http://schemas.openxmlformats.org/officeDocument/2006/relationships/notesSlide" Target="/ppt/notesSlides/notesSlide15.xml" Id="Rd3dccf34426d42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8a51d7d3374f0f" /><Relationship Type="http://schemas.openxmlformats.org/officeDocument/2006/relationships/notesSlide" Target="/ppt/notesSlides/notesSlide16.xml" Id="R7edc7106b62947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80e032400406b" /><Relationship Type="http://schemas.openxmlformats.org/officeDocument/2006/relationships/notesSlide" Target="/ppt/notesSlides/notesSlide17.xml" Id="R3f7967d96f2345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f3a29895194a56" /><Relationship Type="http://schemas.openxmlformats.org/officeDocument/2006/relationships/notesSlide" Target="/ppt/notesSlides/notesSlide18.xml" Id="Rb40f8c9135614b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ae6a76ba7d4d53" /><Relationship Type="http://schemas.openxmlformats.org/officeDocument/2006/relationships/notesSlide" Target="/ppt/notesSlides/notesSlide19.xml" Id="R6c01b93e58bc49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39801a230f48a2" /><Relationship Type="http://schemas.openxmlformats.org/officeDocument/2006/relationships/notesSlide" Target="/ppt/notesSlides/notesSlide20.xml" Id="R3f60ecd196104b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3cad8d84741ea" /><Relationship Type="http://schemas.openxmlformats.org/officeDocument/2006/relationships/notesSlide" Target="/ppt/notesSlides/notesSlide21.xml" Id="Re4966e3fc19942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b4997d41024251" /><Relationship Type="http://schemas.openxmlformats.org/officeDocument/2006/relationships/notesSlide" Target="/ppt/notesSlides/notesSlide22.xml" Id="R8500cacb69ca4b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1404adb9e44032" /><Relationship Type="http://schemas.openxmlformats.org/officeDocument/2006/relationships/notesSlide" Target="/ppt/notesSlides/notesSlide23.xml" Id="R13fac04c3f9040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48aac2806423f" /><Relationship Type="http://schemas.openxmlformats.org/officeDocument/2006/relationships/notesSlide" Target="/ppt/notesSlides/notesSlide24.xml" Id="R766ecc35c4d14f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845a38d3684f5d" /><Relationship Type="http://schemas.openxmlformats.org/officeDocument/2006/relationships/notesSlide" Target="/ppt/notesSlides/notesSlide25.xml" Id="R085b0afbe61648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16A43-8483-43DA-84DE-8BC543AE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09B3E-2DA5-4035-B39B-E3A8D6D9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79E2D-3D82-4005-ABDE-1C895664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0073-3E21-491A-BAF3-870A4BC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06609-D970-42BA-8AC9-D6B9A4B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AURA: продуктовая система, а не AI-картинка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C98F-A013-4CC0-958C-C160175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D51AA-E5A2-4ECE-8D3B-FF9C6DA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1FFC9-F305-45FF-8B8B-A7B262A6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держится на причинной петле Episode → Action → Reset → Reflection → Life Canvas → Tomorrow Hook.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4955B-1483-4249-9706-5373564A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F8B1E-3EBE-4E4C-9C57-3864700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превращает личный контекст в ежедневный эпизод, действие и видимый след.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F3279-6E62-4D40-80F7-1C8EC5E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1209F-FD9D-434C-917A-A734712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Центральная проверка: пользователь должен понять, почему изменился Life Canvas.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21A69-9916-4B54-8535-C8CC5E5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19140-9025-4C88-BA1B-518AFEA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картинка кажется случайной, продукт теряет смысл.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50488-8D57-4E9D-8035-245DD0A0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43CCB-3406-454B-8456-BDA197BC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картинка считывается как след действия, появляется новая категория.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CF6FB-8929-4945-BC14-4AD2256A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D9B66-4CAA-4362-BBC4-A8C1895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9C6E6-4530-44F7-9F28-888AE523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5864D-7384-42DE-8890-3ABAE35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340D9-972E-4DF7-A53A-A9AB6E4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1A14A-181D-4AEC-B1FF-05C05E16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F32B4-177E-4278-B124-DF7AF64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462AA-FCD7-4603-A6D8-93E8D9AE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40C9A-AC8F-45EB-B535-C1C1781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A4F4E-97E7-45E1-9BD0-D934DB76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8238A-59F4-48CA-A359-D815BB7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7BD23-3AF2-4FFD-9ABF-FEFA5FB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B7ABF9-C950-44EA-A24F-D58B71A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8B732-EF4A-4934-9585-15462328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5D567-6845-4000-B120-5594A14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638796-E14C-46F3-BCD0-3FABD75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00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CA993C-FCE4-4084-A89C-6CF3768E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41F4F-D88C-448C-B638-68CC863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118300-BA81-4E23-8BAB-FB03CD4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loop diagram</a:t>
            </a:r>
          </a:p>
        </p:txBody>
      </p:sp>
    </p:spTree>
    <p:extLst>
      <p:ext uri="{BB962C8B-B14F-4D97-AF65-F5344CB8AC3E}">
        <p14:creationId xmlns:p14="http://schemas.microsoft.com/office/powerpoint/2010/main" val="1281949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78D28-44CF-4FB3-B1AD-77D70B3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24A1E-A42B-4468-8B31-E179AFD9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3D517-B72E-491E-AB34-2AB470B5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BEA94-94AB-4D9F-B41A-B96ACEA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0941A-5EFA-4FC5-825B-407FE10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Почему проект существует сейчас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A5203-647E-4AE8-A254-BA55FCAA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CA08E-F4A6-40FC-92E4-C1A51767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1F056-2E1A-4DC8-9484-C08536B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нужно создавать спрос с нуля; нужно соединить существующие спросы в новую форму.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69D24-A4DF-4430-8541-933E94AF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B2B14-B8EE-4FEF-8723-EB1B361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Рынок уже платит за self-care, смысл, progress, coaching и AI-визуализацию.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BC9B6-71BA-4F14-A32A-0F48179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67EFD-62D9-4194-A34B-716FC8DA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Но эти категории часто живут отдельно.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B818D-E24B-4E5F-8245-59EA2733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FE1A4-8EBD-4521-AF37-9E6266C8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Пользователь получает либо смысл без действия, либо действие без образа, либо образ без причинности.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10DDE-B6B7-4072-BB8E-244A6BB1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1FC8A-C45F-4CF0-80B1-01ACA509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собирает эти фрагменты в один ежедневный ритуал.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E765A-311F-492D-95BD-C59C545C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20F09-A2C2-4E7A-88B6-471D9132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6742B-2426-4279-ACE6-45B51BEF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C9C33-ECC6-4780-A423-84D7DADA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E617E-40E8-4009-B4CB-64EBC7ED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Astrology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5A452-762A-42EA-AB6C-F6DC033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25CAE-E15E-4460-BC92-A707403D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D3295-36FC-4474-BD61-5B3749E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EF53B-32D2-4FDC-B8C9-233451B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Coaching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3F1CA-3ED6-46E7-B961-7597E5C3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75B4B-8609-472C-998E-49A774F6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43F8C-B33E-4512-B338-C9F8B8B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90825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313E6-6606-437D-8B5F-D3ACB915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9ED6C-5955-484C-928E-56919AB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Category intersection</a:t>
            </a:r>
          </a:p>
        </p:txBody>
      </p:sp>
    </p:spTree>
    <p:extLst>
      <p:ext uri="{BB962C8B-B14F-4D97-AF65-F5344CB8AC3E}">
        <p14:creationId xmlns:p14="http://schemas.microsoft.com/office/powerpoint/2010/main" val="11179559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8FDE9A-90B0-4751-9365-F7103E57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A89E4-0BC8-495D-BE8E-F4908EB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A7B1F-D715-4AC8-A9D5-485D309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EE0C1-8D7C-4BEE-AE29-565A77BD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F6FEB-26C3-4185-AA33-04918784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Пять категорий дают пять слоев продукта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60D7F-46A5-48AC-B0FA-76BA461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2680A-952D-4A8F-9A9D-2A65319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21391-C84F-4248-8FED-36430DF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Рынки важны не как цифры сами по себе, а как источники функций AURA.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F623F-57FA-424E-83EF-661072F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6E4A3-04AA-4985-BB8C-351A3825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Mindfulness дает reset и эмоциональный вход.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76C23-79D7-40E5-ADFF-802D746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3E7A2-52A9-4B12-876B-AE4D8447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Astrology/self-discovery дает язык личного смысла.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59D8F-D07D-44BD-9C27-EE7178A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FEC93-9A1A-47A5-B31B-665A7324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Coaching и habits дают действие и accountability.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540D-137C-408C-9F81-C07ADD22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5A576-D03A-4C4A-86B2-1944F84A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Avatar/identity дает видимый образ изменения.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3BA60-D61E-4FA7-8FEB-F69DDEC8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025F9-03C0-48E6-BC49-3CC80A4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Gaming/progression дает возврат и накопление.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BC467-2563-4193-B2C2-1424C1C9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735BA-F269-4631-9265-B1EBB54C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93A2F-4027-4454-8DFF-7A785006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70ADF-7D0D-44DD-B4DC-CCC87B68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0CA7B-7F9E-4631-A31D-0204ABD3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E7BBC-64CD-4660-B759-AAF27D7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1E017-2DCE-4E45-9349-C78E721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3FAFA-8F52-4E8B-A4C6-D6C6D0FE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8C8A3-C650-418C-B286-9479A7D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4A2C4-46C7-4D40-BEDB-BB21267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E71B7-0E16-4643-A867-92D686E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AB741-FD63-48EC-B2CD-6249F47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3342B-2D66-474B-91C5-F7E45D8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42356-9F69-42E4-9372-56E09559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6AD8C-3900-4390-A137-CC865A5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10FF4-D285-4393-B5D2-59693340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00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355453-270A-443C-A662-C1DB57C7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77D8B3-9791-46D8-946D-D2E095C4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93DE66-21F8-4B7F-A8C7-E6B37837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Category → product-layer map</a:t>
            </a:r>
          </a:p>
        </p:txBody>
      </p:sp>
    </p:spTree>
    <p:extLst>
      <p:ext uri="{BB962C8B-B14F-4D97-AF65-F5344CB8AC3E}">
        <p14:creationId xmlns:p14="http://schemas.microsoft.com/office/powerpoint/2010/main" val="13037070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99468-1C53-4107-8F8F-B36806A7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EA351-B3C0-47BA-96DA-C0AE5E1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68805-93E1-46BA-B9BE-82820CD1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C88D0-1BEC-4D22-BA49-1E0C4E7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9ED84-4F49-4906-B28E-620516F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Белое пятно не в отсутствии конкурентов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7044A-2A76-4151-9A6D-D5F87AB5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C246C-F870-490F-8FC4-C9E112A1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46376-883D-4506-91DF-C21E9FE2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конкурирует не шириной функций, а связью между смыслом, действием и видимым следом.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DEB8B-A191-45A3-B287-D8B62062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38607-44E6-4EB0-8B8C-548E34A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Конкурентов много, и это хороший сигнал спроса.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EA485-0115-4456-ABB2-9B6817F1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9C489-96A7-46CD-A05B-919AE94A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Проблема не в том, что никто не делает self-care или avatars.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10D71-110C-486B-9F49-CE6FC98F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F395C-E0E9-4D07-852D-9197654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Проблема в разрыве петли: у одних есть meaning, у других action, у третьих avatar.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02ADD-546D-45D2-AF07-43558503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ACF2C-7A29-434B-9134-5CF0D97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должна выиграть не функцией, а причинной сборкой.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E9485-19C1-4493-9800-18F7C012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5415D-EF3B-4465-A480-CFED11B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18A03-7517-4266-9CAE-D543C6A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6FE14-9508-4A6B-878E-F903F0D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83CB8-B062-47A4-8BC0-8612D3FD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F183A-4B26-4E87-B244-D3819D5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9DB8C-5B26-47CD-ABF2-C3922E5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D6038-BB67-4F97-806E-BBC22E93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Finch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A5C37-3008-44B4-AFF2-4191DF1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304B0-247D-4CF8-A0D2-FAC1E90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Replika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03C2A-8D92-416E-875B-2A79BF8A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21681-020E-4E0E-99A3-9A659FF8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 apps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90E66-9613-4CAE-9E4D-0EB8F6C8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337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24911-3E43-4574-BC53-F1FD8C3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28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A5FFE1-963B-43F1-8E80-BF99272D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meaning → 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7E2C8-C71F-4C08-A5C9-884907C9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Competitor white-space matrix</a:t>
            </a:r>
          </a:p>
        </p:txBody>
      </p:sp>
    </p:spTree>
    <p:extLst>
      <p:ext uri="{BB962C8B-B14F-4D97-AF65-F5344CB8AC3E}">
        <p14:creationId xmlns:p14="http://schemas.microsoft.com/office/powerpoint/2010/main" val="2619215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ADAE6-69BF-4FC5-A873-D5717EC1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4D0B1-5D61-4EEA-B8DF-752FDEAD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FDE87-FBFD-4785-B584-EF4C9602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2E220-BFD9-4448-89B2-F3371AC4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9C2F4-1C0C-419F-A4E7-EC10CD58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должна стать astrology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7D375-9CEA-4A82-AC54-1F9D3C5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5F7B6-67E0-4A52-B49A-CA869524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C480E-D68D-4207-B6E8-63122E03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берет из astrology персональный смысл, но не становится гороскопом.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6CC61-60B8-4420-B9FA-D432F2E8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93BDF-06B2-46BA-9B3B-F7DA3296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Дата рождения может быть символическим входом, но не обещанием судьбы.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29377-DFF2-4A13-8AF9-C5D30E9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CB2D4-FE4A-4BBA-AB4D-76F9F6E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Опасность astrology-позиционирования — скепсис и узкая категория.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3BFC2-43AB-422D-83FF-7772B963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89073-1D86-44EC-99C3-3A9B556C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использует личный смысл как начало действия, а не как финальный прогноз.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BD722-8C3E-4837-A5E2-6D967245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BBE52-CA99-4E96-AD84-3B873307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Тон должен быть взрослым: без эзотерического пафоса и абсолютных обещаний.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C32D4-2CF8-46EC-B5EC-8AE5E10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5C660-B01C-4218-B4F3-60767BD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2F5BD-5474-49A6-B790-777F5EC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A34B8-7DFF-47F8-A0E9-26BA560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06581-20AC-412D-B6CC-E6D45A9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CFAEB-3E73-4A0F-8050-1A462E48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94342-F400-4242-A46C-F22BC12A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A37C6-536A-4D2E-8618-01EC5957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CDB34-EBBA-44A0-AB77-0D578608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53460-8050-4ECD-A5A6-12D19FE1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891B3-3B9D-4DB5-914B-D41A814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2912D-A0DE-4ED6-92D7-F5A070A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BCC64-AE2A-4D69-B580-BA89D2C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603C9-7C3B-4B91-A1FC-86007765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9334CC-B09B-4F37-9A49-33184ED7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436A2-FF4D-451D-B6EB-B0E375B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00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1EFB39-590E-4422-90A0-3F71D55F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50882F-3E8B-4D47-949A-74F47991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895F5-00ED-4252-9BE5-561FE5C8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Do / Don’t positioning frame</a:t>
            </a:r>
          </a:p>
        </p:txBody>
      </p:sp>
    </p:spTree>
    <p:extLst>
      <p:ext uri="{BB962C8B-B14F-4D97-AF65-F5344CB8AC3E}">
        <p14:creationId xmlns:p14="http://schemas.microsoft.com/office/powerpoint/2010/main" val="10990277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FCE6A-DD37-487C-A6BD-07B9B045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8E092-9FB3-48A7-A1DE-5DBF5137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4C899-F635-47DC-BE46-47E559D9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A61A0-B0DE-4905-A4A7-35B1614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C6E8A-5236-4678-BC74-74D65B8E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должна стать avatar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2D4B8-55A2-4386-9362-FCA203D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4C02F-D81F-4E6A-B23E-23381A04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6D08B-8EAD-4D14-9FF3-22847F8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Главная ценность образа — причинность, а не красота генерации.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429D3-5768-4825-97C1-31946D8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1701F-A9A9-4421-9571-AE29050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AI-картинка сама по себе быстро становится декоративной.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70445-2B2D-48F5-B163-BE86AF5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47B98-419C-42CA-973F-1F7DBCA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 должен отвечать на вопрос: что изменилось из-за действия?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F4D74-4243-4478-B0AA-D7D76A3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F2571-23A8-4EAB-B715-4C2BBE21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Визуал работает только как доказательство внутреннего движения.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E5EBC-FAB3-4DF1-A191-247633BA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C51A0-4677-48A1-A4FB-8661678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Поэтому image-first можно, video-first нельзя до проверки экономики и retention.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B7C94-BA6D-4F2D-AF62-10B82A8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400F5-65D3-4657-8B36-5E82712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AC63E-69E0-45AB-A1D4-E833004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05C58-9E1C-43B1-81BE-053F337C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05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E48A5-BAF4-4C83-A4D3-2709E008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99518-4777-400C-881E-35F77FF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4528A-BADD-44CF-ABCB-9EF8C3A3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D3AE2-C843-44DB-B536-D0F541D6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9B994-7DB2-4B08-BE29-94E9B54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BE941-A9EF-4E45-8F7F-9F77FD7D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03CB39-50E6-4252-BA72-A1FFE30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Visual trait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78F2D9-EED7-4ACA-9EE8-C54573A3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05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5E2DA-EF12-45E0-8A08-2A11994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F1A54-5CB4-42C3-87B5-0C2D3003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08AFD-763D-4E2A-8889-3BAB48C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D85E5-561A-4957-B7DA-5B26265F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Random image vs causal Life Canvas</a:t>
            </a:r>
          </a:p>
        </p:txBody>
      </p:sp>
    </p:spTree>
    <p:extLst>
      <p:ext uri="{BB962C8B-B14F-4D97-AF65-F5344CB8AC3E}">
        <p14:creationId xmlns:p14="http://schemas.microsoft.com/office/powerpoint/2010/main" val="18582736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D5CB81-1F84-454F-A82D-BE8E8B6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7D9F5-DA9A-4BE7-BD02-8333F30F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E899B-962E-4792-B92B-D6F545B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1C053-81FB-4D19-B5EF-3FE73978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00272-32C9-4936-A6BA-DD460E9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должна стать habit 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39CC7-038D-4A63-B6BE-BF2D06F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034C6-73E8-4B7F-9E1D-6AEAA1F0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44190-AD50-4F8A-A532-DB627469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берет action-discipline, но превращает ее в эмоциональный story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DB5BE-1C98-4B2B-BA28-D822D732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63136-FE1C-462D-B0E9-3B60811A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Habit trackers сильны в действии, но часто сухие эмоционально.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E2682-EA4B-4B40-8336-5B285C5A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6CB20-A039-45C2-878E-3A07EBEC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продает streak как самоцель.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4E096-66C7-4FF3-AC98-950CB75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1E0A6-36A4-43AA-B6D3-5630B64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Маленькое действие должно быть продолжением эпизода, а не задачей из списка.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63721-E7FA-452F-91CB-DBC35094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FD5FB-C723-45C8-ADDC-21418C38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Progress должен ощущаться как история, а не как галочка.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7E0C8-510B-43E5-80E0-CBD8DBB4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7E646-B4F8-44A6-ADF1-BADD9DA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3546E-3026-4ACC-8924-B9789E59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4FDC0-E40F-4BE3-B59A-786178FC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9B624-D9C3-4E56-B4EF-915792A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64BD1-B9FE-46F1-959D-E796C0BD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3EFE3-05E5-45B0-ADF1-5C7FD3AF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001B3-6180-471A-98D6-0F882A88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96D19-5D72-44B6-B283-6ACF36C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A21DB-1B74-4E42-8A38-CB877FCB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84865-AD71-4897-8CFF-BF336FC1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9FCDF-B3BC-441D-B77E-90FD555D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21A5DB-57F2-4C47-ABC9-F4B01DA6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3473A-720D-4EBD-BF7F-AE86DF8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DF69E-9699-4E75-A956-EEFBCC6B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5ED9C-BFB7-428A-9814-E138059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00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0CB27-3198-494D-948B-7C19C66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76160-C260-45E5-9B97-5E0F7747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2EB99-5C30-4BDC-B1C9-F4008D88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Habit tracker vs personal life series</a:t>
            </a:r>
          </a:p>
        </p:txBody>
      </p:sp>
    </p:spTree>
    <p:extLst>
      <p:ext uri="{BB962C8B-B14F-4D97-AF65-F5344CB8AC3E}">
        <p14:creationId xmlns:p14="http://schemas.microsoft.com/office/powerpoint/2010/main" val="6328007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5E8E8B-8322-4856-8BA4-896BD9A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10180-6417-48AE-B1D7-E26B9889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131C6-9C18-4FC3-8077-4BE4464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2C3E-A68E-4043-A4B8-42FBE1F2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A0FC8-CD63-4654-87BF-9249774C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аудитории: где искать pull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CE1D-E491-456A-A3C0-44B768E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635F9-20C2-4CF9-8A5C-393B89A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8536B-C3AB-4F6E-A39B-961AE9A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сегменты выбираются не по демографии, а по близости к центральной петле.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80F29-39CF-4C5B-B5AA-AE08C12E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D0E65-B16E-42BA-8708-255AEC7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Spiritual self-improvers дают спрос на смысл.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64163-D25F-473A-834E-60F413C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0D59B-AED5-4E4D-87C8-F632B05C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Habit/progress users дают спрос на действие и видимый результат.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021F2-C4A3-437E-A9CE-018C2B5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65136-515F-4296-B5A2-87CCCEC0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 users дают вход через состояние и короткий ритуал.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B4700-FD66-4F46-B165-4CE02883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5A9BC-6D14-4B5F-BC51-6DC4452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Avatar/future-self users проверяют визуальную мотивацию.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6CFA2-506D-46C1-906B-CA28F0A9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1AA52-22A6-440D-9F87-4395BB05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906D8-BE3E-4565-B006-A0025F7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F3E19-AE3C-4CF0-9AD0-BE57362A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81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03159-EABA-4519-8291-82945FA0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9C368-E37E-4A29-A371-F2781791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CF195-FE2A-4342-B2A7-6B6364E1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92157-2015-4F79-B7AD-0373B40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00C14-4978-4E5A-9663-BC7A075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97FE3-7E31-4BD0-B4CD-FEDFC256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05066-857B-479E-9F2B-58465EF4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308A1-14DE-4ECF-9E03-D99B60A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2FD0D-9520-49D9-94A0-D2E6211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52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1DF01-8FA8-45C4-8E2A-FBF3254D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3C87E-511A-4AF8-959C-75AAB0E3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AC9354-CD8B-459A-BB84-4D6C626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100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AFDF7B-C668-44B4-A5D1-F63DA51C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74E588-9BDF-4961-A643-D05C129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424AB6-A59B-44C5-B7FD-F31FFD49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Segment map</a:t>
            </a:r>
          </a:p>
        </p:txBody>
      </p:sp>
    </p:spTree>
    <p:extLst>
      <p:ext uri="{BB962C8B-B14F-4D97-AF65-F5344CB8AC3E}">
        <p14:creationId xmlns:p14="http://schemas.microsoft.com/office/powerpoint/2010/main" val="17569828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AA0A5-67D5-49FB-881B-A882D343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8021D-68C8-4EF9-A63E-9A503B23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4CAC-E010-4578-BD9E-2B53D61F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FB1A9-1E86-44EA-87CD-426F1DD9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8C591-44C2-42D7-87AC-1EAE885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1: момент, где идея становится продуктом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35274-1E90-42D9-B648-B95B11F5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E4FF0-8C15-4241-8AD2-E013FE3F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35EE8-BC73-4500-9674-047EA3AD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Первый день должен довести пользователя до причинного visual moment.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EE44E-6564-4DD5-B267-0534FB7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B208A-62FD-4259-BC06-005DE80C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Welcome объясняет категорию.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C9A1F-3FCB-4A1D-BEDA-FB506BD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9D66F-96B7-455C-97E6-3A226D9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Consent создает доверие к личным данным.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58CC8-5507-463D-B208-0D87C8C0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33191-8395-4CD5-99C5-5A6C0C79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 дает контекст.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15D15-7923-402C-A9DF-DA989929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40E25-2E65-473B-A721-B8E112D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 и Action ведут к первому шагу.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34F94-5DBF-492A-B3E3-A839A039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81223-814D-4F63-99B8-96908053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 показывает след и открывает Tomorrow Hook.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D5EFA-D4DC-4C17-AAF0-4E6ED529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A4E0C-C904-4089-A78D-41846C7D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288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4BAFC-E79C-4FA9-8DE9-E222469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71A0A-1EB2-4038-B9D2-9C30A5C1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2EB07-04C0-4A9C-A4EF-592418B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86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56534-814D-495F-8DB4-63FB3ED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1DF94-0688-422B-9498-B23AC356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52A55-D892-4154-A0BA-8E0FCAF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023AB-A7C2-4BBE-B1F1-494390E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7EC822-308A-4F65-9F77-C0195F5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288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3B250-507F-4457-A38A-569043DF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6BD27-6376-41AA-8D13-931CC76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1EF1BD-2583-4EA7-B0D0-714B14C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23F608-59D3-4D75-934A-5A599E8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03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F92E5-2603-4CB5-8858-E83B9F7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9560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DFE1DF-EA87-42D6-A3CC-DF39811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670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6E2B1E-251B-4032-B3A6-40E96ED8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575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4A835B-A175-4793-89B9-A59EB793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A95EA6-A952-4D5B-9745-BA2A068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9560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FD2C8B-7935-45E5-B023-17FABE5E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3557FF-F8D4-44BA-A77B-0E33388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825A3-9893-4AED-9EB4-25A78A2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03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5A0408-2967-435D-869F-CD8D66F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9560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8C1326-F644-40EE-AAEE-56B4171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19C5C-5ACF-4226-B137-A86871B3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2B3841-4689-4D99-815F-EB773B6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719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09C968-A482-4964-9A73-29CD5142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671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29B409-8792-43C7-9191-FA8922F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BEBAB6-E9A1-49E8-8FAB-2F60FE7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A30486-E9CF-4087-81B3-6C764236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719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8B1B3F-DFE9-4F97-8479-A8366C7C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0FF50E-7E12-4412-BFD1-86C8C1B4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AB3BD1-AAAB-4455-8CBE-1199AE0A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59B165-BF7B-4548-8C13-10ECB8FB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719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A2549E-3FC5-4F41-9210-179075B8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02B3F2-3DF9-4F66-970F-3F82337B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386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155650-8184-4DBD-ADFE-CB2641C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4C3B05-C307-49A8-8D79-33B2160F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Day 1 journey map</a:t>
            </a:r>
          </a:p>
        </p:txBody>
      </p:sp>
    </p:spTree>
    <p:extLst>
      <p:ext uri="{BB962C8B-B14F-4D97-AF65-F5344CB8AC3E}">
        <p14:creationId xmlns:p14="http://schemas.microsoft.com/office/powerpoint/2010/main" val="1591361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2B84F-93CA-4446-B8EA-EC3FF708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3C40E-DE03-486C-955A-032853F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BF634-ADFC-45F4-BA49-B1D642C4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7C515-FBCB-4E28-9CEE-CDFCE3C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2EDBA-3324-49FC-BB54-3A4B82F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Ценность должна накапливаться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7E163-1986-4249-8BF8-52D230B6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0D8B-A8D3-4848-BB6D-ED08EDB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119A9-B83C-4F86-8505-909E159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становится продуктом, только если память усиливает ценность со временем.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7521A-5028-411C-99A6-8FECCCD9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3636D-9765-45BB-89C0-B73D46DE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 доказывает первый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3850D-939B-4C7A-A5B7-9D218DC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D868D-62E3-4596-A56A-2F3C38C4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2 должен помнить Day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B47B1-D03B-4CD5-A031-62050A2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35718-DF09-4DC8-B340-74194B5A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7 превращает действия в season recap.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65430-EE53-4329-BB0D-5DDD7632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43A33-1A56-4DE0-8E85-5D9C4D2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30 показывает траекторию, а не набор случайных карточек.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F7792-FC6A-411C-BAFA-5FE993FD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CFC7C-6BDE-4C44-A7B8-60EB63BA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24452-32CF-42DA-8CC1-23C6B95D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3E034-DA4F-439E-8530-9D436C5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F828C-CA7C-4F51-A102-5724C20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1234E-1DFC-499E-BDD3-F64CA922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A500A-C4D7-40B4-8145-662B939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05A8A-F516-4FEF-9EAD-4CE0B62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FF1E3-F2B9-4212-8556-FFE15AF3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9479A-5A4A-4B0E-A60B-FE72C7B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1B71D6-6A94-4DE4-88CD-815BE00E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04485-13D8-4523-B7A5-A49E7026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AB926F-2B31-4FC1-A9A0-73F48F89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59809-8F37-40DD-A462-D5A2D3B0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09FAA-5F85-4CA7-9DEE-FD54180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CE0D9-F156-43F6-B4B6-83D41CD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Day 1 / Day 2 / Day 7 / Day 30 timeline</a:t>
            </a:r>
          </a:p>
        </p:txBody>
      </p:sp>
    </p:spTree>
    <p:extLst>
      <p:ext uri="{BB962C8B-B14F-4D97-AF65-F5344CB8AC3E}">
        <p14:creationId xmlns:p14="http://schemas.microsoft.com/office/powerpoint/2010/main" val="18670919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7CD40-FA74-45EC-93CE-4B23063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BB31-5680-4FDD-B4C2-18EF17DD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7F289-3AC8-457A-97B9-C7059061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A311-91F9-4440-B278-A3827B15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6218D-154D-4903-A886-CB088CC4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Canvas: anatomy of causality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260D4-0EDC-477E-AE32-CDB24304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41A3A-2317-48F0-A50E-AA2FB1D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B2572-D826-4485-B28D-760E5A7E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 — это система причинности, а не reward-картинка.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07A56-549A-4B0B-9499-B5A51A4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1CB97-CE6D-4EA7-8580-B3A70C6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 создает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821C1-058F-4CAE-84F8-8668C4D3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5623E-4C82-408A-9914-8E333F0A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 добавляет эмоциональный контекст.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F4CDA-14B7-4A44-B5DD-53BB18E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DC528-1F2A-47CF-80F6-65643C8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AI/image layer переводит evidence в visual trait.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96645-6811-48E9-9961-1C4428D6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C64CD-0D5A-4B31-9DC3-D5392841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Canvas должен объяснять изменение рядом с образом.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FCBB6-401E-4BAE-A5AD-BC51748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E06BE-83F2-4EBE-ABDF-D8D3D77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Без explanation визуал рискует стать random image.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4833C-112F-4D9D-A518-7033E74E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244B0-DA43-49C1-AB6C-F5A575B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1B5B7-0EFF-4DC8-8DA1-7330539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7ACEA-EB42-4F3D-9B8C-8E67A4AA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05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988FA-CD53-4515-B3FD-B7657C6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944EF-2E25-4F37-9858-2B4ADE2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68614-DC61-4341-B257-240E252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03FE0-3336-495A-B10B-BFA381E2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6AEA7-3ECF-430B-B4DF-0BD2B543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1838B-94E4-4763-9160-F28C033B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1196E-A8C9-491D-91F9-277A8D8E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Visual trait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52D37F-B725-44BA-9267-00D79181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05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1EB889-9B84-4219-A0E9-B0350387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C94225-EAD7-46FF-B68D-5818878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337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83824-2767-41DF-AFEC-0B39F068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289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3E6074-ABAE-4DC7-9F69-D0C2BB6C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Action → Evidence → Visual trait → Life Canvas</a:t>
            </a:r>
          </a:p>
        </p:txBody>
      </p:sp>
    </p:spTree>
    <p:extLst>
      <p:ext uri="{BB962C8B-B14F-4D97-AF65-F5344CB8AC3E}">
        <p14:creationId xmlns:p14="http://schemas.microsoft.com/office/powerpoint/2010/main" val="1905248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87F0BC-88E0-42C9-A847-36341C9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9E490-A45F-45FD-A9F3-B7F96E1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2D67B-20F3-4FED-85EF-693CB1E2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2C547-BD07-445F-BCBB-CB7C89E7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68FC6-DBE1-40E4-A380-7E24499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Что входит в первый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4CAAA-7EAD-43A9-94F4-05A5855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E85F1-589A-4EEC-A436-DFCFA4F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F8A9B-1F69-4023-BF80-562403F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Первый продукт защищен от расползания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C65D6-0B86-4591-A23A-59C45B4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63EB6-0C78-4550-BAC2-04653266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Must have: onboarding, season, episode, action, reset, reflection, Life Canvas, tomorrow hook.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48A19-333B-45AF-8C76-EDFC5EA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4B031-102E-4875-AB0C-CC1CD571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Should have: memory, recap, notifications, paywall after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9A5C6-17FA-46ED-8D9B-A35B2257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A4F96-94C3-413C-AD1A-A321922C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Could have: share card, style presets, voice reset.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DEC16-531D-4FB1-A333-33D32AEC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64380-6D21-400A-ABF5-AD627FA7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Not first: video every day, marketplace, community, social network, 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8B0A4-6FBF-46BD-BE78-12064D5F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31970-6D02-4C32-900F-801A2C8C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43325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41C19-3C9C-4A55-AB07-09A8216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38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82C68-A384-4C76-B842-BC08ED7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67075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15322-0A1E-4592-8D03-B2BC5ACF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62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B4F99-08C4-4C7C-8959-7497FA5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CFA5C-AA67-4392-AC80-8866918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860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34A85-6D19-48D9-8F93-9DACA1B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145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5F410-63CA-4531-9D1C-7A07B77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74524-4326-4E67-9ABF-E078CB69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Must / Should / Could / Not scope map</a:t>
            </a:r>
          </a:p>
        </p:txBody>
      </p:sp>
    </p:spTree>
    <p:extLst>
      <p:ext uri="{BB962C8B-B14F-4D97-AF65-F5344CB8AC3E}">
        <p14:creationId xmlns:p14="http://schemas.microsoft.com/office/powerpoint/2010/main" val="18032130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7FEF2-2E85-481F-954B-B2F0756B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6E84C-0716-40F7-88A0-2A9BF81D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6542B-0BF5-4D86-BBE4-E5EC281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C4EB1-5C72-4414-9920-D303CD53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ECCB-F01F-4FC0-81DB-8ADF52B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Главные экраны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66714-2058-478F-995D-AD1D7CB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AC5CE-14C0-4D6C-9C3C-375D0F1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945CD-E8DB-4D71-8C5C-14EBB13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Дизайнеру нужно рисовать не приложение целиком, а проверку центральной петли.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2A55A-D526-4E88-9181-DD75DEF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A65C0-25FC-45B6-B223-453BB7BD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10 ключевых экранов достаточно, чтобы проверить гипотезу.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C6FF7-E29E-4BCD-9986-ABAD6B9E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69AFB-1078-4BE8-9477-A2D97188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Каждый экран отвечает за один переход в петле.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27128-D070-49C6-AF8D-745E9FD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3143C-19D3-4D21-9E18-AEFFAB4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Paywall появляется только после value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030FD-E7BB-4D7D-865A-F565A8BA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B74FA-A7A2-442A-9FA7-58A6EA3F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Settings и privacy нужны для доверия из-за персонального контекста.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FCA81-6A98-49B7-9877-3F59E72E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D75B2-CF84-4CDE-99F2-BB06329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288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A49F4-CFC0-4303-B3EB-7DA807F1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86D50-2709-4FDB-A2AE-120AE7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E1C09-845C-41AC-99C8-B216E014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86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AE191-5280-4DB4-BB5C-E38D6366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72E57-150D-46E4-8AB6-67F7CF4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C5035-2C9F-4A19-B574-6631E478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D9196-E32B-4656-852F-4CE814B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853AE-FEE1-47F6-B370-0660BEF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288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65569-A48E-4113-9C21-769ABCD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12AD3-1546-4CE0-88B8-89958678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133DA-48B3-4A37-867D-CA44C559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8C33B-2D7F-4E2C-AE02-461C240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03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C78FC-8FC5-4519-9FD8-B33D444E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9560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34E634-D93F-4857-AABD-3210AB2D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670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A12C0-9A2A-4866-8F8C-50A8A974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575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12C724-88F8-44D4-8224-6C8B19E2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642FD-7262-4BAA-B256-3BC48CA5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9560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C5E16-3C37-4F80-8B35-849012A7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1EB829-E8AF-4DE2-9A97-2D46C1C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B802BD-1FE6-4A99-995A-2B4FE670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035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C85ABF-97CB-448A-81D0-96DBA836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9560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6BB08C-1816-4920-8B4E-05140CC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178FD6-5668-4D36-BE1F-8C3155B9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E4260A-320E-420F-AB45-84F28941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719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FB9743-8ACB-41EF-B573-01AFB39E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671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02611C-D1DE-4C10-9837-9352D4F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72029F-B4D7-4842-A74A-23A6873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9233B5-0F4A-4138-ABF2-0CB4FA1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719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3003A8-D4EE-44C3-BFD0-7E39D5D5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F53AF2-A4D4-447B-899D-94E8228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C3E382-3F26-4201-B2BF-498FA33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Recap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8C88F7-A18B-4A10-91D8-40589CA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719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C314D4-AB74-4BBF-8068-519335DF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536DC3-2E0B-445D-B98C-83C7189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38600"/>
            <a:ext cx="57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9D8B58-19DF-4948-8C15-CAE8805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BA5086-C2EF-42EA-8AF2-EF18021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Screen map</a:t>
            </a:r>
          </a:p>
        </p:txBody>
      </p:sp>
    </p:spTree>
    <p:extLst>
      <p:ext uri="{BB962C8B-B14F-4D97-AF65-F5344CB8AC3E}">
        <p14:creationId xmlns:p14="http://schemas.microsoft.com/office/powerpoint/2010/main" val="5145840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4DE67-D690-488C-BA31-30EC5CE1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FA2F7-648B-43A6-899B-5FA0413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0EAFC-253F-40C5-8DC0-B0E4687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D20C4-F2A4-4AA6-83D7-753F616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AAEB7-BA1D-4517-AC7D-207D37F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Архитектура должна сохранять причинную цепочку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32AB-46AD-4AF8-B0EC-532DE404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3C5E4-4EEE-4A45-BCD7-EAD635AF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E99B6-0C61-4198-B743-7E7AEC6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Техника обслуживает продуктовую причинность, а не просто генерирует контент.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B9DB4-1D7D-4DA5-97B1-F1271D5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8CE57-04EF-4A51-858B-642149D7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Mobile app показывает flow и собирает действия.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68D3F-1007-41D4-8592-6C1C2F0B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9E81B-D99C-48ED-BB23-756CA75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Backend хранит state transitions.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1AADF-A39A-49DE-A2AD-88A7A6F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797E6-BC31-4209-BAFA-AEBAEF3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 layer генерирует episode/action/reset safely.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9B6AF-DA14-4009-B58C-600CCD3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75320-578C-42DB-9A8D-A8B9D76A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 layer создает Life Canvas.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AF3E2-E844-43CE-ABA1-C5D7AF7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4DD37-DA1A-4027-AA94-AFC2BEF6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Analytics доказывает loop, cost и return.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A756C-11DB-4572-8589-0B8BA481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2E932-DF87-42E6-93C2-091028C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62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BAB32-E43A-4914-9F33-313F6C0C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574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9364D-A8D0-41EA-8F5D-8A8AE33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A83A1-3394-427C-A00B-06E8810D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D109BC-3E83-4FAD-9026-751551B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90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4C946-9650-4A27-9BD3-54711482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 +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DB0B3-A9D4-499D-91DB-850242AD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52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206EE6-424D-4C6A-9BD2-F19604BD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0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 +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5C16F-3320-4466-AD44-7D61E7D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95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05BAF-7A8D-43C6-AC12-E11A7CCF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148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Analytics + 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B3B6B-02B5-4A97-836F-2C31499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 architecture stack</a:t>
            </a:r>
          </a:p>
        </p:txBody>
      </p:sp>
    </p:spTree>
    <p:extLst>
      <p:ext uri="{BB962C8B-B14F-4D97-AF65-F5344CB8AC3E}">
        <p14:creationId xmlns:p14="http://schemas.microsoft.com/office/powerpoint/2010/main" val="109921469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BDC26-3097-4C28-BEF5-4434C234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DFF37-3055-48EA-93FC-16A8419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FEB06-6CF9-4C6A-A03E-A6BF0203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FE3B1-B3FA-4E8E-B319-65F7C398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8A71C-140E-413A-A8D2-2428E9A9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Data model: каждое действие должно иметь след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92AF9-A8B8-4222-98E0-C11D9467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E89EA-F9AB-4AC1-BCB4-46F606B0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6E53F-B9EB-40B2-A10E-11023FE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сущности не связаны, AURA распадается на несвязанные AI-выдачи.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3D897-5FF4-48BA-A511-AF28AAE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8D453-76B1-41EA-8804-E5DA738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UserProfile задает контекст.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E53BA-E6C0-49A9-A420-518E2788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6B9A7-6520-4E6E-A60F-1109F1F6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Season держит траекторию.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39579-DA94-4BB9-81E3-61077773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7931-1D8D-4F0C-BDA4-419F9D67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 создает смысл.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7FCB9-79A6-4C80-8AB3-4ABE9CB2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36A51-0CD8-43D6-B4B3-18F84749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 и Reflection создают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89A2A-4A0E-4022-A5EC-3F672A24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272C7-5732-43AA-BF78-4F101CF8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AvatarState связывает visual change с действием.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2F45F-F1E5-42AC-9653-3ED7C223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3A6A4-8F01-443F-AE3F-7C4CA667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62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1C737-FA58-4808-8788-D503DB25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574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B34CF-F78F-446A-9558-FAE8D6B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53893-9A08-4644-B390-823CC526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C30D7-BDA2-4CD4-8A1B-1FE3CA10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90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E3BF1-6BF7-4752-BB54-62FB05D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 +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72EB0-5E38-4B09-A8D7-14BB3AD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52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D2E7F-160E-45AA-8585-C488D02F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0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 +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47606-1C72-4346-B3F9-1E7EF0F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95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9ADAC-4D1B-45D6-9F4E-3558F56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148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Analytics + 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8773B-CBF8-4B4E-8109-485DC3EF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Entity relationship / data flow</a:t>
            </a:r>
          </a:p>
        </p:txBody>
      </p:sp>
    </p:spTree>
    <p:extLst>
      <p:ext uri="{BB962C8B-B14F-4D97-AF65-F5344CB8AC3E}">
        <p14:creationId xmlns:p14="http://schemas.microsoft.com/office/powerpoint/2010/main" val="11778345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A9EEBD-6E1B-4B8A-842C-6CB2A394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78B0E-76FB-4115-9257-27BCAFB8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8A271-6A7A-43BB-9D57-A3959C5F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BB864-712C-4410-8C0F-93BCE3F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1A60C-6A4C-4B9A-BA95-73F651C5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No free daily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27A08-8E9D-4543-978F-E92BD32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ED801-D662-4E1E-A332-5298FD86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1988B-569E-4680-B56F-B7F08A10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Самое важное техническое решение — не дать красивому видео разрушить маржинальность.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068EF-D692-4938-8A60-F49E9FA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95968-9442-4CB3-B74C-AC29845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Видео выглядит эффектно, но может убить экономику.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6A05A-6FFE-4E53-99D5-896D7EEE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095E5-BA52-455E-A2B0-8DDEFA34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Image-first Life Canvas достаточно для проверки причинности.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7E173-B93D-40C1-8B84-9A3D69D1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57A69-9EA1-4FBC-A0B7-29D314D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Видео нужно тестировать позже как premium/token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7836F-B567-4CD5-8BD9-84406593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C2392-3976-449C-A51F-13EE8DA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Cost logging обязателен с первого дня.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C698A-3B9C-4BE6-8A42-CDC6D58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6B93D-BCEB-4511-92CE-94175D55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533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ECC83-AF13-4D64-9C99-925A5CA6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C33C4-FF31-4EF7-B0CC-09F46BE4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71700"/>
            <a:ext cx="533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D273B-19B7-488C-B565-231CEE8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31297-B438-4A64-B922-D7B98302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533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217CE-7242-4414-B44C-88066EDC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Infra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1790F-3463-4D70-9AC4-D9F4E75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52825"/>
            <a:ext cx="533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B7B78-9E01-48FF-9D79-0C621B08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2DCEE-606B-46F2-85CF-CB104D6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Cost stack with video warning</a:t>
            </a:r>
          </a:p>
        </p:txBody>
      </p:sp>
    </p:spTree>
    <p:extLst>
      <p:ext uri="{BB962C8B-B14F-4D97-AF65-F5344CB8AC3E}">
        <p14:creationId xmlns:p14="http://schemas.microsoft.com/office/powerpoint/2010/main" val="13736037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38C66-8495-4CC7-B3C2-602C8195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45DD7-7F18-437D-B05D-B5FC07B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2F0D8-61A3-4A08-A2B0-BED5D17B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FD176-6401-48DD-B4ED-4FE3F198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04DAB-AB4D-42E8-882A-7B027524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Unit economics: считать нужно completed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7B9D-5A5C-420C-8C74-BCBB0AB1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677BD-7CED-4566-996F-01B4659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5094B-C325-41B8-8AC8-9F785BB2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Экономика AURA должна считаться вокруг поведения, а не вокруг абстрактного MAU.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12C46-6B84-4AEB-A4D0-5144DBFD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51805-DCBE-4DA4-A783-3897725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 text, images, storage, analytics, support и infra формируют COGS.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1482F-CF26-485F-958D-76F16644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425E1-1E45-4EBE-8563-A3C59F3C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Images быстро становятся ключевой переменной статьей.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E2A1B-8060-45A5-89B4-CF7F84A6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FE3AA-790E-4AB5-8106-9D6C096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 users должны иметь ограниченный image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79CAF-85DC-418E-9F25-8FECC25A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E0420-A81A-474E-AC62-41351599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Главная метрика — cost per completed loop and returned user.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EF51E-EE12-4B1E-BD4C-4BC2C389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E9A12-9257-4367-9264-A58C91D7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533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F12C6-3447-474D-857A-808AC58F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D8E07-0BF5-4899-9CD1-64E98C6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71700"/>
            <a:ext cx="533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D6189-6F4E-4642-8B17-4E7015F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C9193-9765-4C51-8060-03A4FB87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533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51560-5A7E-4642-9F3E-F4FB6E99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Infra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10CD2-20EB-404D-AE65-23DD2E9C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52825"/>
            <a:ext cx="533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251BE-EB70-4BCD-96B1-4A830498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C948F-D865-492A-9902-6027CB39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Unit economics scale chart</a:t>
            </a:r>
          </a:p>
        </p:txBody>
      </p:sp>
    </p:spTree>
    <p:extLst>
      <p:ext uri="{BB962C8B-B14F-4D97-AF65-F5344CB8AC3E}">
        <p14:creationId xmlns:p14="http://schemas.microsoft.com/office/powerpoint/2010/main" val="5020079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E67CB-C38C-4021-BAD5-BCDB59B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18792-5367-44A6-8825-657850F0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7AF60-A4CA-4924-B5D0-C84C3BF1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B45CD-229C-4545-A160-4544C21B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4FB4D-1DFA-4927-8997-B5F2E98E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Монетизация появляется после ценности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11EBB-00C5-411E-83FD-8BF38AD1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6419-37E9-4DF4-BC52-843BA7DA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61537-A671-45F5-92A1-75CEE478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Платность должна усиливать уже понятную ценность, а не блокировать первый опыт.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D6991-7AB6-483E-AD2E-8D020A3E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BB849-484A-4652-8D49-25747FC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Нельзя продавать понимание себя до первого инсайта.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C8995-9B79-4664-992F-7D8352C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7D398-116E-44B2-B9C4-60E003C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Paywall должен появляться после completed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983BF-5C01-4DB6-B609-A4C6689E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AEB2D-21F3-4264-9644-9AADC787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Plus продает season continuation, memory, recap и styles.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32A38-40AB-4EE9-8DCF-F608DC46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E5648-BCA0-4ED1-B662-5EC3A02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Premium/video moments тестируются отдельно.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D2F0-3AC7-4F36-B9EE-ABCE61A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8B8D2-5BED-4D10-ABF6-B9FED7A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43325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FF46B-F8BD-48D5-BE72-F856A82D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385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1D5CE-6F6D-4248-ACAF-5EF99B5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67075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83D53-C5FC-4D2E-9BB7-B0265314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62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6CBD0-8A5B-4054-AD67-5A48234B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CF518-E0A8-4A48-8EF8-5024502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860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6BD20-76B3-499D-92A5-D23D32C1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145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67A4E-A728-4E2B-AD99-F690E7E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50D5F-580B-4688-A954-31843BE1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Free → Plus → Premium → Tokens ladder</a:t>
            </a:r>
          </a:p>
        </p:txBody>
      </p:sp>
    </p:spTree>
    <p:extLst>
      <p:ext uri="{BB962C8B-B14F-4D97-AF65-F5344CB8AC3E}">
        <p14:creationId xmlns:p14="http://schemas.microsoft.com/office/powerpoint/2010/main" val="17966851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D4F0E-D74A-4518-AEF2-F86329BB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2D1FC-7791-4061-9E5B-EA245B26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629A9-4486-4C09-96DE-FC246B75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CD576-9775-478F-8799-2BD0DB8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F8715-8CEF-4161-A62C-0B9E5EE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100 пользователей не покупаются рекламой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A78DD-A539-4ADB-94A9-E912676B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4F93C-329D-4CBB-BECB-DFABB79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4A3FD-7DC0-49AA-A94F-EFEE1AC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GTM начинается как исследование поведения, а не как performance marketing.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904BC-472C-4C57-9D36-ED71D73E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49F9C-23E7-43B0-B008-E5967B09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Сначала нужны warm contacts и интервью.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7EBDE-9F90-477E-9339-0B7E0B3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FE895-FBAF-4E62-AEE2-9615056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Задача — не registration, а прохождение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C3E3A-DFE8-474A-A21A-A7AD1473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539A5-3379-4163-BA69-65216515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Concierge cohort дает язык, objections и реальные friction points.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463B5-8ED3-4105-9034-9FCF44B9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12CDF-6512-4AD8-A4D7-1B67684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Только после этого можно тестировать публичные каналы.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EA4B9-26F1-48F4-8691-5C4A78B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03113-B527-4A4A-A965-B89018E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0BAC0-F1F4-412E-B4E7-B0B55950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150 warm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05524-F58A-46D3-A3D2-1A49651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368FB-D468-4DFF-B424-7C85A4AA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60 replies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10EC5-6315-4BD1-BA6D-6213C254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55E95-1CE0-4456-8EFA-5344898E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20 interviews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F7DBE-40E7-400A-B9AF-812EF197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75A976-3297-4CCC-911B-F510413D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81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30 users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602732-B34C-497F-B94D-A4FFA0F0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1D6C7-0D60-4F27-98AB-2EC882FC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1000 users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ADF7F-42A3-4517-8491-056C1808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First 100 funnel</a:t>
            </a:r>
          </a:p>
        </p:txBody>
      </p:sp>
    </p:spTree>
    <p:extLst>
      <p:ext uri="{BB962C8B-B14F-4D97-AF65-F5344CB8AC3E}">
        <p14:creationId xmlns:p14="http://schemas.microsoft.com/office/powerpoint/2010/main" val="169150902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D59C4-70A6-4AF8-85FD-CDA524DF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759D1-13F2-48C1-A4BE-A943A033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01474-DABA-4445-98EE-0187D980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494DB-38BE-4BAB-A414-4429089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43887-31F2-429B-A092-4F0B4071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1000: каналы играют разные роли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33441-9F24-4258-A488-CB88A1E5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D7E81-58CF-4E4A-8D38-9FC9FE2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D1D0C-941B-418E-9EFD-DA6F0B85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Каналы нужны для разных доказательств, а не для одного общего “охвата”.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B407C-8E78-4C62-A484-A7B4E421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BFF8-3C98-4921-974A-EA1F667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TikTok/Reels/Shorts дают discovery.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77D28-1DDE-45EE-9180-DBF4D549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6AB33-521E-4C06-BFAF-C32C49F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Creators дают доверие и демонстрацию опыта.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D4727-56AA-4AEA-B3E0-001EFA91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16F9A-D7DF-4362-BE9E-317675E0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Reddit дает жесткую обратную связь.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8F66A-1537-4806-8D92-B542048E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C35F0-30C1-44DA-9CAA-D046CF6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Referral проверяет shareability Life Canvas.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6541C-8265-4A60-9534-FD1DE98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93FDF-4982-4B7E-9E85-16FA586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Landing variants проверяют positioning.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AEB17-6B32-4742-8BD5-7A0311F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676DA-B050-4EA7-949A-A94ECB0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12B13-694E-4B7B-8905-FCA3184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6F202-CBB2-4A07-BB97-DB8CE993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4EC3B-162C-4B4F-8910-A8B13CDD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2DD83-0BA1-4D3A-A878-8E12211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527E9-8B78-497D-924C-E3B6BEF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861ED-327C-431F-8615-0DFF497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70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6AF03-9D2B-46A0-B08D-D734CD0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623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Referral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A678E-9407-4857-BAD5-156983F8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670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72C47-B83C-4AFF-BE06-828579DA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623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5E2DE-D78A-4C92-8854-264117E6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Channel role map</a:t>
            </a:r>
          </a:p>
        </p:txBody>
      </p:sp>
    </p:spTree>
    <p:extLst>
      <p:ext uri="{BB962C8B-B14F-4D97-AF65-F5344CB8AC3E}">
        <p14:creationId xmlns:p14="http://schemas.microsoft.com/office/powerpoint/2010/main" val="603958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13650-DD2D-4B9A-B0AB-0C78DF3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46E47-3D43-4C21-B365-379CCB7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2FD3F-D540-4CB8-97D5-17C7C8F5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905D7-933D-4117-BCA1-F8F604A2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A9F0D-D4F2-45DE-B99C-ECDA9899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Контент должен повторять одну идею разными углами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8F711-2F07-427E-A9A7-CF8DFC0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C5C7D-C234-47A9-8828-B1A6CF6B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73F62-D92B-4408-944F-5FBA0F5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Контент AURA должен продавать причинную петлю, а не набор фич.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974B4-6527-41BA-918E-473E8DFA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7D310-FDB7-45E7-B410-733EA94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series объясняет категорию.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C4A69-5C8E-41E0-AB8B-F480629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26039-2BCD-414B-80B6-3DDEA3C7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Future self дает эмоциональный pull.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ED996-57A2-4990-9BA5-166EA919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5F25F-5AFC-427E-A925-12EB23E4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 causality объясняет отличие от image apps.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8ECA4-C145-4FC4-A2BA-BD2DE81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366A5-F9EB-4654-8EFE-8B12736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Reset/action показывает практичность.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609A9-5931-4F46-87F1-C521EF42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DA9A4-F917-4CCC-A4A8-96CF3DC3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Build in public привлекает первых пользователей.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78AFF-FE2C-46D7-B428-55CFE49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F2B38-472F-4F24-929C-F8145D9E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1CCD6-7CC6-4171-82DE-C88ADB41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B1010-A73F-427F-9F20-21A0AAEC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46918-60FE-4312-A7AD-38D133B4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C8526-1077-4103-946E-0F168AF4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66544-438F-4F8A-9FB6-FB2DC95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75C31-40DE-4C52-A87A-A35E1F9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70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94DA0-734B-4839-B63C-7E76E0E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623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Referral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BFE9F-8DB3-491C-8260-9603ECD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670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632C9-35E5-4ED9-9A20-4EA5043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623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19C62-3D3F-4C4C-A3AC-D1D98C90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Content pillar wheel</a:t>
            </a:r>
          </a:p>
        </p:txBody>
      </p:sp>
    </p:spTree>
    <p:extLst>
      <p:ext uri="{BB962C8B-B14F-4D97-AF65-F5344CB8AC3E}">
        <p14:creationId xmlns:p14="http://schemas.microsoft.com/office/powerpoint/2010/main" val="70590402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F6664-78A2-42F5-A18C-60BF7DED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BB30E-4CCB-4D14-AD9F-1937CE2F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85EF5-BD11-4157-860C-F20E3474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5243F-D6E5-4649-A955-5423289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925D9-8E72-4FB2-8C9D-7763C7E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30 дней до первого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4B57-2A57-4084-887D-F923B12E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B8CD3-B90C-4270-8BF3-58D7A0D0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0434D-6216-42AE-BCD3-A0ADB5F5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Запуск должен быстро привести к решению, а не к бесконечной активности.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B88E9-258D-4EFA-B678-9C4F3A9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69E7C-A40D-4AD4-8D45-37159DF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1: interviews and prototype.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1FCBB-804C-4B07-BBB2-955111A0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C4227-2B03-4548-BFA6-730E180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2: concierge season.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7D188-7D23-4C51-9196-9E8C007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A60A2-DF43-488A-817D-BD7E747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3: content and creators.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C4AE4-91BC-4A56-988F-4F639DB1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0BB2A-EFE7-4480-A3FC-761A1E2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4: paid intent and cohort readout.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A8B2B-48D8-4924-8174-4F7BC0BF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D0F88-CD4E-400D-9E1B-10734264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Цель — понять, строить, менять или остановить.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83E84-C79C-4EF5-A4C8-C785745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DFFCE-B91B-47C0-8434-11ED64F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0BC77-023D-4FA7-A0A2-CB29877B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81FA7-373A-4AEA-87F5-588D0E59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0C4CD-9C3A-4071-A5AD-5C20B99C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9EF50-840A-4042-A024-A9E94581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C8BC5-BA81-43AB-8F7E-3EDF1679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C8FA2-0D88-4998-8344-7AC07B14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1FDA2-95C8-46CD-B525-A79AE918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8873B-AB3A-49F4-8812-B794D2AF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D1B12-3CD6-4A70-8944-6CE02E83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2A469A-49B1-4A23-B029-011CD9D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0EA09-7CD1-4AE5-9F5D-C6F7DA7B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51031-49E0-4D11-9934-B2D6EE39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5AB28A-E479-4578-8A00-609C047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EED8C2-1623-431F-931D-2824298A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30-day validation timeline</a:t>
            </a:r>
          </a:p>
        </p:txBody>
      </p:sp>
    </p:spTree>
    <p:extLst>
      <p:ext uri="{BB962C8B-B14F-4D97-AF65-F5344CB8AC3E}">
        <p14:creationId xmlns:p14="http://schemas.microsoft.com/office/powerpoint/2010/main" val="19192037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D093B-2FC8-4E95-8C29-F953455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9B2DB-0269-43D2-9311-77E494C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3633F-300E-4DEA-9ECD-C0E38EE4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0957B-9846-4382-95DA-9B528EB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701FF-6291-4B1D-AA5B-CED82A80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5 спринтов: как построить первый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4D2BA-615D-44BC-8470-08933A8C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7CE81-2F03-492C-AEE3-E5674100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240F5-C7B5-4F45-B1F5-BA4AC3C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Команда строит доказательство петли, а не весь будущий продукт.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F8DF2-88EB-47BD-A954-51E74A2C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F8024-14BF-4CE7-8254-7EF18DB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1: foundation and onboarding.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A9FB5-DFE1-4259-9924-720AA4A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19CA-926A-4A4F-9014-586E5F8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2: episode, action, reset, reflection.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A7C88-7046-4F54-AF1F-FB454C5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F716C-C294-4332-AF73-E1899BE9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3: Life Canvas and causality.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4F6D9-815F-47F1-ADC7-E6973A7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64E96-C801-4399-89B7-63B7E101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4: return, memory, paywall.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0A96D-72AA-48DA-9C07-EF2A1A0B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09B37-64C1-4619-9ED1-FD86BAA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5: admin, analytics, QA, soft launch.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9F039-EC0A-4B46-A849-EDD458C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22860-0579-45F7-9F21-542ABEF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813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AE833-32DE-4856-BB1C-D17692B7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765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S1 Foundation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04D44-52A5-4B2B-A827-FE5FE5D5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813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97219-9E13-4BA3-A0A3-47C2562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765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S2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91EF1-4FC9-4916-98FE-1D09920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813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5F0F0-F7EE-42DF-A15C-C288A46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765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S3 Canvas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6A6CF-2EAA-43D1-84DA-BB4736CA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813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0162C-E0E4-4255-96A5-760E6D71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S4 Return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FBE4C-3E3E-4C11-8FB5-C15B6756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813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F9DF2-DC84-43A7-8B4E-9CF605C1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S5 Launch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B9A59-A0E6-45C6-A4C6-91783AF0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5-sprint roadmap</a:t>
            </a:r>
          </a:p>
        </p:txBody>
      </p:sp>
    </p:spTree>
    <p:extLst>
      <p:ext uri="{BB962C8B-B14F-4D97-AF65-F5344CB8AC3E}">
        <p14:creationId xmlns:p14="http://schemas.microsoft.com/office/powerpoint/2010/main" val="210435335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BE2A7-CEF7-4224-8862-5352D08F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53F33-E0CE-4D88-9EC3-F06F248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F3362-74E7-4B9E-8E66-2BBAE81E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C957D-39F1-4A78-B1AC-BAD68215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223B6-9007-4A50-A951-8A3BF0E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Go / No-Go: решение принимает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A2B97-7B98-40B9-B783-E4D409A0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47C7C-2169-493C-B845-0D2887F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B0FAA-77A5-437D-8990-D9A36DB2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нельзя оценивать “по ощущениям”; решение должны принять метрики петли.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F9CD9-4986-4BBA-9CCC-219D1A1F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44D5F-65AD-4CED-9C9A-C268E577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Activation показывает, понятен ли вход.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CAE06-9D35-45F3-85E7-C73E98B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8A810-A196-4820-AE32-3628E178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Completed loop показывает, работает ли первый опыт.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85133-7293-40F9-9AF1-E7C9252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C29CC-439E-4076-97D2-407E858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Causality показывает, жив ли Life Canvas.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DB05E-C762-40EE-BF35-30451B3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CE6B0-CE4E-483B-9222-01178D8F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D1/D7 показывают retention.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A3A60-A17D-44CE-9C42-0595F11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10536-DC30-47BF-BC55-1A92024E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Paid intent показывает коммерческий сигнал.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72DD9-5416-47EC-898A-E2403BF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144E5-7537-453D-AB19-4E5EFEE4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384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30C58-31E0-4928-9641-EC2E43A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45%+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91298-AF07-4F57-A1E0-62ACD6E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C1F25-3AF7-4EB6-97D8-B51CF95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DE793-84DB-4039-AAC3-B27FCD8E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25%+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5A3D8-CC58-496C-B6D3-57E7C0E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1BAB0-C7F6-43CB-B46D-11D18C25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F7C88-23CD-453D-8BC5-E091D46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70%+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214AA-9E2E-4110-B1CB-C104398E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Causality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0B7DE-749C-4668-AF97-4B30F2D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39A64-8A26-4D27-910E-E23ABF0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20%+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B098F-A529-4E75-8B65-26DAB4A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9709B9-D158-4D8C-84D4-1A63DD47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68E10-17A5-4CC2-8334-B196F719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5%+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F54F6-BDFE-49F4-A1D5-6E926DC0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A6379-BAC8-432D-B0F9-97DB80E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Go / No-Go dashboard</a:t>
            </a:r>
          </a:p>
        </p:txBody>
      </p:sp>
    </p:spTree>
    <p:extLst>
      <p:ext uri="{BB962C8B-B14F-4D97-AF65-F5344CB8AC3E}">
        <p14:creationId xmlns:p14="http://schemas.microsoft.com/office/powerpoint/2010/main" val="10193589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9C4D2-458F-4DB8-8153-1B78904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8DDB4-1B59-4A05-8139-02573996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3B0FD-3580-44BA-A3B8-D801A42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753D8-32DC-437F-8B28-CB7D4339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F961A-6F25-4D18-8A03-0633087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Следующий шаг: Figma → prototype → interviews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E3AD6-4CE2-4A87-9A28-FAE8E05E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8821D-2EA9-4039-8A87-4E10704A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94491-E2BC-4419-AB20-020117C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Главный риск AURA теперь находится внутри прототипа.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484DE-928E-4B03-978E-DA58C4E0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A1D69-C370-426D-8B4A-AB13BEF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Research достаточно, чтобы перестать спорить о рынке.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1DCA3-9BED-4792-A0CC-AAB502D6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AFEC6-0335-4AEC-BFD0-C41C72C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Теперь нужен low-fi prototype 10 ключевых экранов.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C4470-C68C-430F-922C-66E8D74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AC737-D301-499D-A13A-0D0F02B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20 интервью должны проверить язык, доверие и причинность.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5A128-678A-4E31-B842-326DEA02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CDA33-A10B-4D50-8333-925398B0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30 concierge users должны пройти season.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8BF91-ED35-4D02-9FAD-A356B84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CF15D-AEF3-4313-B827-E2DEC81A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Life Canvas causality не считывается — продукт пересобирается.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B9256-E5C8-4F0F-924D-71E94CE5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4B07D-763E-4922-BCA7-7D43540B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13915-01A8-4898-9541-3356C9D9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240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5C09C-3B67-49F0-AC47-E4E29174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60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973AA-4F33-4301-98FF-66136A6E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813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Causality?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644F1-77FE-4FF6-B5EA-CD3A52E0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3A4A2-188A-474C-A1FC-AB1DC06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338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Iterate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8D089-80A2-4856-A2CF-2C2B80F1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385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CCAA6-082D-410B-8F2A-922F546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338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Build cohort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2B08B-588F-41DF-9432-5F2B69DA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tree / next 30 days</a:t>
            </a:r>
          </a:p>
        </p:txBody>
      </p:sp>
    </p:spTree>
    <p:extLst>
      <p:ext uri="{BB962C8B-B14F-4D97-AF65-F5344CB8AC3E}">
        <p14:creationId xmlns:p14="http://schemas.microsoft.com/office/powerpoint/2010/main" val="2065956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2026-06-02T02:54:13.0940000Z</dcterms:created>
  <dcterms:modified xsi:type="dcterms:W3CDTF">2026-06-02T02:54:13.0940000Z</dcterms:modified>
</coreProperties>
</file>