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fcf65f45e84b5f" /><Relationship Type="http://schemas.openxmlformats.org/officeDocument/2006/relationships/extended-properties" Target="/docProps/app.xml" Id="Rfe7a601c30624fc1" /><Relationship Type="http://schemas.openxmlformats.org/officeDocument/2006/relationships/officeDocument" Target="/ppt/presentation.xml" Id="R0ddc53f08bca4c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eb9e0243dc4e82"/>
  </p:sldMasterIdLst>
  <p:notesMasterIdLst>
    <p:notesMasterId xmlns:r="http://schemas.openxmlformats.org/officeDocument/2006/relationships" r:id="Rd9e285f71c8b482a"/>
  </p:notesMasterIdLst>
  <p:sldIdLst>
    <p:sldId xmlns:r="http://schemas.openxmlformats.org/officeDocument/2006/relationships" id="256" r:id="R70e5693b91bb4335"/>
    <p:sldId xmlns:r="http://schemas.openxmlformats.org/officeDocument/2006/relationships" id="257" r:id="R9882215a70f94191"/>
    <p:sldId xmlns:r="http://schemas.openxmlformats.org/officeDocument/2006/relationships" id="258" r:id="Rddf5a0cd9ddb4b26"/>
    <p:sldId xmlns:r="http://schemas.openxmlformats.org/officeDocument/2006/relationships" id="259" r:id="R64b4e0ee0c3f4004"/>
    <p:sldId xmlns:r="http://schemas.openxmlformats.org/officeDocument/2006/relationships" id="260" r:id="R95f8ab6a744c4ab9"/>
    <p:sldId xmlns:r="http://schemas.openxmlformats.org/officeDocument/2006/relationships" id="261" r:id="R023766a016ca4d54"/>
    <p:sldId xmlns:r="http://schemas.openxmlformats.org/officeDocument/2006/relationships" id="262" r:id="R891f1a77b0744983"/>
    <p:sldId xmlns:r="http://schemas.openxmlformats.org/officeDocument/2006/relationships" id="263" r:id="Rf8948e20f5b4451d"/>
    <p:sldId xmlns:r="http://schemas.openxmlformats.org/officeDocument/2006/relationships" id="264" r:id="Rf344b33cde264b82"/>
    <p:sldId xmlns:r="http://schemas.openxmlformats.org/officeDocument/2006/relationships" id="265" r:id="Rf8725704d1a14d8e"/>
    <p:sldId xmlns:r="http://schemas.openxmlformats.org/officeDocument/2006/relationships" id="266" r:id="Rf8ba54d363754bbf"/>
    <p:sldId xmlns:r="http://schemas.openxmlformats.org/officeDocument/2006/relationships" id="267" r:id="R03e2a4f182ef4d1b"/>
    <p:sldId xmlns:r="http://schemas.openxmlformats.org/officeDocument/2006/relationships" id="268" r:id="Rcd938cf470fd4689"/>
    <p:sldId xmlns:r="http://schemas.openxmlformats.org/officeDocument/2006/relationships" id="269" r:id="Rc8d5ad4fa4a54da5"/>
    <p:sldId xmlns:r="http://schemas.openxmlformats.org/officeDocument/2006/relationships" id="270" r:id="R0bc2d03e9fe64b57"/>
    <p:sldId xmlns:r="http://schemas.openxmlformats.org/officeDocument/2006/relationships" id="271" r:id="R56b19d86bbc0435c"/>
    <p:sldId xmlns:r="http://schemas.openxmlformats.org/officeDocument/2006/relationships" id="272" r:id="R3049d05a92fe4ec2"/>
    <p:sldId xmlns:r="http://schemas.openxmlformats.org/officeDocument/2006/relationships" id="273" r:id="R8dda02529b7d4191"/>
    <p:sldId xmlns:r="http://schemas.openxmlformats.org/officeDocument/2006/relationships" id="274" r:id="R90df8ea0ef484d1e"/>
    <p:sldId xmlns:r="http://schemas.openxmlformats.org/officeDocument/2006/relationships" id="275" r:id="R60faed6735754e50"/>
    <p:sldId xmlns:r="http://schemas.openxmlformats.org/officeDocument/2006/relationships" id="276" r:id="R129e6fad7eab483e"/>
    <p:sldId xmlns:r="http://schemas.openxmlformats.org/officeDocument/2006/relationships" id="277" r:id="R6254ccc0ab3d4e5a"/>
    <p:sldId xmlns:r="http://schemas.openxmlformats.org/officeDocument/2006/relationships" id="278" r:id="R8082cdeb2cdf4133"/>
    <p:sldId xmlns:r="http://schemas.openxmlformats.org/officeDocument/2006/relationships" id="279" r:id="R13b0f0b007d446dd"/>
    <p:sldId xmlns:r="http://schemas.openxmlformats.org/officeDocument/2006/relationships" id="280" r:id="Rd12e9abc08be4558"/>
    <p:sldId xmlns:r="http://schemas.openxmlformats.org/officeDocument/2006/relationships" id="281" r:id="R18d071b6e26a4115"/>
    <p:sldId xmlns:r="http://schemas.openxmlformats.org/officeDocument/2006/relationships" id="282" r:id="Rc929a05f3bb34df8"/>
    <p:sldId xmlns:r="http://schemas.openxmlformats.org/officeDocument/2006/relationships" id="283" r:id="R691d21ac23ec4ae6"/>
    <p:sldId xmlns:r="http://schemas.openxmlformats.org/officeDocument/2006/relationships" id="284" r:id="Rc050bd99b2bb4904"/>
    <p:sldId xmlns:r="http://schemas.openxmlformats.org/officeDocument/2006/relationships" id="285" r:id="Rd888a2852a1b4404"/>
    <p:sldId xmlns:r="http://schemas.openxmlformats.org/officeDocument/2006/relationships" id="286" r:id="Rc83586cf5d4e4947"/>
    <p:sldId xmlns:r="http://schemas.openxmlformats.org/officeDocument/2006/relationships" id="287" r:id="R5249a1ceef5c4743"/>
    <p:sldId xmlns:r="http://schemas.openxmlformats.org/officeDocument/2006/relationships" id="288" r:id="R8e3d30df69284bbb"/>
    <p:sldId xmlns:r="http://schemas.openxmlformats.org/officeDocument/2006/relationships" id="289" r:id="Rf62e1384a769487f"/>
    <p:sldId xmlns:r="http://schemas.openxmlformats.org/officeDocument/2006/relationships" id="290" r:id="R7e1223d723624c6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3462a1602242ed" /><Relationship Type="http://schemas.openxmlformats.org/officeDocument/2006/relationships/slideMaster" Target="/ppt/slideMasters/slideMaster1.xml" Id="R55eb9e0243dc4e82" /><Relationship Type="http://schemas.openxmlformats.org/officeDocument/2006/relationships/notesMaster" Target="/ppt/notesMasters/notesMaster1.xml" Id="Rd9e285f71c8b482a" /><Relationship Type="http://schemas.openxmlformats.org/officeDocument/2006/relationships/presProps" Target="/ppt/presProps.xml" Id="R96e13c9ade2d449d" /><Relationship Type="http://schemas.openxmlformats.org/officeDocument/2006/relationships/viewProps" Target="/ppt/viewProps.xml" Id="R48ccec26b80a4f42" /><Relationship Type="http://schemas.openxmlformats.org/officeDocument/2006/relationships/tableStyles" Target="/ppt/tableStyles.xml" Id="R0f2dc17dcee14daf" /><Relationship Type="http://schemas.openxmlformats.org/officeDocument/2006/relationships/slide" Target="/ppt/slides/slide1.xml" Id="R70e5693b91bb4335" /><Relationship Type="http://schemas.openxmlformats.org/officeDocument/2006/relationships/slide" Target="/ppt/slides/slide2.xml" Id="R9882215a70f94191" /><Relationship Type="http://schemas.openxmlformats.org/officeDocument/2006/relationships/slide" Target="/ppt/slides/slide3.xml" Id="Rddf5a0cd9ddb4b26" /><Relationship Type="http://schemas.openxmlformats.org/officeDocument/2006/relationships/slide" Target="/ppt/slides/slide4.xml" Id="R64b4e0ee0c3f4004" /><Relationship Type="http://schemas.openxmlformats.org/officeDocument/2006/relationships/slide" Target="/ppt/slides/slide5.xml" Id="R95f8ab6a744c4ab9" /><Relationship Type="http://schemas.openxmlformats.org/officeDocument/2006/relationships/slide" Target="/ppt/slides/slide6.xml" Id="R023766a016ca4d54" /><Relationship Type="http://schemas.openxmlformats.org/officeDocument/2006/relationships/slide" Target="/ppt/slides/slide7.xml" Id="R891f1a77b0744983" /><Relationship Type="http://schemas.openxmlformats.org/officeDocument/2006/relationships/slide" Target="/ppt/slides/slide8.xml" Id="Rf8948e20f5b4451d" /><Relationship Type="http://schemas.openxmlformats.org/officeDocument/2006/relationships/slide" Target="/ppt/slides/slide9.xml" Id="Rf344b33cde264b82" /><Relationship Type="http://schemas.openxmlformats.org/officeDocument/2006/relationships/slide" Target="/ppt/slides/slide10.xml" Id="Rf8725704d1a14d8e" /><Relationship Type="http://schemas.openxmlformats.org/officeDocument/2006/relationships/slide" Target="/ppt/slides/slide11.xml" Id="Rf8ba54d363754bbf" /><Relationship Type="http://schemas.openxmlformats.org/officeDocument/2006/relationships/slide" Target="/ppt/slides/slide12.xml" Id="R03e2a4f182ef4d1b" /><Relationship Type="http://schemas.openxmlformats.org/officeDocument/2006/relationships/slide" Target="/ppt/slides/slide13.xml" Id="Rcd938cf470fd4689" /><Relationship Type="http://schemas.openxmlformats.org/officeDocument/2006/relationships/slide" Target="/ppt/slides/slide14.xml" Id="Rc8d5ad4fa4a54da5" /><Relationship Type="http://schemas.openxmlformats.org/officeDocument/2006/relationships/slide" Target="/ppt/slides/slide15.xml" Id="R0bc2d03e9fe64b57" /><Relationship Type="http://schemas.openxmlformats.org/officeDocument/2006/relationships/slide" Target="/ppt/slides/slide16.xml" Id="R56b19d86bbc0435c" /><Relationship Type="http://schemas.openxmlformats.org/officeDocument/2006/relationships/slide" Target="/ppt/slides/slide17.xml" Id="R3049d05a92fe4ec2" /><Relationship Type="http://schemas.openxmlformats.org/officeDocument/2006/relationships/slide" Target="/ppt/slides/slide18.xml" Id="R8dda02529b7d4191" /><Relationship Type="http://schemas.openxmlformats.org/officeDocument/2006/relationships/slide" Target="/ppt/slides/slide19.xml" Id="R90df8ea0ef484d1e" /><Relationship Type="http://schemas.openxmlformats.org/officeDocument/2006/relationships/slide" Target="/ppt/slides/slide20.xml" Id="R60faed6735754e50" /><Relationship Type="http://schemas.openxmlformats.org/officeDocument/2006/relationships/slide" Target="/ppt/slides/slide21.xml" Id="R129e6fad7eab483e" /><Relationship Type="http://schemas.openxmlformats.org/officeDocument/2006/relationships/slide" Target="/ppt/slides/slide22.xml" Id="R6254ccc0ab3d4e5a" /><Relationship Type="http://schemas.openxmlformats.org/officeDocument/2006/relationships/slide" Target="/ppt/slides/slide23.xml" Id="R8082cdeb2cdf4133" /><Relationship Type="http://schemas.openxmlformats.org/officeDocument/2006/relationships/slide" Target="/ppt/slides/slide24.xml" Id="R13b0f0b007d446dd" /><Relationship Type="http://schemas.openxmlformats.org/officeDocument/2006/relationships/slide" Target="/ppt/slides/slide25.xml" Id="Rd12e9abc08be4558" /><Relationship Type="http://schemas.openxmlformats.org/officeDocument/2006/relationships/slide" Target="/ppt/slides/slide26.xml" Id="R18d071b6e26a4115" /><Relationship Type="http://schemas.openxmlformats.org/officeDocument/2006/relationships/slide" Target="/ppt/slides/slide27.xml" Id="Rc929a05f3bb34df8" /><Relationship Type="http://schemas.openxmlformats.org/officeDocument/2006/relationships/slide" Target="/ppt/slides/slide28.xml" Id="R691d21ac23ec4ae6" /><Relationship Type="http://schemas.openxmlformats.org/officeDocument/2006/relationships/slide" Target="/ppt/slides/slide29.xml" Id="Rc050bd99b2bb4904" /><Relationship Type="http://schemas.openxmlformats.org/officeDocument/2006/relationships/slide" Target="/ppt/slides/slide30.xml" Id="Rd888a2852a1b4404" /><Relationship Type="http://schemas.openxmlformats.org/officeDocument/2006/relationships/slide" Target="/ppt/slides/slide31.xml" Id="Rc83586cf5d4e4947" /><Relationship Type="http://schemas.openxmlformats.org/officeDocument/2006/relationships/slide" Target="/ppt/slides/slide32.xml" Id="R5249a1ceef5c4743" /><Relationship Type="http://schemas.openxmlformats.org/officeDocument/2006/relationships/slide" Target="/ppt/slides/slide33.xml" Id="R8e3d30df69284bbb" /><Relationship Type="http://schemas.openxmlformats.org/officeDocument/2006/relationships/slide" Target="/ppt/slides/slide34.xml" Id="Rf62e1384a769487f" /><Relationship Type="http://schemas.openxmlformats.org/officeDocument/2006/relationships/slide" Target="/ppt/slides/slide35.xml" Id="R7e1223d723624c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2e08732f3e47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783a3d5eca4052" /><Relationship Type="http://schemas.openxmlformats.org/officeDocument/2006/relationships/notesMaster" Target="/ppt/notesMasters/notesMaster1.xml" Id="R53d64fb915f848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336b8ebf4b46a6" /><Relationship Type="http://schemas.openxmlformats.org/officeDocument/2006/relationships/notesMaster" Target="/ppt/notesMasters/notesMaster1.xml" Id="R96e702cedc1047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2f0ffa40a24d58" /><Relationship Type="http://schemas.openxmlformats.org/officeDocument/2006/relationships/notesMaster" Target="/ppt/notesMasters/notesMaster1.xml" Id="R47e4c930da064a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0e9d6adede41d7" /><Relationship Type="http://schemas.openxmlformats.org/officeDocument/2006/relationships/notesMaster" Target="/ppt/notesMasters/notesMaster1.xml" Id="Rd67e4224fcdb4a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725d41de0246b3" /><Relationship Type="http://schemas.openxmlformats.org/officeDocument/2006/relationships/notesMaster" Target="/ppt/notesMasters/notesMaster1.xml" Id="R31275659aa044c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5eb13598b74733" /><Relationship Type="http://schemas.openxmlformats.org/officeDocument/2006/relationships/notesMaster" Target="/ppt/notesMasters/notesMaster1.xml" Id="Rd22b7aa6808442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6a2ba0590a4cb4" /><Relationship Type="http://schemas.openxmlformats.org/officeDocument/2006/relationships/notesMaster" Target="/ppt/notesMasters/notesMaster1.xml" Id="Rfdf750c982db44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1b4199593f4002" /><Relationship Type="http://schemas.openxmlformats.org/officeDocument/2006/relationships/notesMaster" Target="/ppt/notesMasters/notesMaster1.xml" Id="R3e435b6edf884f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5f2992d10e4d0b" /><Relationship Type="http://schemas.openxmlformats.org/officeDocument/2006/relationships/notesMaster" Target="/ppt/notesMasters/notesMaster1.xml" Id="R918fa4caf8d147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a8e4c21c702435e" /><Relationship Type="http://schemas.openxmlformats.org/officeDocument/2006/relationships/notesMaster" Target="/ppt/notesMasters/notesMaster1.xml" Id="R1ac2f8da75b64e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eb4951242f4d26" /><Relationship Type="http://schemas.openxmlformats.org/officeDocument/2006/relationships/notesMaster" Target="/ppt/notesMasters/notesMaster1.xml" Id="Rf173a507311646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bb30aa68cf47d2" /><Relationship Type="http://schemas.openxmlformats.org/officeDocument/2006/relationships/notesMaster" Target="/ppt/notesMasters/notesMaster1.xml" Id="R17327a6de6494e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d55a6ddde7498e" /><Relationship Type="http://schemas.openxmlformats.org/officeDocument/2006/relationships/notesMaster" Target="/ppt/notesMasters/notesMaster1.xml" Id="Rf4f7b458f7f049a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9bde0e709749ca" /><Relationship Type="http://schemas.openxmlformats.org/officeDocument/2006/relationships/notesMaster" Target="/ppt/notesMasters/notesMaster1.xml" Id="R5557d38e5a984d9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c36e04618a40ca" /><Relationship Type="http://schemas.openxmlformats.org/officeDocument/2006/relationships/notesMaster" Target="/ppt/notesMasters/notesMaster1.xml" Id="R16c3875dcaba47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55624f7c274474" /><Relationship Type="http://schemas.openxmlformats.org/officeDocument/2006/relationships/notesMaster" Target="/ppt/notesMasters/notesMaster1.xml" Id="R7f2a71c39c744c2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8e789d878c40eb" /><Relationship Type="http://schemas.openxmlformats.org/officeDocument/2006/relationships/notesMaster" Target="/ppt/notesMasters/notesMaster1.xml" Id="R683b35df027443d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5074e22f77d44a5" /><Relationship Type="http://schemas.openxmlformats.org/officeDocument/2006/relationships/notesMaster" Target="/ppt/notesMasters/notesMaster1.xml" Id="R645f83499a7c49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745b33cf075414b" /><Relationship Type="http://schemas.openxmlformats.org/officeDocument/2006/relationships/notesMaster" Target="/ppt/notesMasters/notesMaster1.xml" Id="Rf2a585aa854a45e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e95ecf3fb004cd3" /><Relationship Type="http://schemas.openxmlformats.org/officeDocument/2006/relationships/notesMaster" Target="/ppt/notesMasters/notesMaster1.xml" Id="Rac0901044c634f3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b965b01e1c04ceb" /><Relationship Type="http://schemas.openxmlformats.org/officeDocument/2006/relationships/notesMaster" Target="/ppt/notesMasters/notesMaster1.xml" Id="Rc1ef8642b343451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02eacdd39aa415d" /><Relationship Type="http://schemas.openxmlformats.org/officeDocument/2006/relationships/notesMaster" Target="/ppt/notesMasters/notesMaster1.xml" Id="R74d89dda8d944ed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83171a19bfc4186" /><Relationship Type="http://schemas.openxmlformats.org/officeDocument/2006/relationships/notesMaster" Target="/ppt/notesMasters/notesMaster1.xml" Id="Rc7cf3ca5f94b4b7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a5f34340f884039" /><Relationship Type="http://schemas.openxmlformats.org/officeDocument/2006/relationships/notesMaster" Target="/ppt/notesMasters/notesMaster1.xml" Id="Rda7fca69c3724e3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9bd7818c29349f6" /><Relationship Type="http://schemas.openxmlformats.org/officeDocument/2006/relationships/notesMaster" Target="/ppt/notesMasters/notesMaster1.xml" Id="R71f5cab32591455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77f455bfda24c51" /><Relationship Type="http://schemas.openxmlformats.org/officeDocument/2006/relationships/notesMaster" Target="/ppt/notesMasters/notesMaster1.xml" Id="Rebd28c5f5fe04cf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88f77fb98ce450a" /><Relationship Type="http://schemas.openxmlformats.org/officeDocument/2006/relationships/notesMaster" Target="/ppt/notesMasters/notesMaster1.xml" Id="Rd4d849793a7f470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df5a5342c194513" /><Relationship Type="http://schemas.openxmlformats.org/officeDocument/2006/relationships/notesMaster" Target="/ppt/notesMasters/notesMaster1.xml" Id="R1e2aa665edbe4b1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5b80c792fe6460c" /><Relationship Type="http://schemas.openxmlformats.org/officeDocument/2006/relationships/notesMaster" Target="/ppt/notesMasters/notesMaster1.xml" Id="R51145fdfaf6a465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a2c7a4e243945b8" /><Relationship Type="http://schemas.openxmlformats.org/officeDocument/2006/relationships/notesMaster" Target="/ppt/notesMasters/notesMaster1.xml" Id="R326b83aeb2f049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592793bfb3f4348" /><Relationship Type="http://schemas.openxmlformats.org/officeDocument/2006/relationships/notesMaster" Target="/ppt/notesMasters/notesMaster1.xml" Id="R214498a336334dc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58f8c8e8d1f49ca" /><Relationship Type="http://schemas.openxmlformats.org/officeDocument/2006/relationships/notesMaster" Target="/ppt/notesMasters/notesMaster1.xml" Id="Re67fc97620f2436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94b9fa6ea7648d5" /><Relationship Type="http://schemas.openxmlformats.org/officeDocument/2006/relationships/notesMaster" Target="/ppt/notesMasters/notesMaster1.xml" Id="Ra3de661f6705482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ff9dc07c42e4701" /><Relationship Type="http://schemas.openxmlformats.org/officeDocument/2006/relationships/notesMaster" Target="/ppt/notesMasters/notesMaster1.xml" Id="Ra6f5f2433445422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3b3d155307a4676" /><Relationship Type="http://schemas.openxmlformats.org/officeDocument/2006/relationships/notesMaster" Target="/ppt/notesMasters/notesMaster1.xml" Id="Ra0959a4e016145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eebefc18e942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baaa41730745d5" /><Relationship Type="http://schemas.openxmlformats.org/officeDocument/2006/relationships/slideLayout" Target="/ppt/slideLayouts/slideLayout1.xml" Id="Rc5c134a6290540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c134a6290540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6c5efda3e416a" /><Relationship Type="http://schemas.openxmlformats.org/officeDocument/2006/relationships/notesSlide" Target="/ppt/notesSlides/notesSlide1.xml" Id="R9ecd94ad3e4e41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689c6ae9d4649" /><Relationship Type="http://schemas.openxmlformats.org/officeDocument/2006/relationships/notesSlide" Target="/ppt/notesSlides/notesSlide2.xml" Id="Raa74ff1680ef49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46dba4de849f6" /><Relationship Type="http://schemas.openxmlformats.org/officeDocument/2006/relationships/notesSlide" Target="/ppt/notesSlides/notesSlide3.xml" Id="R4e598c6cba5141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ed087f13d4761" /><Relationship Type="http://schemas.openxmlformats.org/officeDocument/2006/relationships/notesSlide" Target="/ppt/notesSlides/notesSlide4.xml" Id="R20329b187b1646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a4ab57c1945f8" /><Relationship Type="http://schemas.openxmlformats.org/officeDocument/2006/relationships/notesSlide" Target="/ppt/notesSlides/notesSlide5.xml" Id="R44375edbe9fb4c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ef81f32554922" /><Relationship Type="http://schemas.openxmlformats.org/officeDocument/2006/relationships/notesSlide" Target="/ppt/notesSlides/notesSlide6.xml" Id="R2d3872dcb5ce46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cb3a33be0456a" /><Relationship Type="http://schemas.openxmlformats.org/officeDocument/2006/relationships/notesSlide" Target="/ppt/notesSlides/notesSlide7.xml" Id="R75b663d6f56b45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019af02304b3d" /><Relationship Type="http://schemas.openxmlformats.org/officeDocument/2006/relationships/notesSlide" Target="/ppt/notesSlides/notesSlide8.xml" Id="R7fdee5c9c04e4d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bbe0b1f864e6d" /><Relationship Type="http://schemas.openxmlformats.org/officeDocument/2006/relationships/notesSlide" Target="/ppt/notesSlides/notesSlide9.xml" Id="R3968a9356ccf46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5e688e80d4879" /><Relationship Type="http://schemas.openxmlformats.org/officeDocument/2006/relationships/notesSlide" Target="/ppt/notesSlides/notesSlide10.xml" Id="R413de9f4609740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328980c9b45e1" /><Relationship Type="http://schemas.openxmlformats.org/officeDocument/2006/relationships/notesSlide" Target="/ppt/notesSlides/notesSlide11.xml" Id="R56c747c3b8f143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213a5c6b34289" /><Relationship Type="http://schemas.openxmlformats.org/officeDocument/2006/relationships/notesSlide" Target="/ppt/notesSlides/notesSlide12.xml" Id="R8f74b0d92d4845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f187bc59541bb" /><Relationship Type="http://schemas.openxmlformats.org/officeDocument/2006/relationships/notesSlide" Target="/ppt/notesSlides/notesSlide13.xml" Id="Rbdd1b37912de47d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faeb8924b4db2" /><Relationship Type="http://schemas.openxmlformats.org/officeDocument/2006/relationships/notesSlide" Target="/ppt/notesSlides/notesSlide14.xml" Id="R1a5c1ced38154a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f01b1ed324360" /><Relationship Type="http://schemas.openxmlformats.org/officeDocument/2006/relationships/notesSlide" Target="/ppt/notesSlides/notesSlide15.xml" Id="Refa3fb0993dd46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debb5d706478e" /><Relationship Type="http://schemas.openxmlformats.org/officeDocument/2006/relationships/notesSlide" Target="/ppt/notesSlides/notesSlide16.xml" Id="R51068d6c37a6434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c5282134648a0" /><Relationship Type="http://schemas.openxmlformats.org/officeDocument/2006/relationships/notesSlide" Target="/ppt/notesSlides/notesSlide17.xml" Id="R276b34acc50a462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33cce7de64dd7" /><Relationship Type="http://schemas.openxmlformats.org/officeDocument/2006/relationships/notesSlide" Target="/ppt/notesSlides/notesSlide18.xml" Id="R39091ed2c3c947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686cfa6ff46f7" /><Relationship Type="http://schemas.openxmlformats.org/officeDocument/2006/relationships/notesSlide" Target="/ppt/notesSlides/notesSlide19.xml" Id="Rf39e33662d4145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0e14b36094db9" /><Relationship Type="http://schemas.openxmlformats.org/officeDocument/2006/relationships/notesSlide" Target="/ppt/notesSlides/notesSlide20.xml" Id="R0cefd0b1f47449c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d24aa36194775" /><Relationship Type="http://schemas.openxmlformats.org/officeDocument/2006/relationships/notesSlide" Target="/ppt/notesSlides/notesSlide21.xml" Id="Rf65f9c678779442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c741ed17b4130" /><Relationship Type="http://schemas.openxmlformats.org/officeDocument/2006/relationships/notesSlide" Target="/ppt/notesSlides/notesSlide22.xml" Id="R4e149a24d9b24e8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2923b1c054dfb" /><Relationship Type="http://schemas.openxmlformats.org/officeDocument/2006/relationships/notesSlide" Target="/ppt/notesSlides/notesSlide23.xml" Id="R70d0ca40875840e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d9a9ee7ff49ef" /><Relationship Type="http://schemas.openxmlformats.org/officeDocument/2006/relationships/notesSlide" Target="/ppt/notesSlides/notesSlide24.xml" Id="R20bf898a8fbf4aa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f84fd33344b0f" /><Relationship Type="http://schemas.openxmlformats.org/officeDocument/2006/relationships/notesSlide" Target="/ppt/notesSlides/notesSlide25.xml" Id="R749f19d1a5744cf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58ac005ed4aee" /><Relationship Type="http://schemas.openxmlformats.org/officeDocument/2006/relationships/notesSlide" Target="/ppt/notesSlides/notesSlide26.xml" Id="Rc6075c078e8b440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31bfaf0b441f9" /><Relationship Type="http://schemas.openxmlformats.org/officeDocument/2006/relationships/notesSlide" Target="/ppt/notesSlides/notesSlide27.xml" Id="Re1d72654724d4de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8d02556cd4e11" /><Relationship Type="http://schemas.openxmlformats.org/officeDocument/2006/relationships/notesSlide" Target="/ppt/notesSlides/notesSlide28.xml" Id="R2db1846b98d2497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88acacdec47d4" /><Relationship Type="http://schemas.openxmlformats.org/officeDocument/2006/relationships/notesSlide" Target="/ppt/notesSlides/notesSlide29.xml" Id="R16fcad992cd34be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837271ab2498b" /><Relationship Type="http://schemas.openxmlformats.org/officeDocument/2006/relationships/notesSlide" Target="/ppt/notesSlides/notesSlide30.xml" Id="R5592c70f1d4d475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562fd70fa4e2e" /><Relationship Type="http://schemas.openxmlformats.org/officeDocument/2006/relationships/notesSlide" Target="/ppt/notesSlides/notesSlide31.xml" Id="R7fce08ffb1b9455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d83a42d984ec3" /><Relationship Type="http://schemas.openxmlformats.org/officeDocument/2006/relationships/notesSlide" Target="/ppt/notesSlides/notesSlide32.xml" Id="R5eddc61ff85c42a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17fdc9fc840f2" /><Relationship Type="http://schemas.openxmlformats.org/officeDocument/2006/relationships/notesSlide" Target="/ppt/notesSlides/notesSlide33.xml" Id="Rddae144648ae438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a0eae08f14488" /><Relationship Type="http://schemas.openxmlformats.org/officeDocument/2006/relationships/notesSlide" Target="/ppt/notesSlides/notesSlide34.xml" Id="R24b20fd95b8945d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38cae2c77489e" /><Relationship Type="http://schemas.openxmlformats.org/officeDocument/2006/relationships/notesSlide" Target="/ppt/notesSlides/notesSlide35.xml" Id="R42e1692d4eaf487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2B3035-3728-45DE-8ECE-CB9A7CF7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A645E-E01F-454D-B306-720CB292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ED27C2-CB0D-4EE2-9EC2-7D4C9AE1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CAC9C-7D94-44CB-9F45-5603D4DC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BD058-A2A2-42C1-BBC0-E852B156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презентация для обсуждения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016FF-25FA-4CC0-8DF2-06DB7AF7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39922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21A533-0B1A-4012-AD20-A280949B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0860A-7DB3-49C0-A085-E40D1E5E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C74E2-52A6-436C-936A-15FF65FE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81F39-1048-4A4C-935E-17AE6D7F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E5323-37BC-450C-A3AD-1F882281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Короткий ответ: что мы строим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CCE1D-8B84-4704-A6B2-1262238A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D5FD5-4569-4915-ADA6-E5DA7CE0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058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74B11-C6B3-40B7-83B3-54D7ED96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9525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 — это персональный weekly visual self-guidance продукт: пользователь вводит дату рождения и текущий запрос, получает прогноз недели, проходит daily episodes и видит, как меняется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5FAB76-9953-430D-BCE1-113F8930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2D166-C42A-466A-A56F-089D12DE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Что продаем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EAFF7-08AE-437C-90E1-FEBDDA5E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647950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“астрологию”, а понятную неделю: смысл → действие → визуальное изменение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D669E-384B-4208-9DB3-CA6F551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476500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0696C-5C55-40DD-9ABE-33E3EA76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47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Почему сейчас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DAE43-153A-4390-8502-4862ECA8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47950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personal guidance, daily wellness, AI companion и visual 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7E393A-05B4-4992-A4C2-D29A7D51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169F0F-8A3D-4840-ADB9-765C7A4B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Что в MVP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BB537-EF63-4E9B-8BBC-FF35A615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029075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forecast, daily card, action/reset, Life Canvas, Plus paywall, один video-token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668AF0-85DA-4234-B14C-51B7D187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E87E5D-83AD-471D-82B0-074881A6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0290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Главный риск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92784C-1C8B-4BCB-A2CC-C1A77E06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29075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должен понимать: Canvas изменился из-за моего действия, а не случайной генерации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03005-A746-4409-A0DB-1E1613CF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67350"/>
            <a:ext cx="7886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9B85E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1074FE-6A59-4F87-A114-C70A04BE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81650"/>
            <a:ext cx="756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не спорить о рынке, а проверить loop на 30-50 пользователях.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041EDC-BDC9-4112-8CE9-0CA1A9D9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296260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0A3460-3F65-42C3-9928-8F0938B8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A19EB-7788-44B3-948C-CA01A43A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915FC-91F0-4808-B8C9-0433A1AC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7F0C3-23B9-4F8F-90B5-21FC60A1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26A92-A06A-4B6A-A1C3-40D92C5C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Компас показателей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3EBA6-01A1-4D1A-97FD-F0F14617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7D470-013A-471F-A7D1-48836270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8110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каждом финансовом или рыночном слайде важна не сама таблица, а показатель, который меняет решение.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D6A8EF-0E94-4048-B9A6-18636710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09FAA-F56F-47D9-B93A-6BB6C2E1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E2CBE1-ABB9-4430-AB8B-AA5279A2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7645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Возврат D1/D7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Понимание Canvas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DCF83-496D-4345-B8F0-3DF155EB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понимает ли человек ценность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502CA-8813-43AC-8D8C-F54C3648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0500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EAD30-780D-4B14-BF2C-5F64A3E7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574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Деньги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86B24-FB8D-4BDF-987B-D4BD5EFF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интерес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в оплату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 на пользователя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58833-25C6-4B3F-BBBC-C1D7F34D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38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платная модель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1A57E-09CF-4890-8E10-8E33C292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78953B-8F25-4D3F-8E1E-9547738C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Себестоимость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9BE2F-BB74-4540-B2C9-1AC075E5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 free-user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 платящего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9120CC-A90A-49AE-A2BC-2CF0B8EB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съедает ли AI маржу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F5D3A-AFE4-458C-A062-0C72C83D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1475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8FB33C-6032-4CDB-A2FD-15BFB653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Рост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0771B2-7811-48D5-9487-87DB8C6B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регистрации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активации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Доказательство от авторов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22929-7597-41FB-834F-DACE2043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482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приводить людей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B83D11-0A38-44D9-A6A5-7BA61D90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762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9B85E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084DB8-61F9-4B50-A2D7-BAC049FB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734050"/>
            <a:ext cx="714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Каждый блок ниже читается через один вопрос: какой показатель меняет решение по продукту?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09230B-345E-4650-BD77-70408A13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564283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9FC04E-550E-4456-AA0B-E74F3DE7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A70C3-A8A6-421C-B74C-B3206B13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A0E84-379B-44CC-9651-0CA40548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66574-0187-43C7-9357-774CE863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EF866-138E-4AC0-A77A-5E9F499D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76B62-BF89-4EFE-84B2-334383C5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45949-455A-45C5-8F8B-7C309E75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01F8D-DD18-414D-881C-973AB437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9D534-D637-4F0E-961E-AF6E78CD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B87F82-CA71-47E3-9A3C-F2F22EA4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2F37D8-2762-4470-A655-210E81C6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EC7D6C-2885-4C24-A2E2-57E01842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D2BA42-E247-49E5-B230-43E8E134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8CEE1-4FF8-4248-BFDA-D4A9F8DA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439783-5528-4823-91CE-E386364D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A3DED4-DBE5-4B0E-8F46-76C0DFC1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3B2624-5C79-4901-8D81-0E84D2C4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74E7E-2525-447A-852C-9F7FEA18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34D41E-6622-451D-8F69-1813B4A4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89D1A6-D781-4F29-9799-BD1BB56A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F0DD68-8387-4C6A-B275-4BF45EAD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B4A47B-B4AD-4BCD-9E95-57EFCB25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969038-FC3D-4054-9FD4-8B41A196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15857-8B88-487A-B2D9-4EB9E66E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911CD-DBCB-4D6B-9A4D-BCD2790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6CCD75-B8E6-4933-9188-79295B33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E863AC-E0A0-4AB0-982C-507EDE07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779EF0-EEC4-40A7-9960-E8AE1D18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428133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923F0F-DDF1-42B0-9A7A-B649212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206CC-3B61-447F-9B91-4A2E8372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9205B-FF39-454A-A9FB-FD888CF9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2FA93-C67F-4CB5-AFCE-1CCB8E57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30E9B-4F6E-46BF-83EA-7E501065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135B2-AADF-4231-B9A3-8A877517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5E3F6-EC10-41E7-AE10-5C8C42AD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8AEDC-583F-4712-B7D4-48734479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D74C4-6000-48DB-A067-A389ABA9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F7E3B-2F6B-4D0D-B972-B2A8DBC3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2A41-67B6-4F8A-BD49-8BCB995D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F6A66-3EFC-40E0-B261-0A1E784A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1500F-1583-4832-B127-EB39CA1D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672E18-AD20-4EA7-8CC5-A04CD9EC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D579D-85F6-43CF-9539-7549447F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50A8A8-0078-4D00-AC9D-22046F4B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E2F73-C5A0-45F3-95A4-EF54866D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B6319-4373-40C3-8143-2B70BDF3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A65C34-E834-4548-B409-0E54C20D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F0097-5A67-44FE-8877-4A38229D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360159-02A5-4188-BB2A-E06E682E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5AE08F-C5D2-481D-A3F4-7F60C5E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78712-8F63-4080-BD5E-80ED10B9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422801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417ED-5C00-4452-A231-B599CB9E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FD769-A334-49AE-8ABC-3A1D9EFC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71D06-FF2C-43BF-A982-364DB475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EEB65-ED54-48D7-8CA1-1C7A36C7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A6516-FDD7-4038-9925-443045D0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Пользовательская проблема → ответ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07177-3263-4166-8412-ADF6D1E6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28CFC-348C-4D07-A04A-474E73B8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сейчас болит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E2A81-0C66-448A-BC4D-16DA7464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0D04B5-8079-4C3C-AA15-85C22847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Гороскопы дают смысл, но часто звучат общо и не ведут к действию.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8BDFB-3110-4C6C-B748-C0C3B5A4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E1941-487B-48DB-8055-E0C51293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дает ритуал, но не объясняет личную неделю пользователя.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C5B9F-2AAC-4C23-9CF8-AEC5BB1C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AD8B40-4D5C-4F20-9E0D-0EA8E92D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умеет помнить, но не превращает неделю в понятную структуру.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D95E61-B438-4059-BAC7-081E9D26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225CC-8E28-4499-ACCA-65DCC082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Avatar/video tools дают вау-картинку, но она часто не связана с поведением.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3044B-846E-495F-B078-933C78B3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должна дать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D611F8-746A-43AE-9174-3CB1F28F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80FD3-5538-4A80-A4F4-ABF470D2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прогноз недели на основе birth data и текущего запроса.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D7B284-3A0D-441F-9CCE-58E1907C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855B98-7387-45A6-AF90-E025E3B0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episode: один фокус дня, одно маленькое действие, один reset.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9D0837-7DF6-4B86-B5DB-EB2C27B0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46C6DA-6E43-4BD5-A1A0-C057ED13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Canvas: визуальная картинка меняется не случайно, а по причине.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AF65FC-B975-40A0-80A6-4F3EB465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6AAAC3-61B3-4207-A40C-ED7A0F0D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recap/video: неделя ощущается как серия жизни, а не набор карточек.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96B73E-FE9D-48DF-B0B9-2F0BBD34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76E65F-489C-47E1-BD98-BB5E99D2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Ассистент с памятью: пользователь чувствует продолжение, а не новый чат с нуля.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88061E-00C0-43B5-8D00-EBA55716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3355FF-C1EB-4F75-BECA-EB771EC9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39309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1AAF07-F453-4E6A-B248-3A322B98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56500-020D-4FFB-B8E8-85D266EF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0D73B-A6E3-4449-8572-E4428B94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5A382-FD8C-4EB5-87F9-9D977040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2F16D-051E-47B4-92B0-0CEAA130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Финальная формула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53EDE-EC0A-45C0-8B34-CDFF08D5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EDB64-082A-4EC2-B3E3-6391F5F9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Финальная формула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37735-22D2-468A-A9A0-487EBB90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weekly visual self-guidance app: пользователь вводит birth data и текущий запрос, получает прогноз недели, проходит daily episodes и видит изменение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23266-9468-47B3-803A-1C1CD712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принцип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770EB4-BF4C-4205-AF7B-A7964A0D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 не продает “предсказание судьбы”. Он продает структуру недели: понять состояние → сделать действие → увидеть изменение → вернуться завтра.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5D19E-A5AC-4F65-A977-BD998A79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внутри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45AD7-D3C2-415C-B689-EADA9A40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weekly season, daily action/reset, image-first Life Canvas и редкими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8E320-5D56-4134-A2D6-A7E2D77D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отличает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44708E-FAFE-4EDC-9BA0-3F6A522B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 конкурентов смысл, ритуал, AI-память и визуал часто живут отдельно. AURA соединяет их в причинную петлю.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9FFCE-C663-4395-AB18-56E85432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не делаем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C6127C-AD1F-4863-9233-766D6862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безлимитный AI-video generator, социальную сеть или marketplace экспертов в MVP. Сначала доказываем loop.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718467-F750-4871-921D-48A90FA1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Критерий жизни продукта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D2535F-5D08-4C22-95C7-C16CD361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может объяснить, почему Canvas изменился, AURA имеет шанс. Если нет — это просто генератор красивых картинок.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F64484-B1AF-406C-9EEF-EC571C71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102751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7AC7A9-E0D0-4F12-816C-2BF968FF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25925-AA39-4C62-8502-549CA661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D3995-4838-4F02-95E3-A8252689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B476D-D368-4FC4-9E96-6FEC7B2E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725CA-1208-4B61-BC78-8788ACE7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FA580F-DE31-4F34-8084-B2C92CE5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61807-8D7A-40EC-BC33-68FC1527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F97CF-0C63-4E7C-994D-F1B0C6C3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4FA5D-0C5E-4560-9667-475E3AAB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10F08-E715-4B84-BB54-AF21BC4E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456C9-6AF2-4316-8988-31DE378F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EE212-47E4-4EFD-A043-39B93144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A72A8-103B-40B3-AF2C-854C56DE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0E029-FA89-4431-B095-7EB81E19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5B9D29-B10C-4429-A667-D35D11AC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96BBB-8D51-46B4-8428-335AF301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670E25-C08F-4AAA-8561-6E7E25F6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12E3B-6046-4FB7-AF67-49596237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B83351-4BFB-4CFB-9BA0-23E69A30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86B652-B1F9-4999-9732-087BABB0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8FDA32-F82C-428C-8685-4ACC0A9A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8C7994-D341-4073-A271-F46C589F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750D13-AC3D-4A17-BBCC-DE51646D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0D7AFE-065B-428F-9A40-D262E7D7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404512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AFB2F1-100F-4D92-8A51-5FBE0E3A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4C8B5-CB03-4FFC-9831-F1191C53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36B5E-4103-4E25-A40E-5701C0F3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19581-5CF5-4EFA-9F28-BD8A6D83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BB92E-98E6-4EC6-A907-19ECE805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1E971-31A1-439B-928D-E0DDB31C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91657-D774-4B9A-BFF5-84256C38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34906-FBE8-455B-BAF4-622EF27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48F4A-C418-48A6-97B3-1F3D4BA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66CBD9-8D71-4E9B-A81C-4077C6D6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CCB42-4FDB-42BE-A9F5-6F93D74B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67B5A-5C81-4839-B174-D3B0C203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7FECD-89F9-4970-A77C-00CB869E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3035B-84B3-4D88-9E9E-57533FEF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7AA76-1F92-415C-AD3A-12E5A166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6944C-AB4C-42FB-ACD0-76E1E8D6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3E3E0-CE58-4687-B1AC-60A47CEC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788FC-6AF2-4CAA-BAA9-88847C37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57C3A-0D93-4316-B3F4-BCEF3F27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03DE6E-DEAE-431A-BD97-D12D22D7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912F1-C663-446A-AAD8-3BEA52CB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125FA-AE48-480F-9724-0EE9D3BB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9D00DD-FA0B-4C18-9F50-384A5FEA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098C85-FAE5-47B9-9B42-80982C09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0C48BB-790C-48AB-ACAF-87BE99CD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708512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043663-FD73-4E34-AB9B-DA87987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45D39-95DF-4494-95FC-11F3B438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2E37B-28B4-4390-99FA-6C98C3B0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FFCA5-AC97-4DC4-A981-7EB38A7A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11E7B-3270-4B6A-8226-2338AB6C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FB1A9-E8CD-43CF-BE8D-088CD08E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594B9-B5A8-4B1D-8DDD-26D7715B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731D6-CD58-49B9-8FF2-824EB337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3B65E-5B0B-4C3C-811D-5E6D3FC1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9CD10-0615-4B7F-801E-7376C930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354353-FB7D-4A2F-BCD3-73A23F33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36BFDC-820C-4823-A15E-387F684B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D81DEB-AFBA-44CA-B999-3F2C794E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5403E2-D6B9-4148-B3B0-288878FB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0452D5-7922-47D4-9944-080A807E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9DCB5C-CCAD-47C4-B5AC-3ED494D2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A85F81-60D5-47C7-8473-E78441B1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C2C615-CD3F-4C75-881A-4532584E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6C8E73-AAB7-4DD7-B3FF-B375EC2D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A4C07A-46BD-4D7F-8728-620015ED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0BEF87-AF89-4EB2-9558-AA1F307C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341525-3E38-4F41-BBFB-F827CBE7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583822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FBC41A-D277-4ADA-98AF-B862ECB3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56074-9534-4796-B3AB-A346253B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855C2-E6E9-4D2D-B5B0-12BA6F02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A7ED6-1310-48C8-A443-8B2210E1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2E4B3-8620-4CCA-A5B3-407BDF66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20DA5A-D0EA-4C4E-8436-9C2F6C9B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C30679-E142-40A3-97F0-BFF2C698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79CFE-98BD-417F-96AB-D5AF01CA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B6353F-0EAB-425A-8D03-5763AC91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2357C-7091-42CE-9751-CCFD9030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878E7D-50A2-4CB2-AB4A-9E7EE6A7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CB854-DD8E-4417-A612-285C3BFC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359359-4B9A-40C6-94F9-F9B9E2E6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37F667-742D-426E-9596-50A9FFE5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2C16E2-8FF8-42C1-BAEF-CC0E122E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D0B7BE-2CBE-4E63-B851-7920727C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ED0B6-FEC1-4BA3-9CFE-7C45EAFD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63D783-5FB3-412D-B794-D55E272F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913A8F-11A9-44FD-8CE7-B328DC9E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DBF8E1-92E4-4B3F-A794-1DBBB5DB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B1DA9-45BA-418D-91F5-44E6B61F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46529A-784A-4EE1-B86B-0918C66D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22F320-7206-4D90-B705-AD871B91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F742C0-01EA-46FA-A76A-14B1929D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21EC24-7865-4397-A83B-CA57CF0F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9CDA03-3E1D-4C51-B953-8685571F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4E7C2-4CA4-46A2-85DE-E4082284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4B5D21-2AAF-4C3D-9178-FAF74A20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C5222E-BA8B-40D4-8480-8D9CDD4D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284466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21D1ED-D511-454D-8B1B-C0C08B0E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5034F-A0D9-495B-8490-156686A5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438FF-E98D-42B6-9224-4C527EFB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72A3D-534F-4744-AD9A-4530125C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9EA57-EE10-4C0F-A001-B4290EE8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10F8D-538B-4441-AF54-6D6CF4BD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2C8D3-67F5-4BF0-A4E3-751A4574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A2F82E-898A-4A5A-9C5E-F31F9BBE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2BF8D-82AE-4B42-9E07-A6CA529B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2ADF8-0086-46AC-833E-E38C1A3E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BB224-42AF-4BD6-8AF2-1C0CF8FC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869C9-4F17-4BC0-9A82-FCCABA56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D09F3-74D1-46D0-BA5F-9CD3869B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80959-94D2-4298-A611-FB61897D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6D702E-F602-4282-A7E8-CD158FE6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B07CE-EEBC-4821-8203-3E8A80EF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B5A439-AEFF-4AAB-94DD-A9687D89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87AC9B-6C65-4D2D-ABED-54F56C5D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C9648A-9AF4-4C4C-A086-7CAA0D2D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70FBF8-E994-40A4-9BE1-28951ACE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FBB6C-D014-4D00-AFD7-F15EB3C4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DD33D-160C-400A-B6B9-75DB2A54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CE44B0-C196-4009-80C6-9A1424B7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B31011-1341-4A1C-BCBD-449F2069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B76104-597F-47BA-AC13-220BD2E7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A4F702-066F-432B-9921-5863FE86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D0041C-1B98-4FCC-AFF8-C4E8BE03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37236F-7250-4719-A85D-1EA2D34C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246F77-BF86-49DD-BD70-AB0C4346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DCDDD6-7D40-4352-99E6-9C0B5DA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07D166-50B6-4643-B41E-2371F75D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C68247-A5C8-4030-8D18-626A5965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4256855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020069-38C6-4830-BF27-0BBBBA37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93C6A-C4BA-4942-B4B9-02CDE34A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D4C84-4BA0-401D-9FE6-97F1DE50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4BDF6-6D7F-4584-8BBE-6C78396F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7C8AB9-A0FD-432F-862E-FCD5677F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BFC55-6BA3-48E3-AE73-DDA7A512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45EA2-6B25-4F27-852E-275149C5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9515F-5E1C-41E9-B3A0-620BD58D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36703-7DF2-4056-8191-10C997E8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4608A-372B-4337-AB0B-FD107D2D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38F5A8-7B53-4AB2-9FA6-EDB00FDE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CE8A07-51E8-496C-81AE-9AEEF210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358B35-B8F8-4DE3-9241-8268A8E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06B51-E703-4EFA-B42E-AB8B1E6B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3B77A5-74D7-4037-99B3-49D6F65F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BBF896-AE97-4D8A-9DBC-2C80A444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CDB11D-A35D-4C26-81CE-D8B955AC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21D811-1367-4BF8-B0B9-AC5FA5BC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095C50-EFA2-423C-A8E1-D0F0B57E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9250B8-4382-4F5A-B178-722D304E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0F4788-A717-4FC5-AC1C-45F5B605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7C634E-2E22-47AD-AC4D-061CCD0E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6E8E58-0E89-4DEB-8D65-B1D1016D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CF84AC-13D0-418B-8F17-6F72E2C9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81A1D7-8C5A-43D4-A187-FC4B2606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C75DB9-7812-446D-AE4B-1DF60B96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08D206-36D3-4903-9E21-530C34D4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FA8CE3-F6DE-45F4-9A07-2CA2ECB1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3788295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94C821-06E2-4879-B4B6-CA9D5DC3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26FF0-39B0-4778-AA84-3494CB49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38573-B0DF-48C0-B264-97066C29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08A71-EBC8-4A9C-AF62-818406ED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A9140-2280-4B99-B13E-E35A85DC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1C092-720B-43BA-9443-293D13CD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6A68D-D34E-40F0-8758-DFD2529E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9D40D-3892-436B-B192-6D5D16E1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377EC-B0EC-41A4-84C6-1AA66A75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1D947-0598-40E5-86CC-236D9A7D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ежедневную привычку открывать приложение ради смысла, reset и самонавигации.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F35AB-BFAE-433A-A082-073DB138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A4B14-B00D-4ED7-9CF7-DE0C870C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80DE71-403B-4A38-945C-430359A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платных поведения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C9C9C-DE64-4131-A050-A1CBF49E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навигация, wellness-ритуал, память AI-companion, визуальная идентичность/avatar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8ED018-3494-43B9-9625-F253A1DC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48E692-E431-4DC6-8760-0E0E0F53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6E360E-8B55-41DC-9A6A-1D8977EC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4F1E54-569A-41EB-A9F5-6BF4847D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исследование покрывает app stores, web apps, paywalls, соседние инструменты и ручной competitor walkthrough.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F8A4F9-CCB0-40D5-8E74-7E980E3A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4AC98-4454-4555-8DE8-01E40FF4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7B0052-93D0-4F5A-B180-97D6C371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D5F15C-3D26-4828-A82D-14B46CFE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достижимый первый масштаб, если creator-led GTM, недельные сезоны и premium-визуалы работают.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0894C4-6EAA-49E2-8B9F-D7B1FBDD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09EC0A-07B7-4417-8588-51E674A0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0A5BAB-23DD-4C9B-8B10-DC15AEB1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C093AC-0C19-4E5E-9003-824D4B46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+ annual + premium tokens + creator seasons могут дать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570FC0-9977-4BDD-93FA-7210846D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— это не один horoscope TAM. Это пересечение paid personal meaning, daily ritual и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2C1CE9-86A8-49DF-BD18-517F373B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9623045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613B30-978C-4B07-A4D1-62FEFD1D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228D2-0123-453A-B3B0-6C12B530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750AA-C54D-4F85-8693-BE301C91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F5B81-55FF-4648-9CCA-675EF36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6F6420-4825-46B1-8FAD-3461571E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E394B-67B3-410B-8460-77510180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2DB07-15BA-4761-9DDD-568F620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7DB90-2061-4E94-8838-BB5BA7A8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482E45-6576-44E0-AB75-8909CD4C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00A50-93E4-43B1-9116-260EA582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3701F-09FA-4718-8F74-43E68E5A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8F4E8-88D0-4760-9086-E6BD64E4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446477-9CFD-4129-A2EC-7E2AC7E0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F8867-009D-4D2E-BADA-99D00AB3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62CAFB-FD3C-47EF-A308-D86BE855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FE6E8-E393-451A-BEC6-C52445E5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D217CD-2011-479F-B410-C2B89B4E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E66C9D-848E-4E6A-B842-5384CA82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B6F1F2-5436-473C-933A-92D361AC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6F4F76-54BD-43EA-8252-12483C74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786511-31F0-4973-8032-973C1061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02AC87-8918-4B1F-A787-3F3E92DB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ежедневная петля без видео должна быть достаточно дешевой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0F57DE-0C29-4157-9F13-DABF5E9A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 до масштабирования.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B64451-C1E8-4D94-98AA-6881E07C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3816463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7284EB-5857-4405-8826-64A1FF8E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CEE93-498D-4392-8072-223A0948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FB9CA-7F07-40AC-A8B2-5712A0DE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721C7-DABF-4F2E-9CC0-D5186B6A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8B4C3-AEFB-40F6-B492-3768F284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Пороговые показатели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BB157-7AA2-4DC8-89BA-1010ED34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B83DC-AB6C-4306-B17E-3D82EEB8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2395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KPI “на вырост”, а gates для решения: продолжаем, режем scope или останавливаем.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D0326-9E56-478E-A39E-23C907F0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E5192-57ED-45B0-96B7-33F13E63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19CEB-3613-490E-ABD0-AB7B80FD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145326-C225-4D4A-9C95-4E3578EE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859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Минимум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B9E408-E502-4026-A3C8-E115C0C6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192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69197-8FDE-4142-8312-3151E086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859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Хороший сигнал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707627-8222-4166-9814-F52B2884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D56E9-C890-40FF-945C-FA783274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859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4563F-05C9-456E-8E1B-CE22A5E0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7D835-51A2-4EBB-A7B5-6A5FEA9D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Понимание категории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9D59D-A4F7-4940-A045-12BD951E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526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936721-5576-4283-95CC-438EE4AE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193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931BA9-5E76-45CF-82F0-BDD44DFA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52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D871A0-4ECF-4CEF-8A54-0AA1674C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193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&gt;85%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9F565C-CD57-4AE0-88BF-03153C65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AD9859-7D32-424E-9FD8-AC44F549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193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объяснять продукт без длинной продажи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3BBC2B-6288-4338-82C4-6CB0F810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8964F-D77B-41E7-A775-1FAEF7E2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527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Canvas causality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FE27C0-E821-4C68-B1FB-BEF05991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860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58060E-34AE-425F-A1C2-B226624E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527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&gt;50%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B6604C-CA28-4DCA-9EA7-D7884F43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E48189-5398-481D-8CBC-FBEC8306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527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&gt;65%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BDC022-6C53-4D60-A4CF-4A75356D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73C0F2-03B2-416A-BE62-CC0EC8FD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527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работает как ядро, не как случайная картинка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9DB612-8356-463B-80E2-4784872E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6958D8-6980-473C-9553-70BF07E0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Возврат D1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8E920E-9114-41E4-932B-C241BCE3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194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C6358A-C64A-45FB-8C7D-BF97092F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2861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&gt;20%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05A2B6-FC9C-493E-BB37-17EE822B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194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98D263-81FD-4699-833C-07370EED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861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&gt;30%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1837B7-86DF-4CC4-AE2A-4195634D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A7DDCA-3A43-41DF-B937-51541FE1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861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 вызывает возврат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8C5137-9B51-4C10-8F4F-53618D96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25D251-1E1C-499A-A211-BA3F1B07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95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интерес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3BE432-FB3B-4F74-8BFE-74196542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528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814894-5314-4E12-B898-C9EACB81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8195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&gt;5%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989CA4-6E8C-4E3A-9F21-42FA0550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46ED10-233E-4D5D-A3FF-BDCAF0CA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&gt;8-10%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2DBA37-3F0A-4FC4-A662-51A6CE1A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066AC3-F557-4411-8C29-8D714A91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195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переходить к paywall / pricing test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220E8D-4B47-4019-8307-EDE6F31A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27FA2F-FAD5-4444-9229-47CCF4CA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529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платящего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5113EA-8D72-48AB-88EB-873400AC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862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523DDD-B905-4D37-9E11-35395A64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529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&lt;$4/мес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DA44AB-9CD3-4D67-9E79-92893A4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862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49B1333-BEED-43F0-932C-141A65EE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529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&lt;$3/мес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C19A3D4-458D-4286-9BF4-07E81E6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862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780931B-BD47-4FEF-8A75-0CAB67C4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не убивает маржу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8EC1C6B-A0AE-4509-9337-2944E4C4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85FCE62-F42B-4C0A-88CE-026E6E52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863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активированного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1128F6F-6C33-43B1-935A-D85B711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C430F49-D85A-453A-884C-25323589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863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0290AE-8B09-4F1A-8B8B-5AD7F0BE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9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11245B3-D5A4-4F0A-BAA9-CAC81A18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863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 при сильном LTV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DC6100-3434-4265-A4AC-F791BA4F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196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847D836-07F8-4572-896B-3DBE2095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863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начинать маленькие paid tests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C4C42FC-CEF7-416C-BEAD-89BC9679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905500"/>
            <a:ext cx="904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1BCCD19-95C0-4A00-8F4A-745A39A6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81700"/>
            <a:ext cx="866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Эти пороги превращают презентацию в систему решений: не “верим в идею”, а проверяем конкретные условия перехода дальше.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980FFD-1F91-4E80-95F5-846E9270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2908732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B7FC88-B72E-4F21-9CF9-3235E04B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55BA6-D8D0-4DA5-BE91-5C4F570C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40272-6EAB-4D06-9001-D6B18AA7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37B01-61EB-4F5B-9442-89D1C49E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07FEC-F8B8-41CC-A1CD-5200E51F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A1922-D2AF-454F-B2DE-44721DA9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67D7F-B92B-41C5-B894-A6E94F5F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681086-36A6-45E1-AD95-6D7CE587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34F19-44BD-40CE-9A65-D2F33C38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41656-4EDB-40A4-88BB-B9E7384C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EADB7-8240-4751-A7D0-5F822867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1BE3FA-DB4D-47CE-989D-045F9610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297EF-8A67-415D-9E2B-6DC6A6F3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1A9661-3E1D-4B73-9E41-5CF82939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EB14C-EEC6-42E5-8446-DD635B0F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E23E2-9535-405E-B6F1-7AAE2F8E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231629-A684-49C5-B5D0-1F001A87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B6E805-9B25-4AF9-BF39-471D4EE6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EEE0CD-1C28-4EEF-BFCC-AB3F235F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7FBBD-9A2B-4D01-9DF7-C360F37C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E22EC-1CD1-40A6-B03D-C351FD53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528F83-B893-44B7-AE75-80FCC00E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2D4F4B-7714-4644-B73C-6CC4DF21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D2E605-5D7F-451E-AB2C-B9929A2D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AF9F4D-1AD6-4BE0-BA41-96341B47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FA39BF-D86A-4F11-B689-359A8AA7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5C8060-556A-4CA5-B7D7-38D5E9B3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B6514F-D4A6-452D-97AC-1C8D2818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552F97-3854-4F72-869E-2AF07F83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00ECE6-932F-46FA-982F-DFF9A4D4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6D4E24-79D0-465B-A069-87A7CF8B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10E3DA-E5E1-4361-8A3B-5A7DA167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EF003F-DA4A-45C4-AFB1-9FE88A43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79C5E3-5D40-41D6-917A-C25A98E7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A55F73-5369-4E07-96D5-FF94A368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2417B3-BAD3-4BB5-B0A5-76509A87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6C2E61-CA66-45D2-909B-3FEB607B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607D68-91CA-4035-97B4-4072428C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73F64C-2296-4E13-BEFD-B09DDDCB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AFB1F6-9AEE-4182-B0FB-F7F0193B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ABC58F-7233-44D1-ACD4-F8F9EA2C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621099-CC25-4B92-9A53-BE0E23FE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1171F2-F32C-4E65-97BF-4308D19A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DC721E-8ADF-4424-81C2-AED42C90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7247D7-E208-48DA-8C92-DBFA7A10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44D148-99A4-4FC8-821B-C73C6BFA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1E6B71-970C-4241-B69D-E3A16729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B57CEE-1E87-4FD4-BCDA-93DC6508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079709-8C30-4185-8537-F28C88F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7A8B11-B69C-4789-AC33-5AF04056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10E756-25D8-441F-8B78-8070F054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A4B7B8-A5C3-4DE3-8277-ACF49E5E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C85058D-89D0-4AA4-B366-8196E6ED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7CE0D9-9A44-46AC-A54B-2754598E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25853AB-E62C-43B3-9C70-A2AE424B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936B08C-35E1-4E9B-A3BE-ADF5F212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5093534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48ACB1-45EE-405D-8A2E-C94E0F05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B57F99-66B8-4229-B7FE-13667FE0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F4B3E-9B53-4A33-A546-2BB7C292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B4303-BB29-49AB-9DEC-A0912C77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CA9B3-BA8E-4447-B443-6D993275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0F3AC-08D8-421D-BB1A-D72585CF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AF05E-2370-432C-B86E-0EE811E8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09700-B948-4755-958A-A3D0F19E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A8A4AC-0706-4E65-8A55-ECACBBD1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5B44B5-4E79-488D-B8BB-C2DA96F5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EAED8-5C60-46FC-A852-E963A22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8EEE3-CCC9-48D1-B643-AA11118C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C38F6-D74A-4116-A5F5-0E20AF39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C5B4E-FAF6-40FB-857E-BC610837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DFBF1-81F4-4483-96C0-E3A08298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356FE-58AD-4136-AC21-86A9BCD8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C5CA66-0462-4B06-A434-16804B3E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A5A52B-543D-4F4A-AC5A-42DABDFB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CDDF5C-84B3-4697-9139-F7853409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E4CD7B-B67A-4B13-A18B-A704A535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AD7AED-C84D-43F7-8706-9492126F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BF5CF-614C-426D-BD45-B505431E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2AB3B9-5A6E-4914-9B4F-56F591A9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C8FABE-746F-4267-B96C-8222073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0A8B1A-9D44-4257-B45A-C419F3A7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7F2980-E163-419A-B564-99420813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4DE5F8-1B7B-4AC3-B32F-32342E42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D74A1E-EE04-4934-93A6-3AE39CD3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6D3AA6-9D34-4B2E-A246-C87AFD6A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1FAB11-5A29-4D6B-9EE8-E941A433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7089F3-C206-4DD1-8E85-8EC5BF10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147F73-D7D7-448B-B95C-124A17DB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F19214-E061-4EAD-BCB4-959E116B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D949D8-7318-45F4-864A-74087CEE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FC07EA-EDDF-4E1D-B4D1-903A8CBD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314E49-97CE-4FDC-BABE-A212F060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2576D1-C471-4E8E-93BE-5CC0D084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D8DCF5-69FE-4EF6-B0BB-09AD2973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39DEBB-DD48-436E-86D6-0C667F4B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D41E9C-C406-413C-8466-375B2C93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33F0BE-EC9C-4E6E-B88D-9809C8D7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9829E2-30A4-4F68-9C06-3F58E582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DABF24-066A-4D21-BCAC-D927E160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5AD316-8977-46F4-BA6C-7009B73A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0AF98D-6135-484B-AF3B-10636D35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DD0950-8B89-4A84-BB8D-7B8A3C7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2EFF3E-73B2-4589-9446-7F7D9156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A8D3B11-FFF9-4DB4-B21B-39823395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60202C-8959-490D-9419-EB2A0019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CE77E52-3977-484A-BC67-C0DFF012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000C40F-04ED-43B4-8473-BE2915C0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4971D6-A0E7-45ED-BF0D-7BA10BC1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1C89773-FA38-4360-AC6C-88BF2AC7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D913740-6E41-4C3E-818E-C6F38136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8FD475B-488A-4149-89CD-58331A51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0875256-2634-4E76-BF17-E4CB69F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1C4238D-9B2E-4CB1-9561-1B06FC81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1601981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E822F1-791A-4D6C-81E2-84B20893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2F0EF-5B2E-48B5-92DC-6E769F7D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E727E-1DB0-4C0D-9958-3ACC25DB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A9C53-5A87-459C-81B8-328C0A92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0BB17-707D-496F-9FBA-0AF0BB8D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данные конкурентов значат для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B2D0C-BEBB-4459-ABAA-9EF47E4F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8EEB2-8AA5-41A1-A43E-8BA2642C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89C43-B5CC-4D86-A255-AF42375A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MAU, платящие, конверсия. Смысл: какие платные поведения уже доказаны рынком.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4930D-6662-4852-B3D9-C57DA968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CF4BA-162A-4D56-B02E-E4ED8CE1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рынка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5119B-FF45-4EFD-8F40-332B55EA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BA12A-3789-4DCE-BBCE-7DC62EF5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видно у лидеров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608B37-0767-4DC8-90D4-62CB08C3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C58F5-43EF-4B8C-8D23-353D5EDC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EAA470-A2EB-4EB9-80DB-322DF0A5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49DDAD-3509-413C-99B1-97A2FA3B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CBA40C-1DCF-4BF3-B7E4-B3BFE71A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0EC686-46D2-4784-B9F7-B53138B9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работает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F7003-2EB7-43F5-9A75-F2E5BC50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09FDD0-832B-4830-A223-AF7AC00D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астро, mindfulness и AI companion продают $9.99-$14.99+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7B0092-47EA-4562-BF8C-CC17339D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A52078-2BAA-4678-8E1E-EE631D0B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тестировать подписку, но не обещать безлимитный 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FE109-A622-4130-AAD4-B143816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52344D-EF8F-4FEA-A07F-C6901999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Visual Plus + annual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3A8FB0-9B05-46D8-B858-27862EF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6B54A9-9CD6-4CF1-BC0F-89C8C79D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не магическая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F218DB-085D-4FD4-9D91-2F32421E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281130-E9ED-48D0-8980-B6773889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proxies дают ориентир 2.5-5% paid conversion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7F3E1-3F26-47A4-986E-79E0BF22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0DD570-127E-4754-BBDF-A502B51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экономика должна сходиться даже при умеренной конверсии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8E2DD1-CDC5-4B8C-B08F-B5DE5236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E3764E-BF6B-4948-AC0C-492342F5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считать free-user и break-even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A50EB9-662A-4687-9A3A-DC937656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3CC916-F27A-4937-B7DE-BC523FDE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дорогое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522BB3-B408-41B8-8294-33E8ED08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3685D0-9734-4D2D-8AE2-83708B1A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дешевле Veo, talking avatars дороже daily images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530E3C-D07E-456A-A980-FB376F4A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720572-E340-43AF-85FE-BE071049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должно быть premium moment, не бесплатный daily asset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8CF09C-9B17-4F1A-837F-BDF2F0F6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BD24E1-379F-4C39-812B-39F5F646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 только в Visual Plus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A4A385-6614-41E1-B9A7-D32A47A2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15591A-BC09-4F7F-A40C-5FE566CA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широкий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8A151A-8B3D-4E42-B333-D9F8AF66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840827-4DB0-4B68-B2FC-3F6FEEB3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TAM/SAM/SOM есть, но вход начинается с узкого ICP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53EE9C-63EF-4F6B-BEB1-25FBB89A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F2955C-7849-4682-AEDE-05972B25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капитализация появляется не из “астро”, а из repeatable weekly ritual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7D6C3D5-FA95-4B49-87AC-3BBBE322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E8BD12-6862-4DAF-BADD-3718B0DB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доказать loop и retention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2EB728-AC16-42A2-800D-9319C3F3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конкурентные цифры не доказывают, что AURA уже бизнес. Они показывают, какие цены, конверсии и ограничения нужно проверить первыми.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0A115B1-DC08-4BDB-B969-9E08AFC6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5572382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E9009F-761A-420E-9312-4FF3FE84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C7C65-27C7-4077-955A-7E4F5AAB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68F80-F6E1-4A2C-AE18-F70D3B3A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3E669-CFC0-49B3-96CC-412E8A0E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62E5C-A1D0-41F9-99B3-EC093D15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9B94B-239E-46B6-B831-53FBBF36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1C57C-75D7-4BBC-AB7D-0A6CB336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79639-E4F0-47EC-8C25-EF7D1702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67746-DC23-4419-A4CD-FAD1DB4E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E1CD6-3FD5-40B7-9888-97A52E5E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7B7D04-0EE0-4E66-BD3B-5AAF10F3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8C8A42-4280-45CC-AA0A-ECE1F654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E5DA6-F23D-47F3-87C1-631A1E50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79BCD7-BA72-4C8C-9E23-CCEE0AD1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AB049-D5EE-44B4-8485-A0E0A924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44ECE5-CBC1-4BAF-B26D-32000B16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307DCC-F995-4A29-A415-359AD5CB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98D5D-BAF8-49E7-999F-2811BA93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71678-878C-463C-8C7C-D7BDF806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1FE3C3-316A-4386-9418-6CB61D2E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C1FC-58C7-4694-BB37-66936FEE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FD60F-6AAD-4627-AC52-24A07005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27DD76-73BF-4D5A-AF5F-1987BECF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E11D8D-AEFE-4414-85A4-012649B5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B49936-2805-48CD-84D7-4CCED9C6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062672-C53C-4DA4-8970-61A89B75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5B08EB-656D-4FAF-A1E2-3DEAC4D7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08C067-14EE-41E1-B764-FDE8CFFC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9A0811-B1D6-4312-9B38-502F7236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3DAEF5-DF18-4C2C-8E05-3EFE8F44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221D57-56A4-4756-AC2D-CD0AD5F3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975784-3997-4EB3-931F-ADBE95F6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A59FED-5176-4902-9D02-038E4B5F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A2DAAA-896D-411C-AEA1-AD425893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DE8C8C-DC7B-474B-A952-6F468CA9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18FEE1-075F-446C-8F7F-6F6C8F52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62BC2C-B1DE-4A99-AA03-B89FEF4B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52439C-D62F-48B7-ABD4-FEB0DBFC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71E0E9-02E6-4341-856B-CD4A6F17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D76792-E1F6-4A41-8E07-A9C45062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4D89C7-687B-42BF-802F-C3026B49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4B488E-7A96-46D7-87F5-A536F949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C2BA7A-BA0A-400C-9ED0-3CDA5929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C49453-600D-406A-818E-E79BDA0E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51BBB1-CE58-42A2-A039-07F8E337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95EEB0-DC4F-46B5-AD2B-BF1800DB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EF196C9-216F-44E2-BDB9-F2FCCE72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CB3CE9-48A3-4211-9871-04C22184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4EECFC-EC33-4FB1-BD47-1376013E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B4DED3-C7B8-473E-A6BF-DBCC34AF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DC35D3-0213-4A05-9649-8021EC57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48266F-A8B5-4E9A-BDF2-86BE479A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9E86D4-A8AD-4515-A9C2-3C4C48F7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23B08D8-D6CD-44FC-87A0-8E803B17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39C783-C0AC-4A9A-86DE-C8B1F841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6C6D64-5A96-4514-84FA-0517719D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3866063-F053-48E5-B302-1F06E0C3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43F213-9F2C-4198-B10F-A1B74A42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1E013E-CC50-46E8-B9C8-4E696AD5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CD0AAE-21DA-4E43-80FE-12F40E27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4DC486F-4015-4E0E-842D-149A4166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E962B8-BBD6-4CD6-981C-78EE3E31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0266D81-B688-4E38-BC11-D71F92FF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F16FEB0-9B6E-46B4-B7E2-BBAA87E5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94512A5-4907-4CB9-8D6B-B87839E0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8F36AE6-254B-4127-8890-55D6CEE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E4E1D34-3BCD-4F64-AD88-EB663342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87713397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FE165-E0EC-4B34-8C85-627860CC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9F0AD6-0EF4-4178-B450-460A9A96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68FDD-BB51-47B7-9E84-12693FAC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DCF2A-B505-4A8D-99CF-560093D1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8AB83-5D4B-45FA-A590-B9B9E658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3785B-A778-4290-9567-BA28F748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C04DA-9B05-422A-A0EE-A3647F15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184F7-2BAD-4223-8FAB-B715A5DA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диапазоны conservative / base / strong. Смысл: какие предположения должны подтвердиться.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F5C58C-E545-4108-ADB2-26A74002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1A69A-B42B-4803-981D-F8D990E6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601CC-E194-4A03-9A6D-8810DA7E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3256C-81EA-4EED-AA48-767F2666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0C1DD-6B2A-4249-99FE-EFB1E7C2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F68B6-5593-4149-BDBD-FC8FF6C4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C1CC5-EE98-443D-808F-214D9ACF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EEC1E5-F3A4-4881-96EF-F2635E3C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CCAAB-19A2-4020-961D-A7081EFE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887B3-2432-4E3C-8AA7-03E307FB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C5CE8E-8B23-466C-957B-1FAE3393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84538E-0C8B-435F-97BD-58851B41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CB68AE-A9AA-400F-84D0-03D37FFB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EF6636-1D0F-4F94-A63A-20045152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0CE1D1-9A41-4DAE-8EAE-9B0234AD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BE4458-CA69-4300-A434-700574CE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454D60-5A94-4D7D-BD2A-DCA9B44D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0886BB-1FEE-4E37-A90A-34BB6EAB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ED82C-611B-4BBF-8EC0-124613E3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EBA534-57B2-4F3A-9E26-3A3B9035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AA95D4-D353-4A0E-A410-3F409265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B3CEBB-566D-44EB-9DEC-40FC8F0E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C97EE9-79DB-434C-BD50-A7F18D56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6E5BB3-63F2-4DA9-BD71-EADEDBBC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82FDBF-13A0-40E5-B614-D49A11B7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C92E79-9AFB-4072-91F1-3F3E603C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DC1C47-F46D-4E85-9ED4-43BCCC7D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553439-27C9-480F-AFBE-5F0DCBC7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E1841F-4EB9-4A2E-BE27-AC670618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B6F189-8298-4E9A-AF52-5C768982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D91678-927A-4231-AB75-200577D4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9EA7BF-D4AE-47C0-9774-952FF024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DC7E1C-5727-4215-8D1A-AD9471B4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F059E6-1E86-45BA-B4B2-1ADD6417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9AC879-ADBC-4DB2-BE89-056C3AE4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0DC812-D6A8-4278-B4DE-236A30BD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7F9031-98F3-41DF-B302-B8409DBF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BEA799-2BA6-4F35-917F-AC461E5C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125364-591F-42E5-9A27-BDD63B24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91F737-283F-40D0-837B-CAA118AB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34B86C-5DC9-4B77-BD56-F9A1B3C7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58F29AF-2CB1-468F-9B77-2E5C7682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55D204-62C9-4345-AC45-AFC143E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3FE5C8-0357-4147-9931-C48D3544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3861971-32FE-447F-A49A-503C722A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D1E571-6AD7-4077-AA77-93FA8A38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5D1079-9112-4A3B-91BF-BDA17795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8FF0CF-B4A2-4BBE-9C29-07DE4B10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D23015-F71D-424F-A0BA-FE8C254D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FB4E48C-846B-48DC-83C2-2C60D021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7A21F5-176A-4A08-8A05-E9B40739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E1E7305-954D-4362-A3B1-2E011C74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4F63DC-786D-4F8B-A9F8-7A9F9041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1507E2B-A72C-4A1C-9E02-43D5D82F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3C5120D-C2C5-4663-8174-6749F156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0B1129-5652-478E-BE95-C721690A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73552ED-F867-4402-A5A1-04BB7E4C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65CB5F5-E3B3-4F66-88EC-EF90CF0D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2629E50-D459-4584-A555-54B65E72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4501661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1CD6A2-3ACC-40F9-9154-AFE2C0B9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86126-285E-4608-8926-0A4A06D9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DE289-66B0-4D1E-8911-37B7E02D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CFE1B9-06A6-4B98-955A-34376F63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B20F7-9640-498A-BAD8-489A3A5D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4F110-554D-45EE-919A-FFF0DE00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3206B-2B0E-4A6B-8DEB-0D50B0BD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71CF9-FD41-4C9C-B41D-A22E3989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9AC12-2919-4D2F-8747-7CC96410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2524125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A0D7D-175B-451B-ADD5-F66145F7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A9D5E7-0DE4-4E18-95BB-A596EC79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7646F-D2D4-4126-B33C-031669BD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2B66B-6AC2-471F-BB93-28F099DD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28065-89C8-4B73-A3CD-94097565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08059-8A2C-4923-9A94-20490CEE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35CF07-E78D-4B62-9B5B-3B85B0CE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1B89F-7D66-4F09-9A2D-5D1AAE20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BB971E-7457-4563-843D-7F4BA198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278B19-27F9-4039-9170-F6CEBC5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17BA04-97F5-4721-94F8-DDCE5A3C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051C6-F06B-41B5-AB80-D2220B10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71DEB-75D5-4864-92CA-5655AB83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CECAA3-A363-4F7A-8FF8-75380181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E19F15-4327-4A90-82C7-7D2F96B4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5BA62-A981-48EB-B616-106B079B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0DFCFD-94E7-4F22-860E-C0B8BA43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02AF9F-C029-45DE-BA8A-081273D6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B0540F-A38E-4791-B184-9081FF8C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07A160-8703-44D9-B358-4C8A646F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EA9BE-1CD4-47DF-932C-7E72EA3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28B81-00F7-47AF-A626-FF7AAB99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266444-CCF4-4B2C-9B91-326006AB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218BAF-A589-416D-A6EC-399B9B78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AC6ACC-F4B4-4463-AF56-EBF76394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A03EB3-0AFB-44EA-8F61-FD2E29D0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419636-6BE5-4675-BB92-F7DF955B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9997B9-E5A3-4598-BA9F-40AF4293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748DC2-8DCB-44F4-B5AB-83153411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B2766E-E199-4DD1-BE39-C7B5BC8D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8841F7-7846-40A5-BF02-92B064B0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33FD02-215E-45AB-AA36-67AA1E08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60484A-A743-46CE-A4A8-E34A32B2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909202-379D-4E7E-BFCC-CE7B4DD7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3BE54A-9FF9-4C8C-9363-30823642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66C845-C127-4881-A7D2-293B31F0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00AC9C-B1D1-4AD1-B632-5C5167D7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4E59CD-1B62-48B7-A202-D2775BA8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E5F106-93CE-4416-9139-6AEA5EA3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93DE9D-8481-48A9-B504-6E3B1DD8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F8155E3-70FE-4BCB-8D04-1CC74D40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4C9614-74BF-45AE-BE24-9E3F73D1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C0E66F-CB39-4B97-826D-68650D99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5881B2-8C02-4677-AC16-84C6B8CE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741E533-F495-4796-B288-07A1F6C6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FEF6753-119B-4EDC-BA71-05797989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6E920F-85AA-44F0-99BB-D0B3F3F0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AEFA72F-2733-46DA-8722-0AC475F1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7EEBC4-51D3-434E-9843-E288D0A9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5D8C0EA-57EC-4008-9878-38A16848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5CF56E-BEEA-48EB-9F69-AE25EFC6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92D1BAD-BB13-44FA-96FC-0208700F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43A22DD-FE2D-41C3-AA23-0217A804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E6DA091-1040-4F48-8F2B-889D044B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955CA9-BA1E-4E30-8F0E-15D6041A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48336A-5A61-4878-9AAC-BF8A434E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955A146-2DBB-4B91-B98B-90609F29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9EB79FD-2D6A-4B37-A4C4-F47C7409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AC410C-2964-4637-8BE5-8C45BA6A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83A713B-150A-4D67-9E26-9B28B007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6F71F87-A59A-4304-8958-25BCF5D5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7550F4-4EDD-43D7-82BE-563997EC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5F1D9D2-A0BD-4F9C-933E-A1D07E9E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FE1884E-7329-4BE7-9E24-DB128C50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A03BC8-C2E1-4E82-A2DE-A62AC9A1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6C54837-5E32-4229-8ECE-7D962171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8FA4465-55EB-4E6E-8200-B01C34D7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1E4FA52-DEF3-401A-B234-93E5E5A1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00C18BD-C0F2-4D18-8FD0-EDF97A34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D9B7045-C4E7-4EDB-9E65-E415CC0B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F78F612-31F9-4572-9A89-A5AA7638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2C69AAD-2B80-4368-8F76-D4449BDA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D6FCF60-3C82-410E-92D5-24EF8994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B60328C-D86E-4821-8D89-48A7D066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A1390C-2C29-49EB-BA6D-5C9410A5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1A1B6AA-3DB3-4E3E-8487-347B271C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1583146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F8916E-D90A-47C1-BB13-30BEB643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DC23F8-4CF9-435D-9CEC-5CA44C2F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11850-AAF9-4877-BD9C-5ADD2E8A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F45FA-F731-477D-B465-7BBA8C02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1655C-952B-4E2D-B4A4-57FD6E0F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DC362-9F4F-454D-9084-B54DF0CC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2257E-4053-4610-A6F4-978C5CD8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CF90C-757E-46D1-9CD4-5BFB2F14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себестоимость free и paid users. Смысл: не должна ли генерация съесть маржу подписки.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4B715-9336-4F90-9428-55B0C5EE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95FC2-4AE1-448E-A92C-45A31DC2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DB7F32-8BEC-4AA0-9340-641C2BBB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09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49A298-7B9D-4C42-864D-F768CB37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76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B1DA-72FF-41F1-8B01-839AC075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409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76AA2-0990-4D0E-BC94-C498AE68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76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2F623-72A1-49F9-9662-5D1A1683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409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3E185-83F1-4358-9E0D-AF504A31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76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551714-5713-4DCE-94C9-F566B79F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8A6B15-C488-46DB-934E-A7AC52FD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43F0A-11B8-41D0-BB42-252CCD59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5557F-11F6-4B47-AFA7-EB34CC46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720FAF-26F4-4F5F-B338-98E98337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95E50-57DF-4BA9-B9BC-87998044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47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796FE6-0EA1-4743-8FD4-F717C61E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81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1F1C5E-6CEC-4523-8849-43DB98C6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47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F3FDF-A6EE-48BE-B996-92B8D90F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9BD40D-76BE-4BF2-B47C-80080FD1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19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32B57D-B9AF-4043-8387-BBE041A0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52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7E1543-3EB1-4498-8A87-E5D75825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19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7B14D4-D70D-4440-85BF-89344859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52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C2055F-8E20-4FFC-AD5D-C655EEA7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8C7C84-8DF9-4B3C-ABF8-0B9BD05B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52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D4DC89-ABD6-47B6-9FF3-87B5895B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19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13E6EC-63BF-4861-8642-CCA6ABD4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AB8F88-8358-4543-91C9-9BD36BEE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58A1DB-C5CB-4A90-B055-8AF770B0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24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75E3B4-5828-48DA-863C-C086EAE1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90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0CCA2F-0608-4EA3-A98B-AEA3BC3C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24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023B6-8433-4B27-9603-5FE5C01C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90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077E0A-6F3A-4E99-92DD-B321BBA9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24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08E126-6E64-4B3F-B8EF-0D0E5213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ADB615-6181-4725-9467-553BC0E8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95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B4B2E3-6F84-4DB0-99EB-10176E98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62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90C14E-0EF3-4904-A9D5-02697755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95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AF8391-8356-4E19-A03B-5A57D2E9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62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B7D7E2-E640-4552-92AA-C939481B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95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B6EF05-8DBA-4567-B28D-B7424B56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62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A1B1B1-5732-4EDF-A54E-F44B9925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95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C1B63D-8D68-41AA-A49B-42156007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62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4087215-1DC2-4A06-BE0F-F877F774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EC15A6D-2905-4CC7-BC92-34E5F342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F12A3C-9D0C-4186-A18C-8A9327FE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82C3EC3-E0AB-420B-846F-985E9895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610FEF-F513-496F-B30E-9E32A1C9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AA8E2D7-B473-4B52-9E83-C22958B8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7E645A7-A863-4DA5-B5EB-27F5E3AF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0C8C0E9-661B-46DE-9378-4824B6A1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E70A964-FA76-46C9-A898-EC049981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38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5D1B4E-43DB-438A-BD4D-4804B484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05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12CE80-120B-43B0-96E0-4C5115B0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38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6C23F6B-BAA4-4F02-8DB1-D0200507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05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608DE4-A2A0-48A7-8B3E-15102402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38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BAFCC19-7BB2-4937-9705-97F4E59B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05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B42456-36BE-4578-8978-A5F9B90D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38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CB64DC-09D3-4220-82A7-44F9BBF7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05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3E501C-FCBD-4A70-BAF6-C33A9A99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F1ACC89-0564-492F-AE72-3709BD10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5310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881E23A-B667-4BA9-8D4D-FAA06507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6708849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9FF830-94AA-45DA-B9E6-B382E1E9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1BEBA-3637-4C5F-89EA-62B61D74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EA5DB-FE1C-4381-8859-0A833139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F08A55-CA44-4949-87D9-C154CF45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A6696-E6F7-43BE-A861-117D9659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Финансовая модель: главный dashboard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3B6ED-A8EC-426B-8E1F-FC49510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1497A-37DA-412D-89A8-DF9D8C87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BC453-9439-4285-A362-6F0C2B9F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BCCAEA-3F3A-4A92-B7D0-D8A69F7D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8E626-1D9B-40DF-A89C-3C9408AD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Фаза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E70C7-9340-478C-8FF6-14B5224B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50C8EE-A789-41DF-8051-F5438210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визуалы, лендинг, 30-user cohort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23F86D-29E1-4E56-8337-39631F88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DD976A-F918-4E6F-8680-3E2F15CE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Pre-scale runway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F3D33-E831-401D-AD66-758111B4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€80k-€150k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D76C61-F75A-4F08-AAB3-CCF56F9A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бережливый бюджет до сильной MVP-проверки, не весь путь к 150k MAU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CB3471-8F2C-4E07-B227-E3EAAEDC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11EEE-B5E3-4302-84AD-723D541D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Base price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9BED7B-D673-49BC-8AD0-94BC94F0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1AC7F7-7EB9-4E22-B6A2-4353D71E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основной тест подписки без перегруза видео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37728A-1C3B-4D45-861E-09827CE7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7B6C46-AD93-49AC-9EBA-BA8ACB17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D5A1B-04B5-44FC-8117-7864677C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19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C7FDE2-DAA4-40BF-A06D-7083D4B5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4 видео/мес держат COGS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9F257C-369C-4A75-A0C4-0DC3084D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79A37E-2A23-443E-AA14-21F74C6B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Paid COGS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196C37-0FEE-4285-AC68-F69A4270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19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A9E4C8-4B74-4A9A-9C32-FF7B5BC3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 + 4 Runway videos + retry buffer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427BE6-AE4B-45ED-91BF-F5C83EE6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6CF898-305B-488F-912A-EA61E75F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Go/No-Go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8F7921-4654-41B0-944E-A2298CEE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71775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&gt;20%</a:t>
            </a:r>
          </a:p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intent &gt;5%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D21AC4-3A36-4ECF-B66C-30E58983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7185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иначе режем scope или останавливаем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C661BC-A60C-45E4-813B-A51BE716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FD013B-CB6D-437F-9328-043E872A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811E11-374F-43D0-B412-41369699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M1-M2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246B2E-1BCF-4A46-AEE6-18DAFB43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of desire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0D57A6-2C49-4EF3-8B7E-FD0A3AE5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50A24F-0CA7-4CDB-A28F-70C7148F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M3-M6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C52FB0-0D8A-4FF0-BCF9-0A8E8E6C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loop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66A1FD-6D1B-41F7-B3A8-59EDECDF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73F907-8277-49E3-BB11-F424605E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M7-M12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0F2C14-27C0-4190-AC5A-6A7634EC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73B250-19E0-4B5F-BEE9-E05E16DE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945828-A300-4C84-9E55-52104EA1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Q4+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06DEEB-6391-4C40-B944-23C50283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attempt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E5169E2-C825-4349-9F32-B506D4E0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53100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 — не “сделать весь продукт”, а купить право принять решение о MVP.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FD4D61-40B6-4DEA-9E36-0D21E3D0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3659787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504499-9785-43D0-9F6E-CE1FC311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04350-3EF3-4387-8448-B91149A1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B57A5-822B-46E4-B503-909D99CF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A8577-E5BB-4F22-8C4A-9737134F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543CBD-96CD-4FFF-8692-67C3148D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Годовые сценарии: сколько может приносить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0E61F-A03E-4DE1-8D01-D874938F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3A3D9-1040-4FE2-9B2E-EB696A5C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C972C-FF35-4388-8397-C91D0B3E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B88213-61D8-4ADB-85C0-CA80790A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9FB29-2793-43D8-B950-992F355B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492CB-AA40-4D2D-8E90-44827CC5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F9333-9104-4131-9452-7205E29F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391506-A173-4D46-820B-FA98C13C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CF8A6F-1374-4CDB-BF38-57FBE992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25B82F-5DD3-4A27-B2B5-631B1596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F1331E-03A8-4020-9710-FA20DABC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86B07C-9A60-4F1D-8538-73D26699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50663-534E-4C7D-8ED1-E3A9435E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4573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CFD785-56C5-4ABD-978C-C6A5662E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24691-0D7A-400F-83FA-C5BD226C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A892C-BA7A-4ED0-9A33-83D410DD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6942E-A57E-4F5E-B95A-609B7C4A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$40k-$120k ARR run-rate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B8F922-12F6-4478-8249-76B644E5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08FCFF-99E0-4F97-8B79-16E121F6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$250k-$600k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7575A1-00E4-44C1-8838-E7D02CEF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F85242-2A3E-473F-A567-490265E7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$0.8M-$1.5M ARR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45BDE4-D5EF-472D-9875-DBE1FAFF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F75706-A6AD-4296-AA5B-CEAB94E5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маленький cashflow-продукт, если CAC низкий и команда компактная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A681DA-879B-4699-9BFF-B9E4EDA4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333D8B-6ECB-44B6-9A76-CC71E4E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C0F383-302D-453A-98DE-5FB24BE7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EA3E8E-E2D9-455C-9C5A-4D232AE9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$150k-$400k ARR run-rate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CB49EE-E79F-4F72-8B8C-F0083887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3D328D-2DB9-4941-94E5-03D4EC49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$0.8M-$2M ARR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453E8A-7DF5-4177-AE65-EDA6B2C0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B7AA9F-5732-4AC0-8744-FDD288D4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CCB827-E24A-4FAF-82F9-55A2A573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9AD4D7-09F8-4759-A27F-09473FBA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строить standalone business или поднимать seed под рост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5FA12F-C64C-4A5A-A3AD-942C6594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4B367D-986B-456A-8D86-66170719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38CCB0-DD21-4965-88D0-2311A59B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D4FDBD-3950-4019-8CDE-337C4F2A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$0.5M-$1M ARR run-rate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7DF8EA-F9B0-4501-A932-A5EA8AE1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F138F8-5FEC-4C93-90BD-99806D6C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EF309D-0B8D-4AA7-AAE7-D6775E6A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1DCBAF-877D-4D59-85CC-6F8ABA91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$8M-$15M ARR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F0A492-7840-4DBD-ADA1-03ADFD1D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62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C29CC9D-82B6-416F-A5B8-CD8C3FD6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появляется стратегический интерес: wellness, astrology, AI companion, creator platform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7C4D6E-B177-438B-B9F3-7D3FF11E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65ACAF-985A-43CE-B72A-50E22012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95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драйвер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53CF38-336E-480D-90E0-2F893DF2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219A778-4AE9-4D60-8D70-AB491514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и понятность Canvas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D05153-4A0D-41D9-A789-185C3AFD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32B496-8E83-46E4-A19C-A9CDEAEF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annual + CAC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FF1F9F0-0B7E-44DC-BF1B-CAEC0564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83A77E-4975-486F-ABD4-DC78A4AB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layer + paid scale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C69AAC0-C0A3-4954-BD2B-C29B2F82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528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F1C205-9BD3-4F69-8E99-936EC589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95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рост держится не на “красивых видео”, а на повторяемой петле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575E82-406C-4A4A-8CB9-E756AA6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32746B-4BDB-41AA-9631-DCE16DBD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00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stop-signal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92ED925-00C5-494A-A68F-2C70B6E0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B00548B-C4FF-42AA-807B-46F21900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&lt;20%, paid intent &lt;5%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5A3F06A-472E-49A7-A4F4-B6638F91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B55B418-E6D8-406D-BE1A-A6FFD028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&gt; LTV, video COGS ест маржу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CFD5711-44A0-4C4F-9E23-4ED59268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27B6F1A-EF1B-4FFE-BD2C-DFA5644C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retention после novelty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851113F-0E26-45A8-A66D-63CDB489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434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3DC64A-A476-47DC-86D8-BC978D49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00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тогда проект останавливаем или режем visual scope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7E3520E-D2C6-43E7-B276-0A628CFB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прогноз продаж, а рамка: сколько AURA может приносить при разных уровнях retention, CAC и paid conversion.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15A3690-2F05-4F18-828A-78E2D62C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6812965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31E7B4-90F7-47B0-86B5-3E053A9F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2181BB-65E7-41E1-B8D0-0103592E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0AD35-C076-45C9-A3C6-8BC21D71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79B4-265A-4E56-8F15-BD032494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0296E-D580-4E21-91D4-6EBFD194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Сколько может стоить проект по стадиям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5AA83-EA64-42F3-9821-928B3F2E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0B10C-432D-4D4B-8DDA-2C0B89E6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7D1AC-CC4C-481F-A31E-BFCD01C0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Стадия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21051-EAFE-4FC3-A98E-7721BC67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61BC03-C8D9-4C19-8676-03D8017E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Бюджет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6C838-9168-47EA-B32C-B43196DE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D5ED1-14E4-425A-9E02-F2B9FD11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D5D6A-C089-47D8-B5B1-AACD52FC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5C8CD1-2A78-4D1F-82B9-50DF0F94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покупаем этим бюджетом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BFFF5-708E-4454-9E92-94298047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442886-81F8-4D05-AC3C-B118014F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1: 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D95817-6556-49A8-ABAC-C2E1E7E9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CB0C99-1770-4B2E-A6AD-7151F422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5F72EE-3DB6-4A4B-83C5-A68718A8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0561C1-75F5-4717-8606-23565854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visual examples, лендинг, микро-маркетинг, когорта 30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7AD332-B751-4902-AAF2-CA536833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11EB92-85B5-488D-B824-7827E9B1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есть ли спрос, платное намерение и понятная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83FA7A-0F51-45D9-9DA9-94C20F98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CEA68F-C7AE-413C-8D88-4053A059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2: MVP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E0BED0-EC06-46B3-B15E-CADCAB49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8E50BD-A91F-41AC-BB55-288C1BED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B198AB-430E-4D47-AD50-160D3AE9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DDC56A-04F6-496D-8BE7-537F65AC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MVP, вход, onboarding, daily cards, Life Canvas, paywall, аналитика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06BE8C-9F5E-45B2-89DC-E20DDD17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9B4A77-4E67-4F09-88BE-1F8978CE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может ли пользователь пройти петлю без ручного сопровождения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3CFDA3-0E5E-4A58-B755-455D6581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F77F32-7F8B-46EB-8A65-1EC89759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3: запуск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0CB23E-64FD-40D5-B3A0-5E86C442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BDC947-9595-477A-9E0F-A4269C8F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€40k-€120k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3B9C57-2E5E-42A7-8980-FC90001D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490C3C-A11A-4268-B447-633B166E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pipeline, billing, CRM/admin, creator pack, paid/creator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E2234C-9CA0-4D1A-A735-18119498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D26B7A-C72B-4567-9B9B-6D76BA07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сходятся ли удержание, CAC и себестоимость генерации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73226F-2A72-41FC-BC8E-26038C6B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FF4892-D0AE-42D6-8833-536B2CE9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4: масштаб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20A184-D99D-4C0A-B571-E8F9222F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72C3A3-3028-4BDB-B4FF-4D53FD2F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€150k-€500k+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BD5247-2EC4-4C2B-A03C-9A14654C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BDFD49-D6FB-47C8-97DD-C159AFE2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polish, backend scale, content ops, creator network, paid acquisition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637E7F-C2FD-49EE-B3FC-08DE0557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FF1481-4F2B-49D0-B821-0F79B27F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можно ли идти к $50k-$100k MRR без разрушения маржи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6F62E-181F-41B1-907E-0B8DFB75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57102068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11B7A7-8C0D-4619-8042-872B61C3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E1BFF-82D2-4CA7-B607-EF69C4BF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32C7F-9DF7-4EE0-BBA6-C4FB3A22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5C5CC-72B3-4B2E-8437-E27A2A46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94C06-B7CF-4E3C-B8C5-66FCAC6B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A7F23-78F4-4AFA-9286-1C1E185C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80E5A-0A27-44C7-8F96-A26656DE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3440F-0D04-4638-AB76-71DCFA6F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E713A-9252-41A8-AC4E-7270160A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A6218-4042-4747-AB72-46906F20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5F428-4D3A-4CBC-BBB2-2211B93B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ADA4A-1E49-4925-838B-12164289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D0E39E-EBA5-4691-91F0-1F5DD676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AD519-96FC-4294-8124-A54BD44F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6FF1B9-E884-46AE-95FF-10CD00FA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159D48-65F5-47F7-98BD-1325CBD9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356696-3ED6-41FD-AAED-1AB9DC63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4287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737B8-0AFF-46A9-A102-264ACDAB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954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5DA1AF-8843-44D4-AE1C-425930E2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24BFC6-F7A9-4149-BF93-D02047C5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00E659-CDB5-4E9D-8B50-E4A607E3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A4B11-F7F2-42CE-97FC-18B73D90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987D9-2538-4A9E-A405-27311517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096025-A7EC-4876-886A-80C77CA5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9247FE-D8F1-4181-BD1D-F721E67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F8285D-C038-496F-9B7C-7E8E212B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3165B-B510-4CD8-A74F-0EFF6EF3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621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E3DB13-E780-4E33-B92B-0DBDF078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288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D2A14-3185-4F52-8420-2E29C58F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502B25-42AF-4520-B5A6-E08C5543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AE7F2F-2E71-4A82-B94C-8D792834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1B2B26-A577-4FF2-B3F6-37A7B727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BCE639-C177-41B9-85AA-67C52D9F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C706C9-AE5F-4233-8E5B-CC1AD08C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B95599-1992-4A62-A45D-5A5BBF70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0869B7-3638-49CB-9AA4-732B0F29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7F3F74-AFA6-45C4-8C00-B3F23970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955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27EF43-3AAF-4772-8722-BDFBD49D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622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1EAE7F-8148-4C5D-93C2-30D1B66E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61EB02-79E7-439A-9240-8F273EB2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751A6F-6FEA-44CC-B6EA-8A56026D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1892EB-10F9-421F-8917-CE7CDCFE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BFBBC0-1374-405B-9C0F-630496C0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BA99D1-0FA3-4624-9679-02E34955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B969BB-293B-4395-83D9-758AA110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00212C-D998-4F3B-9714-412417D0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68B4F4-47D7-4724-A5EB-F65B6BE1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289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516FA4-8FA6-48CD-9D3A-E5652C54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956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6AFBC6-16D8-474C-80AA-C28CDE75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8A0EC8-71F9-4F84-BF04-0AFCB4E5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1F1E6E-2BD6-412C-AED5-8A58684E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A6EA45-2807-4956-8B8F-D5C00BB2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F85AAA9-10F1-4FD6-986E-1125F356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42E35B-2F15-4C3B-A2B3-C6E3BA42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DC1DEB5-FFD7-420B-9125-A4AA9DD6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E66FE42-60B8-4876-A95D-ED1233A1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7595FCB-01DE-423E-9645-00EEB12C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623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4BD46E-6B2B-4EF5-9425-D9C8F0DE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290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2E07749-FA28-4C83-B38E-ADFBEDB9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B8A18C9-7B8C-4AC6-AC76-64984A8A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B490771-CFD8-4A43-BC7A-C3772C94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FE788EE-8E65-4F27-9854-20735B73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1B2EE7-5EF5-40EA-984C-10E44E52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1DC647-3601-4889-82BC-10CB90EB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9524C17-6363-45F1-A5B7-F4FB3ED2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FABCD6D-30C3-4326-821F-3BCA5E9C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65E5BC3-3B51-4C5B-8B66-3ACBF04E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9541E7A-6D1C-4A21-B3B0-C7ECD65A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624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9C284FD-5020-46FE-ABF5-BB510450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7999B5A-7B89-470C-8493-0EBA47CD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3F1C986-54A7-4555-AF8A-B0021326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C071D63-BD2B-4A99-B7B7-6CD4CC06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BDAD46E-D78A-4BA1-A29A-8E9427EB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379B78D-EFEC-46A9-ACB9-7C9F182B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2681B0E-DBD8-4035-B70E-633C2AEB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F5E8B24-11E2-4219-BAC9-01F5BB56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D171D32-25B5-41FF-8E03-789B55FF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291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A57A26-24B9-4435-8730-328FE1B6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6958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D9A5329-B4DB-4BE9-A3A1-4AF34205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E1D409E-E0AF-4900-A107-E9B7A952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9512691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F7CC7D-BFDC-470E-90AA-507D7E34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21417-D82A-4FDE-B33B-3E9F44CC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A0772-EEC4-426A-97AF-F303A4ED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AAEDC7-99D2-48DA-8977-C50D4F11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17FCA-9F4B-4F62-AD5B-AA74D757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 в Фазе 1: что проверяем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ED876-C05C-4868-A057-AA64D143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44FEB-F7CC-4C70-A0B7-ADC68486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506F5-2C02-4750-9788-F59D6579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C3442A-9C1A-4194-AF9A-DDBECA39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69EEE-5633-461A-8EC8-4F079167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EC81B-AD20-4037-933A-DE89FC65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A0A7EF-B47B-4FDE-B650-4609E0CA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1C7EFB-9A49-4B3F-8ED6-77706FF1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2903E-9303-4003-AD35-D5BA986D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делаем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132510-0A86-4585-A8B8-E73B3B6C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DEF70-3A8D-47F7-B6E4-292AB30A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стать понятно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2FC132-891E-416C-93DE-EFD113AD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EF0148-4116-4260-A8D7-48329C70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C76B1A-011B-4822-9E6B-B96BD148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C351F-C2AF-42B7-9B73-B6782300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€700-€1.5k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4A6CB2-BDBB-4CA9-9006-09DB0E10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2C0708-5DB6-41FC-B815-FE5A9EFD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примеров Life Canvas, future-self и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CB4BD-E390-4611-A5EC-0013935B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C6B9D-B324-4D6A-A0A7-935CD851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визуальный вау и понятна ли причинность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816DC5-5977-47B2-BB39-7F3815A0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E97EDA-CD14-4F23-9D5E-244455B0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0EB7FD-F345-438F-99D2-B2207073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18586D-D5DF-4C21-B6FE-EE5BB367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€500-€1.2k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ABB71D-C2D5-447F-AA79-4F62CC7E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DDD78A-CFA3-4B38-95E6-10070CC0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лендинг, price test, lead capture, события activation/paid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59571-1BDB-4902-A8E9-C7ABDB03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BE4473-4E6B-4EDB-988E-6614E6B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цена и формулировка дают signup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99C948-58D3-4BBD-AAAD-086AE276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7EC394-470F-4FD6-B104-448ECAC0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micro-tests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1AD943-A3E6-4619-AFC7-4ED190AA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31D2DE-8954-4F05-993B-1E3E4EF6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€1k-€3k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C68D67-AE1A-4637-8EDC-7807C367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55F1E2-A0DA-4BFA-B1C6-4C7A26B8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5-10 micro creators / warm audiences / сторис-форматы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318AB7-B468-41E8-BFC1-DC1309F6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D2C9F2-7D95-4814-B6FA-7312C33D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hooks вызывают интерес без тяжелой рекламы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07B9180-7F99-40C1-82AB-505DB69F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C26206-6F96-48F9-A24D-FD23369F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creative tests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555490-8EB1-4108-A943-D378552B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A99FA8-5815-4F6F-BCA8-6323CF50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€500-€2k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623F8C-D586-4582-891B-CE9CE5ED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96D3E9-C2A2-4649-877C-DB9009CA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Meta/TikTok tests по 3-5 hooks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8C89755-3348-4B62-868B-E4966244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C74F30-0236-4640-B506-8C6AD47E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visitor/signup и первичная конверсия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06F39B-AD47-48F9-BC77-2557BCEE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E602E4-8DDA-47EC-AF8D-80355D5B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9618BB-8152-4D8F-B2B2-DEDEBA15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B590C8-D953-4EEF-9638-979601FA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€800-€2k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0CAB548-C1E7-42CE-AB9B-B426473C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0BD890-53E8-401F-9C8C-820F7568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ручной forecast, интервью, paid-intent follow-up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3FDE20-52DA-4C5E-9A0D-85EC418F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CCC2457-93F1-4256-9753-7A30EE81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понимают ли users продукт и готовы ли платить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9C4EF7E-E2D1-45DD-9555-5B90C388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0668912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E7F37F-AFA9-4BAA-81DD-61706A9F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6CA21-31BA-461C-A6A7-3EB938DB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3C280-88FB-4A3C-B511-FE1D13AD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18C24-B271-44A6-8B3E-69C5231E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7365D-B756-4BEE-901C-43AEE5F6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C95D41-9FAB-44AF-BEA6-9C2C83D5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3C39D-35E7-4F46-BE1B-0207FC4E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3CF35-4CA7-4ADB-939B-7CC09D40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8420B-6EB5-4891-9B83-4E3287A0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B8DB18-A873-46B5-8C6F-CE5F6BC4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C3310-D34F-4103-BCD3-E1771CCF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DAD805-ED84-4F78-8FB5-D9731665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D095EC-B6B9-477A-B5AC-F30963C9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F1BFF-07C6-48BC-B3F3-2B6AC0F2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B486E-4C40-413E-8343-6BA8741A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FA403C-9E4E-4DDC-BC3C-CE1BFCF0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89868-7EE6-4690-B4A7-B82DE675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0066B-EF49-47FF-9F35-F2F887A1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B247D2-060B-4E2F-AF39-1E3256ED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99CC6D-B49F-4E89-942C-225F8C29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A140D7-417F-4918-AF52-8392E953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00C51-FACA-4828-9A4F-7779DAAE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B4539-2B1E-4E1E-B77E-CE102C4E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1695159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57B090-A2C6-49C2-B6DA-A9B842CA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2FF40-8EF3-41BE-B0BC-4D3BD220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5BA1F-2F34-40F4-9A34-10B4B1B4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7D524-4044-477D-9005-1708A2B7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6B592-392D-4EB0-9616-69FBC1BB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1: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88A27B-88E9-45CE-AD75-8FCF7485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207E48-546B-46D8-AB7F-F43AB791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52894-8141-46FB-AFF4-29CBC8E2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868C7-2C9F-477F-B083-40B75002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45028F-4ED3-46C6-93ED-0C8B4208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68EBB-5C50-4885-AC0F-EF3B62EF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E0537-7668-4911-8923-662D192B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301D61-5CC6-4930-A3A7-E06B8A7C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58F93-064A-4635-A684-FEE76BF4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B9AD82-6455-4B88-9553-EA2F45E2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978C0-18A9-48C2-88C6-1D825FD7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6178E3-844E-431E-AFE7-0F870065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1CB36-A46E-425B-98CE-23591D33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1-7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29960B-703A-4FE2-9C7D-BDDFA882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4373A9-3050-44E4-8BA5-5AD2E962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концепта, 5 visual examples, landing structure, сценарий интервью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0B3141-980C-4C20-A85A-8115FCD3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D4B96D-694A-428D-8469-3F48E2B0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понятность идеи, сила visual hook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EFF69B-E0E9-4B01-9634-92712B13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D6AFC-9042-4917-8ECA-194DAFC9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1-2 концепции оставляем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BBF120-427A-435F-8A2C-A972B76F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CD56B0-A20F-4E5F-BF78-4F5188CB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8-14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01685A-F0E5-463B-8374-0FF4D93E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AB7930-EEF4-4B46-AB4B-36D75D24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8-10 screens, prompt logic, first Life Canvas styles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B5ACCC-6B71-4BBC-B191-18F50C60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F6EAD5-BE9D-4113-B23F-509F3109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пройти loop без объяснений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78655-FF2D-48FA-8237-A1430008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EC6406-7AC6-4EF6-A0C9-81BEC9A2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MVP, что выкидываем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D0CB66-2ECA-42B5-8BF9-770A8700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E87F40-C1AE-4E1F-87C1-2CA505FD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15-21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27437A-1C67-4E47-B907-4E0EC51E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111679-63E2-494A-9A16-E4F2FD38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concierge cohort, ручные forecasts, first 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8FA765-F8BC-48FA-B26D-43591B0B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E7FA6C-1EF6-429D-B6E4-4AFFAEAA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D1, понимание Canvas, качественная обратная связь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400A8C-6E29-457A-9D60-6C45A3FC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623887-5BE4-40B3-80CC-65A4D720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продуктовая петля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43FCE9-B48C-41EA-B514-17BE4AE0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156972-2F7D-4003-AF72-6FE902AE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22-30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1FD21D-2A94-469D-8BB9-0198320B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4DA75C-09A5-47F3-9F98-AC939E52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test $9.99/$12.99/$14.99, paid intent, CAC signup proxy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BEC34C-16BD-457F-958A-56AFB97D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F110BD-D12A-470F-BF79-D8242D37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&gt;5%, D1 &gt;20%, Canvas causality &gt;50%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DC689C-D389-4A35-897D-596084B4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F21CBD-A826-4E35-8744-73B191EA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go/no-go на MVP build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41F61F-AEEA-432F-B1DD-17C79AAF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39099593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20DE4D-ADE2-4383-9FDC-E4E59790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B8A0A-C3C4-41B8-A7EB-30AEFA5B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2EEF6-1DCF-4AA8-95AD-378AE01D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40E26-3193-4D55-AB9C-76894188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12293-52FE-43D3-B686-EB72CB17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2: если Фаза 1 проходит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486C96-2439-44F7-961A-BFDD032B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E19E0-75BE-4A27-ACBD-664EF466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9D28C-FC3E-4048-845D-D6B22F8B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3F3CF-F22B-4445-BE9B-42D9D3FE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E13EDD-0491-4903-A1C1-D8485B5A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0DF65-3E48-4202-8F77-4A991249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7E67B-C78F-4DED-8474-C05A95EA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строим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2C624-8D77-4AD7-A65A-CA7C2E53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380FC-96B7-425E-9A56-40821442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Зачем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4D18C1-1A14-4A44-AE89-9BDE5508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F2AF71-42DF-42DD-8280-874D8FB1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A6F2CA-428A-4F46-81E5-F753275A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76761-0FC2-457F-85B3-308A0AA5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81D9DA-532B-4E65-933F-6C6345B9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E3BCA-6967-4133-91AB-2FC48D59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prototype, auth, onboarding, weekly season, daily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C7385-25F8-4D72-97AC-D8635B94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92D1CF-1D4B-4D96-A9E1-78078896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дать пользователю пройти loop без ручного сопровождения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4E3A8D-2620-4A85-9886-EA95F976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9B6689-F780-4A4D-A633-F998F852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 активных пользователей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6405CC-8D47-4590-B3D7-825CE91D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83DA47-A5B2-431E-A463-1DEB48D0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9FC0A3-AA3F-46CA-96E8-C403A698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4A044F-E10B-411C-BE94-863818CA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 prompts, Runway workflow, retry limits, COGS logging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241761-17F6-4505-8C83-B6527B66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3ED25D-D79D-46B0-A837-7E8881DD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контролировать стоимость каждого generated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829D97-D653-466D-94EE-38927A91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DCFD4D-B626-4D89-BAE6-0D95B181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paid user &lt;$4/мес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763164-D74E-4D59-873A-3E8BE8A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ACA211-3278-429D-AD23-832F3B71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886DBC-B4BD-407C-BE4A-364EFB48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419762-6BF5-4260-B8F3-E393744A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test, Visual Plus, annual, premium token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3445DE-DE0E-4E12-9FAF-A69AA69F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42F21B-EC28-4EC6-A77E-7DB71910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найти рабочую цену до масштабного маркетинга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B2B618-D393-4E2F-B105-65432BB8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AB4F17-21A8-45CE-989D-C66F6C6D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 2.5-3%+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076B24-578C-44DF-BB4D-D5BD702F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76B770-6419-4C7D-9A85-E6F12833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scale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1EA236-6BD6-49B6-AF1F-E3071DC8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E44925-31C1-48AD-9D9E-554BCDD7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pack, 10-20 hooks, small paid budget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A874EF-0FF7-4401-AB51-8F95FC6D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2FAA5D-6C8F-482B-AB1D-D6417470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понять, можно ли привлекать не только warm users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7AB0FC-6883-48CF-A771-9B10D0A4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F0C425-4CCC-4706-AFAF-18A974B0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в допустимом диапазоне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8B3548-8547-45BF-80C5-810B5439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558289-1AB2-4AA2-AE84-39DD1B24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decision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0E753B-2A1E-4536-ADD0-C22208F3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0288580-5A67-4F6F-ABB9-C7B99ED0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/ backend / analytics / billing roadmap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B1CB8D-247B-47DF-ACB3-9DB365DE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235C6E3-7BE9-48BA-AA8E-3BBA9C58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переходить от проверки к разработке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779413-D5D8-42C1-9B74-AEA17C80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538426-D582-48FF-986B-2C099F3E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retention + paid intent сходятся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A47F688-ECEE-4F57-B6DC-2B5D6E92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007556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EF70F1-9882-4EE7-B8E7-11619222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49CB4-B426-42D1-B1AE-0E687828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31619-3526-4520-92F6-7D0A2863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03EBA4-9BC8-41C9-8F05-5F7AA808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D7BB3-EEFD-4CA0-A40A-B36EE456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Scope продукта: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D809F7-14AE-4FB2-B1E1-0DB1BF66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CD951A-C7D0-4502-8D5A-E0B37766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A82B5-4477-4D60-B75C-1CF5C2D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6AB931-D564-4199-9DA9-B610F68D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602F1-70DB-4B53-94ED-10B0B8A9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7AECC-494C-4E4A-A19B-39B6090F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06ED4-2EEC-4138-B4DF-D08CB2CC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60DAB5-B6C7-49AF-B8F7-79EEE7FB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E4BAF-2714-4BE4-8950-FA795266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F763A5-4169-450D-80E9-7113709F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A510E-D19D-4FF0-9935-4D56DC77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7FA3A3-23E9-44B8-A715-1BA593CC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67693E-D759-4471-8548-354ADAF8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87A792-DD1B-4506-84A6-C8F1760D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2105FB-3BE7-4425-953F-6B403D12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5FCCD6-E752-4103-9528-14ADE31D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DA85B-1C36-4908-9831-20EA698F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и deeper memory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582B4-1889-4580-90DD-3BF768B7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ED3327-E5D6-45F8-8BE3-FAA28E57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нужно доказать causality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47140C-2786-451E-A2FD-A1C2BCE0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42624A-61EA-4589-951A-52D0C3DF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DD6F0F-18B4-45ED-8D32-961B7036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C5DD2B-85EF-431E-ACC3-462DE43D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3B774C-1CED-4744-A258-4448CFF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77F162-53C5-478B-8B82-DC5C1D46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AE4BBA-88FC-49FF-B98F-86B6FB71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59CDA2-29BF-489C-A522-839F81AC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дешевле и быстрее валидировать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5D6F88-77A7-43E0-9432-738473D3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BF1294-1FE1-4DED-AA50-F9F635E8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3E4ABE-A6E2-4898-AAC6-48723543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A4DD2E-2CCC-4204-A5C5-64516658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6A9A59-5787-459C-BEAA-2EC09DC8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8FCAE0-991F-4217-A293-E5CCB897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7A879F-705B-485A-A8BE-55738EF5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1DB5EC-9CE2-47AC-B720-92021EBB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B1550-5A0D-41DE-B25E-EC1E6216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3B64AA-E4F1-4EDF-BD19-F313153C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7E3A7D-E7DA-48D0-A404-0E675EED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571F04-6A1B-4017-9B6F-EC157B17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D5E684-DC4D-44EB-8A99-0C04AD0C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6C7642-5110-46B1-9523-6FB80201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60080E-9CD4-41DA-9690-945F62BC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7EFA05C-1287-4371-BFCD-E040F7A9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избегаем complexity до retention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217EB5-184D-4CD9-97B5-2AF4D6F1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35A79B-272B-4456-A9F8-787DF015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218909-3FEC-46C0-A28E-D5598407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FF7553-D281-4107-A6B3-FAE6AB63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C57749F-A427-4F53-8D0A-E73C5CC8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824663-B349-43DA-8BC8-19EE929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0D2CB4-01AB-4D7A-9E4E-F08E6BEB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AD630A-E96E-4216-B2C2-978CCA05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social network до доказанной core value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9AF5E70-8C62-4D40-985F-A5EE563D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3779699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5499AE-291A-4CE2-952C-F4DBB149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DFBCE-009B-4B1C-B470-BCF45C7D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79513-6C42-4644-B09F-203033DB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7DE68-C487-44F9-A735-30A5ACDA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FD706-980A-40DE-8A16-D9651025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5145D-52FB-4322-A3C6-585E21D1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5F94B-1CF1-46A2-A147-86E67EF1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8C345-B506-4C63-AB57-DA9F9ADF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2AAD5-CEE5-459D-A042-D46DD5DB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B72C7-29BB-40E4-BF79-56AEE85C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A4C4E-F2AE-4243-A31B-6E131322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A98E08-9825-4290-BE25-CA7ABCAA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18B729-1F61-4C65-B92A-D2F1D5F9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20F2D5-F7F8-454A-A9F8-B7242524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05B93-B7DC-427C-B196-1686D662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2AB5B-F1E7-404C-92D2-A07F018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EB47E1-4DF6-4DCE-B098-E586DB5F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4FB83-09CE-4668-B4E5-6E3ADF79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AC30FD-1457-4B60-B2D1-2C271621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012626-6A5B-44D9-963A-94216EB4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weekly life-series и action, не fate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35282-B921-4D3E-AC42-E2F3903F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1DE780-47A8-449B-B627-C72BFF4C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F1AC0D-C93B-4610-BA85-1499DC1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ED5319-65C6-4AD9-8F12-50EF6AFF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81C52B-D479-4A49-92B1-5413588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5E04A8-34E7-4EA0-8C25-5EB629D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cause рядом с Canvas и связывать с action/reflection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9C5712-D76C-499C-8FB9-EDCD9A10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A3F295-8EA2-4B4F-920B-58593FA4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83F639-DB43-4A04-9B78-EFCA4AB4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47A0B3-64B3-4226-8E48-6354EA5C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8FFAA0-F857-4319-B875-F6588AAD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186E92-877B-4867-8066-03E8A973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A945E6-9C94-4CEA-BB53-E72A4E49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09DEA4-2C02-4121-A57F-235B3C2B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3BDCD3-F397-428B-9A60-23916F6B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8BB928-287E-4FCC-B12E-DD8FB106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9404CB-1F6E-4501-A152-E757E6AD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45A245-534B-456B-B1F5-CAF6377D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и memory guardrails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963838-8255-4DED-9059-5C83016B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6C23E2-F089-44A3-9A0E-7D3EE7D8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427F4E-C32A-4403-AE0B-D403FDA5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97B420-906B-4C7C-9FCB-D044C352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81D5345-2205-4A83-A2BF-0960326E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DDAF92-14AB-4896-9D3A-5030DE25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и price tests by cohort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A95A8-0A4A-46AE-A1B7-698759B6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26853969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9B78BF-162A-43B0-B73D-4FEC03E2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B514A-FE6D-4CEB-91DB-50C39364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536D7-1CF0-4C45-B4D4-E61E82C1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995D6-0BD7-4E31-AB75-5833F2F3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1D8E18-37F6-44E5-8683-215741F2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Условия перехода к запуску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D139D-226A-4C70-8D10-AB906068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54EE1-7FB1-437C-94A6-1A41DEED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E362C4-0714-4BC1-BC72-E24B08DC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2001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Вердикт: можно использовать как план проверки и основу следующей фазы, но не как доказанный бизнес без данных первой группы пользователей.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A2114-9786-47FA-A3FF-B4D33D46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F586A-6A84-4737-8B2D-3DE72356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FD86E-0B29-4A26-A28C-095737F8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18573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6DC99-AA74-4397-81D3-3AE950E1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924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уже понятно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04AD9-6FDC-4906-B670-80A065F9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573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8AFCA-AD36-4972-8200-0CCF73CF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9240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остается допущением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DA9EF-72A6-4D57-9BCB-3F4B3984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573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59426-E307-4686-A186-0E7852B9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240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проверяем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67E6F-9C2D-4379-9A71-6E610313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20543-6AC6-44C3-8C94-AA0AE8EF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574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Продуктовая логика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DF515E-CF80-4CCE-A4FF-6A7EE964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3907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9821FF-7957-4A0F-AB61-12CD4638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4574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понятная петля: эпизод → действие → сброс →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0AF47F-3339-4B68-A666-CF5E621A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3907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9E205A-BA3C-4AF6-A469-78542A43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574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насколько сильно пользователь почувствует причинность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0408A4-7124-43A5-A74C-5C6EE93B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92440A-9ACE-429C-B410-CB8A3232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574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визуальных примеров + кликабельный прототип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A9E15-756B-4DA9-BAC0-795B1A4F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241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6877D-03BD-4166-8A20-6767D5AB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Финансовая модель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FD85E0-9365-4ACC-BBDD-896FC657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9241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1B46C8-9BDA-4E7A-9064-4962ADCD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9908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цена, себестоимость, бесплатный пользователь, привлечение и сценарии разделены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FDC2FB-C09E-4375-87D9-ABA2E207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241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3BE7DE-913D-4827-8A03-E84A6695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9908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точная себестоимость зависит от провайдеров и фактического использования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3E844E-EF33-4AFB-8602-5622B946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241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8324CA-6C53-4060-8BA4-E3EE5D81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908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логировать каждую генерацию и пересчитать после первой группы пользователей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1BDD73-EC69-4E0E-A4D4-F8791DA1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575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9C5267-E2D5-49E2-BA78-FA96F421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A64D8A-BD4E-41A0-B045-EFC715C1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4575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1E9FC3-1F77-416A-83B2-AE13F6E6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5242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лучший старт — авторский контент и теплая аудитория, не закупка трафика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A2BBD4-4127-420E-984B-BEB6EF16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4575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475B91-8C40-4D8D-AD0B-BC511BD5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5242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привлечения неизвестна до тестов креативов и лендинга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3ADBA7-DEE3-4B15-A8DD-DC278B67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575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CB34E9-56CE-49EF-8E50-75A4E48F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242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10-20 креативных hooks + маленький платный тест после сигнала оплаты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333E6D-1D04-4270-9C8E-D5873C3F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909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CDD4EA-CA0E-4C78-B0B7-576E9330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576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Технологии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1DEA0A-CB71-49BD-9BD6-C773EB38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9909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6A83EF-D616-4882-A5A6-88B6CE4A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0576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должен начинаться с изображений и лимитированного видео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08E142-23CD-47EF-8789-473906B4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9909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2F73C2-CFA0-45ED-9527-A172B9C5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0576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выбор провайдера влияет на маржу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00F628-2D20-4067-A697-B0CB79DB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909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684F0B-12B8-4654-B0C1-6559F020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576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сравнить провайдеров перед разработкой и поставить лимиты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DB8263C-FF75-439A-A9E2-2D0AE207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243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E4DB02-3248-406B-8317-0C616DE8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Следующее решение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B88FF37-A309-4E68-B39E-8CF4C4BE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5243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53D884-133F-4CF4-BC68-4638FD0F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591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начинать фазу проверки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ABC1EE-0F24-4684-B25F-EA86C3DF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5243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3AF240-E2F2-4AFD-8D51-FBABB646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5910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еще не доказанный бизнес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B77D21-0A46-4071-AD46-72C92B72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5243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CF6B1A7-2D22-4158-86C8-616BDBEC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910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по возврату, готовности платить, причинности Canvas и себестоимости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812707-6D30-4B96-8B18-4819E1B2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057900"/>
            <a:ext cx="923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4597A2E-33B0-4E53-B56A-07A3622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24575"/>
            <a:ext cx="88963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следующая фаза должна не масштабировать идею, а быстро проверить петлю, цену и себестоимость на реальных пользователях.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500AAE0-9EDD-4599-8FC4-0F3FA508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10073899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D7CCC5-1378-490A-8D2D-6A3C2C02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794CA-4364-4164-83E1-4D803C42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168ED-7929-41BE-91DE-9B39974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EBED7-3C56-45E8-88BA-29455EE8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00CF9-53A6-47BB-86C5-80E93012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Контакты / 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1F03F-AF3A-45D1-A940-7497EAF8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BDDA3-0351-4EE6-874B-D45B6A29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347EE-5DA1-46C4-BC25-FEDD4E23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визуальные примеры, собрать кликабельный прототип, протестировать первых 30 пользователей и проверить, понимают ли они причинность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03A43-3F48-42B7-A570-025CEBE8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 → интервью → ручная группа → готовность платить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A3043-C68B-4C00-90EF-D39E678B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5734661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2026-06-08T06:03:32.7320000Z</dcterms:created>
  <dcterms:modified xsi:type="dcterms:W3CDTF">2026-06-08T06:03:32.7320000Z</dcterms:modified>
</coreProperties>
</file>