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8f01b66e14e52" /><Relationship Type="http://schemas.openxmlformats.org/officeDocument/2006/relationships/extended-properties" Target="/docProps/app.xml" Id="Rf4be01c14e41425d" /><Relationship Type="http://schemas.openxmlformats.org/officeDocument/2006/relationships/officeDocument" Target="/ppt/presentation.xml" Id="R56bfcc5a0abe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eaa2a22534e07"/>
  </p:sldMasterIdLst>
  <p:notesMasterIdLst>
    <p:notesMasterId xmlns:r="http://schemas.openxmlformats.org/officeDocument/2006/relationships" r:id="R6e3b9d06692940c9"/>
  </p:notesMasterIdLst>
  <p:sldIdLst>
    <p:sldId xmlns:r="http://schemas.openxmlformats.org/officeDocument/2006/relationships" id="256" r:id="R5a9c6598b787405e"/>
    <p:sldId xmlns:r="http://schemas.openxmlformats.org/officeDocument/2006/relationships" id="257" r:id="Rbd6ecca4e6ec4376"/>
    <p:sldId xmlns:r="http://schemas.openxmlformats.org/officeDocument/2006/relationships" id="258" r:id="R20f30d16f18344ba"/>
    <p:sldId xmlns:r="http://schemas.openxmlformats.org/officeDocument/2006/relationships" id="259" r:id="Rf13c434901974cb6"/>
    <p:sldId xmlns:r="http://schemas.openxmlformats.org/officeDocument/2006/relationships" id="260" r:id="R605feb050e354ea8"/>
    <p:sldId xmlns:r="http://schemas.openxmlformats.org/officeDocument/2006/relationships" id="261" r:id="Rc09c2c97831543c4"/>
    <p:sldId xmlns:r="http://schemas.openxmlformats.org/officeDocument/2006/relationships" id="262" r:id="R0cbb85cc1f544db3"/>
    <p:sldId xmlns:r="http://schemas.openxmlformats.org/officeDocument/2006/relationships" id="263" r:id="R05dee1351ec34720"/>
    <p:sldId xmlns:r="http://schemas.openxmlformats.org/officeDocument/2006/relationships" id="264" r:id="R89af5de1ea8045bd"/>
    <p:sldId xmlns:r="http://schemas.openxmlformats.org/officeDocument/2006/relationships" id="265" r:id="R9c6c456f87b646ec"/>
    <p:sldId xmlns:r="http://schemas.openxmlformats.org/officeDocument/2006/relationships" id="266" r:id="R561f606484a046ba"/>
    <p:sldId xmlns:r="http://schemas.openxmlformats.org/officeDocument/2006/relationships" id="267" r:id="R2caad6201197408a"/>
    <p:sldId xmlns:r="http://schemas.openxmlformats.org/officeDocument/2006/relationships" id="268" r:id="Re6316dbfc570426b"/>
    <p:sldId xmlns:r="http://schemas.openxmlformats.org/officeDocument/2006/relationships" id="269" r:id="R29a3637256a6459c"/>
    <p:sldId xmlns:r="http://schemas.openxmlformats.org/officeDocument/2006/relationships" id="270" r:id="R16f830f31c804daa"/>
    <p:sldId xmlns:r="http://schemas.openxmlformats.org/officeDocument/2006/relationships" id="271" r:id="Rcad098c586a1492d"/>
    <p:sldId xmlns:r="http://schemas.openxmlformats.org/officeDocument/2006/relationships" id="272" r:id="Rbeaadd0a763840d8"/>
    <p:sldId xmlns:r="http://schemas.openxmlformats.org/officeDocument/2006/relationships" id="273" r:id="Ree12eb0868b7487e"/>
    <p:sldId xmlns:r="http://schemas.openxmlformats.org/officeDocument/2006/relationships" id="274" r:id="Rb4260bf378f4459d"/>
    <p:sldId xmlns:r="http://schemas.openxmlformats.org/officeDocument/2006/relationships" id="275" r:id="R9735dc1e8a674c9f"/>
    <p:sldId xmlns:r="http://schemas.openxmlformats.org/officeDocument/2006/relationships" id="276" r:id="Rb92a1f00a4194fa6"/>
    <p:sldId xmlns:r="http://schemas.openxmlformats.org/officeDocument/2006/relationships" id="277" r:id="R3d677968254c4efd"/>
    <p:sldId xmlns:r="http://schemas.openxmlformats.org/officeDocument/2006/relationships" id="278" r:id="R96ce35d76589421f"/>
    <p:sldId xmlns:r="http://schemas.openxmlformats.org/officeDocument/2006/relationships" id="279" r:id="R2f2af9b469a04a15"/>
    <p:sldId xmlns:r="http://schemas.openxmlformats.org/officeDocument/2006/relationships" id="280" r:id="Rf53041806ee54b37"/>
    <p:sldId xmlns:r="http://schemas.openxmlformats.org/officeDocument/2006/relationships" id="281" r:id="R1608522aaaba4ff1"/>
    <p:sldId xmlns:r="http://schemas.openxmlformats.org/officeDocument/2006/relationships" id="282" r:id="Rc32341d4298a403c"/>
    <p:sldId xmlns:r="http://schemas.openxmlformats.org/officeDocument/2006/relationships" id="283" r:id="R5af8c9acb1754685"/>
    <p:sldId xmlns:r="http://schemas.openxmlformats.org/officeDocument/2006/relationships" id="284" r:id="R790fe5e9379a4e00"/>
    <p:sldId xmlns:r="http://schemas.openxmlformats.org/officeDocument/2006/relationships" id="285" r:id="R5a27b6e567be42f0"/>
    <p:sldId xmlns:r="http://schemas.openxmlformats.org/officeDocument/2006/relationships" id="286" r:id="Rde2ee4443da643e8"/>
    <p:sldId xmlns:r="http://schemas.openxmlformats.org/officeDocument/2006/relationships" id="287" r:id="R120d6a9159eb430b"/>
    <p:sldId xmlns:r="http://schemas.openxmlformats.org/officeDocument/2006/relationships" id="288" r:id="R46b708e583b547b2"/>
    <p:sldId xmlns:r="http://schemas.openxmlformats.org/officeDocument/2006/relationships" id="289" r:id="R75cfa0de08d7449e"/>
    <p:sldId xmlns:r="http://schemas.openxmlformats.org/officeDocument/2006/relationships" id="290" r:id="R9a0c9469b37c4cfe"/>
    <p:sldId xmlns:r="http://schemas.openxmlformats.org/officeDocument/2006/relationships" id="291" r:id="Rba1dcc7b7b2b42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ab08542c54b90" /><Relationship Type="http://schemas.openxmlformats.org/officeDocument/2006/relationships/slideMaster" Target="/ppt/slideMasters/slideMaster1.xml" Id="R388eaa2a22534e07" /><Relationship Type="http://schemas.openxmlformats.org/officeDocument/2006/relationships/notesMaster" Target="/ppt/notesMasters/notesMaster1.xml" Id="R6e3b9d06692940c9" /><Relationship Type="http://schemas.openxmlformats.org/officeDocument/2006/relationships/presProps" Target="/ppt/presProps.xml" Id="R60464f0dcb90446e" /><Relationship Type="http://schemas.openxmlformats.org/officeDocument/2006/relationships/viewProps" Target="/ppt/viewProps.xml" Id="Rf519f2c454a54426" /><Relationship Type="http://schemas.openxmlformats.org/officeDocument/2006/relationships/tableStyles" Target="/ppt/tableStyles.xml" Id="R8c341010312c4e62" /><Relationship Type="http://schemas.openxmlformats.org/officeDocument/2006/relationships/slide" Target="/ppt/slides/slide1.xml" Id="R5a9c6598b787405e" /><Relationship Type="http://schemas.openxmlformats.org/officeDocument/2006/relationships/slide" Target="/ppt/slides/slide2.xml" Id="Rbd6ecca4e6ec4376" /><Relationship Type="http://schemas.openxmlformats.org/officeDocument/2006/relationships/slide" Target="/ppt/slides/slide3.xml" Id="R20f30d16f18344ba" /><Relationship Type="http://schemas.openxmlformats.org/officeDocument/2006/relationships/slide" Target="/ppt/slides/slide4.xml" Id="Rf13c434901974cb6" /><Relationship Type="http://schemas.openxmlformats.org/officeDocument/2006/relationships/slide" Target="/ppt/slides/slide5.xml" Id="R605feb050e354ea8" /><Relationship Type="http://schemas.openxmlformats.org/officeDocument/2006/relationships/slide" Target="/ppt/slides/slide6.xml" Id="Rc09c2c97831543c4" /><Relationship Type="http://schemas.openxmlformats.org/officeDocument/2006/relationships/slide" Target="/ppt/slides/slide7.xml" Id="R0cbb85cc1f544db3" /><Relationship Type="http://schemas.openxmlformats.org/officeDocument/2006/relationships/slide" Target="/ppt/slides/slide8.xml" Id="R05dee1351ec34720" /><Relationship Type="http://schemas.openxmlformats.org/officeDocument/2006/relationships/slide" Target="/ppt/slides/slide9.xml" Id="R89af5de1ea8045bd" /><Relationship Type="http://schemas.openxmlformats.org/officeDocument/2006/relationships/slide" Target="/ppt/slides/slide10.xml" Id="R9c6c456f87b646ec" /><Relationship Type="http://schemas.openxmlformats.org/officeDocument/2006/relationships/slide" Target="/ppt/slides/slide11.xml" Id="R561f606484a046ba" /><Relationship Type="http://schemas.openxmlformats.org/officeDocument/2006/relationships/slide" Target="/ppt/slides/slide12.xml" Id="R2caad6201197408a" /><Relationship Type="http://schemas.openxmlformats.org/officeDocument/2006/relationships/slide" Target="/ppt/slides/slide13.xml" Id="Re6316dbfc570426b" /><Relationship Type="http://schemas.openxmlformats.org/officeDocument/2006/relationships/slide" Target="/ppt/slides/slide14.xml" Id="R29a3637256a6459c" /><Relationship Type="http://schemas.openxmlformats.org/officeDocument/2006/relationships/slide" Target="/ppt/slides/slide15.xml" Id="R16f830f31c804daa" /><Relationship Type="http://schemas.openxmlformats.org/officeDocument/2006/relationships/slide" Target="/ppt/slides/slide16.xml" Id="Rcad098c586a1492d" /><Relationship Type="http://schemas.openxmlformats.org/officeDocument/2006/relationships/slide" Target="/ppt/slides/slide17.xml" Id="Rbeaadd0a763840d8" /><Relationship Type="http://schemas.openxmlformats.org/officeDocument/2006/relationships/slide" Target="/ppt/slides/slide18.xml" Id="Ree12eb0868b7487e" /><Relationship Type="http://schemas.openxmlformats.org/officeDocument/2006/relationships/slide" Target="/ppt/slides/slide19.xml" Id="Rb4260bf378f4459d" /><Relationship Type="http://schemas.openxmlformats.org/officeDocument/2006/relationships/slide" Target="/ppt/slides/slide20.xml" Id="R9735dc1e8a674c9f" /><Relationship Type="http://schemas.openxmlformats.org/officeDocument/2006/relationships/slide" Target="/ppt/slides/slide21.xml" Id="Rb92a1f00a4194fa6" /><Relationship Type="http://schemas.openxmlformats.org/officeDocument/2006/relationships/slide" Target="/ppt/slides/slide22.xml" Id="R3d677968254c4efd" /><Relationship Type="http://schemas.openxmlformats.org/officeDocument/2006/relationships/slide" Target="/ppt/slides/slide23.xml" Id="R96ce35d76589421f" /><Relationship Type="http://schemas.openxmlformats.org/officeDocument/2006/relationships/slide" Target="/ppt/slides/slide24.xml" Id="R2f2af9b469a04a15" /><Relationship Type="http://schemas.openxmlformats.org/officeDocument/2006/relationships/slide" Target="/ppt/slides/slide25.xml" Id="Rf53041806ee54b37" /><Relationship Type="http://schemas.openxmlformats.org/officeDocument/2006/relationships/slide" Target="/ppt/slides/slide26.xml" Id="R1608522aaaba4ff1" /><Relationship Type="http://schemas.openxmlformats.org/officeDocument/2006/relationships/slide" Target="/ppt/slides/slide27.xml" Id="Rc32341d4298a403c" /><Relationship Type="http://schemas.openxmlformats.org/officeDocument/2006/relationships/slide" Target="/ppt/slides/slide28.xml" Id="R5af8c9acb1754685" /><Relationship Type="http://schemas.openxmlformats.org/officeDocument/2006/relationships/slide" Target="/ppt/slides/slide29.xml" Id="R790fe5e9379a4e00" /><Relationship Type="http://schemas.openxmlformats.org/officeDocument/2006/relationships/slide" Target="/ppt/slides/slide30.xml" Id="R5a27b6e567be42f0" /><Relationship Type="http://schemas.openxmlformats.org/officeDocument/2006/relationships/slide" Target="/ppt/slides/slide31.xml" Id="Rde2ee4443da643e8" /><Relationship Type="http://schemas.openxmlformats.org/officeDocument/2006/relationships/slide" Target="/ppt/slides/slide32.xml" Id="R120d6a9159eb430b" /><Relationship Type="http://schemas.openxmlformats.org/officeDocument/2006/relationships/slide" Target="/ppt/slides/slide33.xml" Id="R46b708e583b547b2" /><Relationship Type="http://schemas.openxmlformats.org/officeDocument/2006/relationships/slide" Target="/ppt/slides/slide34.xml" Id="R75cfa0de08d7449e" /><Relationship Type="http://schemas.openxmlformats.org/officeDocument/2006/relationships/slide" Target="/ppt/slides/slide35.xml" Id="R9a0c9469b37c4cfe" /><Relationship Type="http://schemas.openxmlformats.org/officeDocument/2006/relationships/slide" Target="/ppt/slides/slide36.xml" Id="Rba1dcc7b7b2b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5609dbdd643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a58694aedc470c" /><Relationship Type="http://schemas.openxmlformats.org/officeDocument/2006/relationships/notesMaster" Target="/ppt/notesMasters/notesMaster1.xml" Id="R43ee7bc62c4341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93b90080254f27" /><Relationship Type="http://schemas.openxmlformats.org/officeDocument/2006/relationships/notesMaster" Target="/ppt/notesMasters/notesMaster1.xml" Id="Redfcbe4f3b80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e67ad0e5d84cbe" /><Relationship Type="http://schemas.openxmlformats.org/officeDocument/2006/relationships/notesMaster" Target="/ppt/notesMasters/notesMaster1.xml" Id="R5d97e9eac29c40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5846d9d99443ab" /><Relationship Type="http://schemas.openxmlformats.org/officeDocument/2006/relationships/notesMaster" Target="/ppt/notesMasters/notesMaster1.xml" Id="Re556adc1377146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c2d42af5d4b02" /><Relationship Type="http://schemas.openxmlformats.org/officeDocument/2006/relationships/notesMaster" Target="/ppt/notesMasters/notesMaster1.xml" Id="R59ddb7253e21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11e19ff82247fb" /><Relationship Type="http://schemas.openxmlformats.org/officeDocument/2006/relationships/notesMaster" Target="/ppt/notesMasters/notesMaster1.xml" Id="R4a421e29046343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c413303fb941ec" /><Relationship Type="http://schemas.openxmlformats.org/officeDocument/2006/relationships/notesMaster" Target="/ppt/notesMasters/notesMaster1.xml" Id="R548d23ece4054b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e6dc13957b4453" /><Relationship Type="http://schemas.openxmlformats.org/officeDocument/2006/relationships/notesMaster" Target="/ppt/notesMasters/notesMaster1.xml" Id="Raac52990022b44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07f97252854cf4" /><Relationship Type="http://schemas.openxmlformats.org/officeDocument/2006/relationships/notesMaster" Target="/ppt/notesMasters/notesMaster1.xml" Id="R5c1d05a351ac43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4ad1abf0c44e1" /><Relationship Type="http://schemas.openxmlformats.org/officeDocument/2006/relationships/notesMaster" Target="/ppt/notesMasters/notesMaster1.xml" Id="R355b6d0d12e54f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33c7e60e294584" /><Relationship Type="http://schemas.openxmlformats.org/officeDocument/2006/relationships/notesMaster" Target="/ppt/notesMasters/notesMaster1.xml" Id="Rada3f1bcd4c24d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bb4c962abf4c40" /><Relationship Type="http://schemas.openxmlformats.org/officeDocument/2006/relationships/notesMaster" Target="/ppt/notesMasters/notesMaster1.xml" Id="R760edd71cc894a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8b06c55d434e12" /><Relationship Type="http://schemas.openxmlformats.org/officeDocument/2006/relationships/notesMaster" Target="/ppt/notesMasters/notesMaster1.xml" Id="Rbfd20755a7cf42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79866ec41c454e" /><Relationship Type="http://schemas.openxmlformats.org/officeDocument/2006/relationships/notesMaster" Target="/ppt/notesMasters/notesMaster1.xml" Id="R36150a694a9f4d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83e6f737b347c4" /><Relationship Type="http://schemas.openxmlformats.org/officeDocument/2006/relationships/notesMaster" Target="/ppt/notesMasters/notesMaster1.xml" Id="R1c769a01df604d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2d28f9ce3e478b" /><Relationship Type="http://schemas.openxmlformats.org/officeDocument/2006/relationships/notesMaster" Target="/ppt/notesMasters/notesMaster1.xml" Id="R785b3ce0a83944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73f6321f894ac1" /><Relationship Type="http://schemas.openxmlformats.org/officeDocument/2006/relationships/notesMaster" Target="/ppt/notesMasters/notesMaster1.xml" Id="Rab671e1bd4e74d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2fcec1b70544dd" /><Relationship Type="http://schemas.openxmlformats.org/officeDocument/2006/relationships/notesMaster" Target="/ppt/notesMasters/notesMaster1.xml" Id="R1e79b8a7b42a4b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bbf1896f6047ad" /><Relationship Type="http://schemas.openxmlformats.org/officeDocument/2006/relationships/notesMaster" Target="/ppt/notesMasters/notesMaster1.xml" Id="R1a32cb6b0a4b49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9772e38f734190" /><Relationship Type="http://schemas.openxmlformats.org/officeDocument/2006/relationships/notesMaster" Target="/ppt/notesMasters/notesMaster1.xml" Id="R12c98e211c9a4f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8cec2eedbf47ce" /><Relationship Type="http://schemas.openxmlformats.org/officeDocument/2006/relationships/notesMaster" Target="/ppt/notesMasters/notesMaster1.xml" Id="R8e2134540d2645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8179c2d75a47e5" /><Relationship Type="http://schemas.openxmlformats.org/officeDocument/2006/relationships/notesMaster" Target="/ppt/notesMasters/notesMaster1.xml" Id="Raff50f0c40a342e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baf360d5134bb0" /><Relationship Type="http://schemas.openxmlformats.org/officeDocument/2006/relationships/notesMaster" Target="/ppt/notesMasters/notesMaster1.xml" Id="Rf1cece26821043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3fd04a2dac4840" /><Relationship Type="http://schemas.openxmlformats.org/officeDocument/2006/relationships/notesMaster" Target="/ppt/notesMasters/notesMaster1.xml" Id="Reee1266811bf4f3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47d6bf47184449" /><Relationship Type="http://schemas.openxmlformats.org/officeDocument/2006/relationships/notesMaster" Target="/ppt/notesMasters/notesMaster1.xml" Id="Rdf3414ef8fef40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344cb6fa7246ed" /><Relationship Type="http://schemas.openxmlformats.org/officeDocument/2006/relationships/notesMaster" Target="/ppt/notesMasters/notesMaster1.xml" Id="R382215d352044c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0c8120239d43a4" /><Relationship Type="http://schemas.openxmlformats.org/officeDocument/2006/relationships/notesMaster" Target="/ppt/notesMasters/notesMaster1.xml" Id="R4d221878a96b4d3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bc3a850258942c7" /><Relationship Type="http://schemas.openxmlformats.org/officeDocument/2006/relationships/notesMaster" Target="/ppt/notesMasters/notesMaster1.xml" Id="Rf389ccd5cdc741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7b3ec9a084947cd" /><Relationship Type="http://schemas.openxmlformats.org/officeDocument/2006/relationships/notesMaster" Target="/ppt/notesMasters/notesMaster1.xml" Id="Re704f45386724b0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0dde76ce7d94020" /><Relationship Type="http://schemas.openxmlformats.org/officeDocument/2006/relationships/notesMaster" Target="/ppt/notesMasters/notesMaster1.xml" Id="R7e3c409a34074e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ee14544ff3248be" /><Relationship Type="http://schemas.openxmlformats.org/officeDocument/2006/relationships/notesMaster" Target="/ppt/notesMasters/notesMaster1.xml" Id="Rf1b4041a4b42468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7fa39e88d5b4bea" /><Relationship Type="http://schemas.openxmlformats.org/officeDocument/2006/relationships/notesMaster" Target="/ppt/notesMasters/notesMaster1.xml" Id="R33032f4ed960478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c9cfdabe92647b1" /><Relationship Type="http://schemas.openxmlformats.org/officeDocument/2006/relationships/notesMaster" Target="/ppt/notesMasters/notesMaster1.xml" Id="R712997727a21475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067c0e729fd400d" /><Relationship Type="http://schemas.openxmlformats.org/officeDocument/2006/relationships/notesMaster" Target="/ppt/notesMasters/notesMaster1.xml" Id="R955d76d58ab7451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6277128701b4607" /><Relationship Type="http://schemas.openxmlformats.org/officeDocument/2006/relationships/notesMaster" Target="/ppt/notesMasters/notesMaster1.xml" Id="R4f9e1ba377804a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b27b09304149ec" /><Relationship Type="http://schemas.openxmlformats.org/officeDocument/2006/relationships/notesMaster" Target="/ppt/notesMasters/notesMaster1.xml" Id="Rf9518bd427574e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5be1c709543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350275c8194e09" /><Relationship Type="http://schemas.openxmlformats.org/officeDocument/2006/relationships/slideLayout" Target="/ppt/slideLayouts/slideLayout1.xml" Id="R49d8b6763d67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d8b6763d67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30f0aa5e54981" /><Relationship Type="http://schemas.openxmlformats.org/officeDocument/2006/relationships/notesSlide" Target="/ppt/notesSlides/notesSlide1.xml" Id="R05325351a03940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99ffc3ff04544" /><Relationship Type="http://schemas.openxmlformats.org/officeDocument/2006/relationships/notesSlide" Target="/ppt/notesSlides/notesSlide2.xml" Id="R75c80c5b1bdd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8dd6f72d24306" /><Relationship Type="http://schemas.openxmlformats.org/officeDocument/2006/relationships/notesSlide" Target="/ppt/notesSlides/notesSlide3.xml" Id="R941f6a4c53ec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7584234af4a05" /><Relationship Type="http://schemas.openxmlformats.org/officeDocument/2006/relationships/notesSlide" Target="/ppt/notesSlides/notesSlide4.xml" Id="R94630bcd59e3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73882d3824c72" /><Relationship Type="http://schemas.openxmlformats.org/officeDocument/2006/relationships/notesSlide" Target="/ppt/notesSlides/notesSlide5.xml" Id="R23c9b81644884d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b351855cc4520" /><Relationship Type="http://schemas.openxmlformats.org/officeDocument/2006/relationships/notesSlide" Target="/ppt/notesSlides/notesSlide6.xml" Id="R06b854749a2e40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b615a33aa4271" /><Relationship Type="http://schemas.openxmlformats.org/officeDocument/2006/relationships/notesSlide" Target="/ppt/notesSlides/notesSlide7.xml" Id="Rdb21ec5185a341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a82375cdf4943" /><Relationship Type="http://schemas.openxmlformats.org/officeDocument/2006/relationships/notesSlide" Target="/ppt/notesSlides/notesSlide8.xml" Id="R0cc9b39ab6dc48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61da8bfd4df9" /><Relationship Type="http://schemas.openxmlformats.org/officeDocument/2006/relationships/notesSlide" Target="/ppt/notesSlides/notesSlide9.xml" Id="Rf544d222e20446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b5893a1524f92" /><Relationship Type="http://schemas.openxmlformats.org/officeDocument/2006/relationships/notesSlide" Target="/ppt/notesSlides/notesSlide10.xml" Id="R9fc29b3ace7041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c6abf4d214bbd" /><Relationship Type="http://schemas.openxmlformats.org/officeDocument/2006/relationships/notesSlide" Target="/ppt/notesSlides/notesSlide11.xml" Id="R705f89837e6d49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4676e8da74a27" /><Relationship Type="http://schemas.openxmlformats.org/officeDocument/2006/relationships/notesSlide" Target="/ppt/notesSlides/notesSlide12.xml" Id="R046b5327e6e444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d28ddd18c4ad3" /><Relationship Type="http://schemas.openxmlformats.org/officeDocument/2006/relationships/notesSlide" Target="/ppt/notesSlides/notesSlide13.xml" Id="Rc2f7a29e2a444a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2420617444fd" /><Relationship Type="http://schemas.openxmlformats.org/officeDocument/2006/relationships/notesSlide" Target="/ppt/notesSlides/notesSlide14.xml" Id="R383656ebdc0f46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83e99f2354bdd" /><Relationship Type="http://schemas.openxmlformats.org/officeDocument/2006/relationships/notesSlide" Target="/ppt/notesSlides/notesSlide15.xml" Id="R98f81dba454145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125442cdb4f3b" /><Relationship Type="http://schemas.openxmlformats.org/officeDocument/2006/relationships/notesSlide" Target="/ppt/notesSlides/notesSlide16.xml" Id="R1705235a61ea48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ad4674e1e4e45" /><Relationship Type="http://schemas.openxmlformats.org/officeDocument/2006/relationships/notesSlide" Target="/ppt/notesSlides/notesSlide17.xml" Id="Rb397bd6a414b43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2a8b928094c19" /><Relationship Type="http://schemas.openxmlformats.org/officeDocument/2006/relationships/notesSlide" Target="/ppt/notesSlides/notesSlide18.xml" Id="Rb38eca68e7fa48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d01175da4aeb" /><Relationship Type="http://schemas.openxmlformats.org/officeDocument/2006/relationships/notesSlide" Target="/ppt/notesSlides/notesSlide19.xml" Id="R3a10d903776a4c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12acff1bc4320" /><Relationship Type="http://schemas.openxmlformats.org/officeDocument/2006/relationships/notesSlide" Target="/ppt/notesSlides/notesSlide20.xml" Id="Ra7bc16535d7242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e08a394eb4d96" /><Relationship Type="http://schemas.openxmlformats.org/officeDocument/2006/relationships/notesSlide" Target="/ppt/notesSlides/notesSlide21.xml" Id="R6bfba5d4f5c241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65b658dbe4829" /><Relationship Type="http://schemas.openxmlformats.org/officeDocument/2006/relationships/notesSlide" Target="/ppt/notesSlides/notesSlide22.xml" Id="R5e066450c56943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d7c6626de400f" /><Relationship Type="http://schemas.openxmlformats.org/officeDocument/2006/relationships/notesSlide" Target="/ppt/notesSlides/notesSlide23.xml" Id="R1234732d7ea340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ca244fc4a45eb" /><Relationship Type="http://schemas.openxmlformats.org/officeDocument/2006/relationships/notesSlide" Target="/ppt/notesSlides/notesSlide24.xml" Id="Re135d10196504a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a7c0761504751" /><Relationship Type="http://schemas.openxmlformats.org/officeDocument/2006/relationships/notesSlide" Target="/ppt/notesSlides/notesSlide25.xml" Id="R67d96696f96f4c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f62cc6ce74424" /><Relationship Type="http://schemas.openxmlformats.org/officeDocument/2006/relationships/notesSlide" Target="/ppt/notesSlides/notesSlide26.xml" Id="R8f5d791976aa45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e8b34ca2d4ed0" /><Relationship Type="http://schemas.openxmlformats.org/officeDocument/2006/relationships/notesSlide" Target="/ppt/notesSlides/notesSlide27.xml" Id="R90733e86e5284c8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8127151aa42ce" /><Relationship Type="http://schemas.openxmlformats.org/officeDocument/2006/relationships/notesSlide" Target="/ppt/notesSlides/notesSlide28.xml" Id="Rdbc6e4db8d5d4f8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b4282791b4a0a" /><Relationship Type="http://schemas.openxmlformats.org/officeDocument/2006/relationships/notesSlide" Target="/ppt/notesSlides/notesSlide29.xml" Id="R4a7aa5bd304142a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e01baddda4536" /><Relationship Type="http://schemas.openxmlformats.org/officeDocument/2006/relationships/notesSlide" Target="/ppt/notesSlides/notesSlide30.xml" Id="R1ef4c9b0062b436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957906efa44fb" /><Relationship Type="http://schemas.openxmlformats.org/officeDocument/2006/relationships/notesSlide" Target="/ppt/notesSlides/notesSlide31.xml" Id="R749440336c4a47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3a61aada94b04" /><Relationship Type="http://schemas.openxmlformats.org/officeDocument/2006/relationships/notesSlide" Target="/ppt/notesSlides/notesSlide32.xml" Id="R9bbb2053703b469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35dee60dc4dee" /><Relationship Type="http://schemas.openxmlformats.org/officeDocument/2006/relationships/notesSlide" Target="/ppt/notesSlides/notesSlide33.xml" Id="Rcd8d117f200e417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a3735e54f4ac6" /><Relationship Type="http://schemas.openxmlformats.org/officeDocument/2006/relationships/notesSlide" Target="/ppt/notesSlides/notesSlide34.xml" Id="Rfddb3d7b304e4b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2f21c97c44a42" /><Relationship Type="http://schemas.openxmlformats.org/officeDocument/2006/relationships/notesSlide" Target="/ppt/notesSlides/notesSlide35.xml" Id="Rbebed0e9721a490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ea99672a43fe" /><Relationship Type="http://schemas.openxmlformats.org/officeDocument/2006/relationships/notesSlide" Target="/ppt/notesSlides/notesSlide36.xml" Id="Rc871e2b5213044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53F67-843B-49E9-AFC8-F9A3E94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53CAE-404D-4140-AFDF-9E5DC0D5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38666-C781-4780-896C-B04952F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2A5DE-2FEC-45D6-99F9-E28942C7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B6230-45AF-4568-9E1C-288E25AE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5D9FF-E2C5-484C-9EA7-3055509C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8677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A1C25-DFA9-419B-BECC-168AB109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66AA9-FD01-4FE5-B4C1-4DCDC2B2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13A5E-F200-430D-B42B-D589AB6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9477B-30DE-4998-B599-7A51CA6E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B4054-E4B0-44FC-B2BA-3F6248BB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C0223-A5AB-41FF-A0BC-CF59215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B889E-A726-4C4F-A8F6-E6BF70B8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DE452-05BF-4497-8B5B-7388182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6195B-BD62-4A3C-BA75-5B6E2459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74649-E3C4-4DAF-80E8-A84784BE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94E1A-D227-4C91-BAB1-8023B602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3123F-A1C3-4684-91A4-648B75A5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96C7B-A697-4DFC-B78F-36E88AF1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C75C0-7109-400C-889B-29285801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41E16-E108-46AA-B1D8-299714B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161BE-6F49-4A0F-A9C8-2A85B33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1BACC-94D2-4E8D-8149-D47A351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E765D-A878-4F15-8864-8D4E654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BC0ED-6D44-4EAF-81E9-F21A209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E597D-1AD9-4E69-9EF9-FB57C623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DC801-1933-4BC4-94BB-B65FA018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28133-0F17-41EC-81E8-3A25FBC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38701-3D9E-4D86-9BEB-B5987A7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62028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9847E-51F1-4C7C-B086-FEB9A25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02408-3823-4752-913D-91F212D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B8076-FA6A-4CA7-96F7-25BB301C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35CAE-DB77-4029-B52E-2219B039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70B1C-76D4-43BB-97E7-3F07C06F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68D54-654F-4F8D-9E8C-5092E57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D472C-AAD1-489E-8E0D-68AB911C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FB539-0210-4D7E-ADC5-0DEAC667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EE6AB-05EA-4F9A-A302-362A854F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FBD02-348D-4CC4-A0C8-07000DF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F4C91-5D90-47CD-BCC2-AE413EE6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53C92-327F-451D-8DBA-3130C79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A37B9-32BF-4FD2-9891-7BCD70FD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DDDA7-D8A3-450B-A545-78A1B27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923AF-1D18-452F-A54B-62B4852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0344D-102F-48A5-95A2-B047AF00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4EC07-BABA-48A0-B0A4-4429E50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F992F-3A21-4972-8639-A1344A4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575BF-8CB9-4BB0-BED9-4A6EC596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F5547-D262-4BB6-8AEC-B937A8B7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52080-8D6A-4EA5-AC00-27917754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EA791-9BEF-4A43-91C3-8A8EAE7B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F6B15-E1EE-41DA-A450-0BB42789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816BD-FF22-4BFD-B3CC-C14D340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156F7-0699-49E9-B765-7B9C7600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B2B62-D10E-4B58-8317-9A9E0AF5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67003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BE16B-44FF-474C-82B2-98AB39F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DA8C5-7217-44ED-9601-8985C640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9D71E-EDE7-4A09-B70E-47B441E3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D0C56-0E86-41AC-BCB8-3FFCEC7A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8074F-33A7-40ED-A51B-A720B4FB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E35F6-0BBF-44C5-A2CB-0BAF089B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37EA-8E05-45C2-9732-E74D7327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D738C-9B26-4401-AA7A-B143D0FE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31517-7B25-48F9-B26C-00DECBF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28772-AA78-4CAB-91A4-2CC59FC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90E03-3B88-4491-BC25-73FFB50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F301D-7384-40D9-9D71-0A9BF23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0098E-21C6-403E-B0A3-A77AA9D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83B98-021C-4347-8DCB-18DC9056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23B4D-BC28-4156-8341-AF65F53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9FB68-1BCD-4A06-8F5B-872D9499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84D86-F723-4957-A8E0-941BA22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6D87B-6DC1-4C02-9305-33C78A8D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79CB3-5658-454A-BB43-9C4B818E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80C11-8C23-4B8B-BAFC-F8C6AD2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E586F-5117-4F0A-AEA4-A452DA53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1EAB0-A0CD-404E-BBEE-BCE0267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86354-3D94-4EF7-B5B2-E7E693B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7A979-871F-4E0B-A86D-95C827A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E8022-1CE4-4486-BA5E-A28C3E01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98E2E-245B-4A4F-B110-0F7ABC6A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848772-5F53-4738-91FA-3DD3F2D9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8FECF-1D15-4CD4-81D2-BB9986EC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8890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B3A73-1B0E-4C80-B429-0C63A8E8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DDECD-7F73-402B-A777-B0E2325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ECF4F-910B-4123-8EE8-7B7A1DA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62586-737C-434F-B8C7-755B56AA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1C5DC-D314-4E14-889D-9D86306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B54F-6F68-4474-9795-DEA5A87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04AC6-BE66-45D2-BEF4-9D58083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5710A-F474-4FEA-AD55-4F9B1883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9F351-4EBC-4630-A4B2-8AACE6B9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F053B-F7F5-4436-895D-727B353B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11129-9AE1-44A4-A06C-4A5D7C9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6745F-EBFB-4D66-B570-9B288816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3C355-6212-4977-AE49-71AFAD27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0754C-743D-4C9D-81CF-463F9CDF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EA771-D662-4DD1-B04C-18E4C87C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D974D-2C6D-46E3-8B5A-A02FF2C3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BAD23-7014-42CA-852D-6303932F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098D7-55E9-4C27-9BB5-647FB1B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8B278-B03D-44C5-A3EC-F168DB2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45CBE-EA97-40F8-B9F3-E51B975F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8FF47-9B70-4270-8D62-A53B3909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3F180-0D0C-479F-827F-25392A0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0AB96-9528-4B75-8EAA-CA1E15D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1836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996AE-88D5-4B57-BF32-98A3988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28AD3-0D70-4538-B2D6-73A4A050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D7E83-A028-48A2-AA64-1DDAA7B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95BFD-D110-4F4B-AA41-494F5DE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3EED5-F73D-43BA-ABFA-877032E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2139B-94D1-4889-8728-BA9B65D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FFAFE-0F57-4D3E-B484-E21C70A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EDC3B-C90B-4E2E-B19B-70CE9F4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567A2-D7D6-44CC-B6CE-F5DAE418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A0084-AF68-42B3-9CC9-C4C241B1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C2132-FE92-4F7A-B738-7E3BB1EB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715C2-8633-414E-A799-9767CB53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ED558-7C58-4EA9-AF00-48783220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15330-A373-4871-92B7-346F3E4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4BB77-5DCE-4BF4-8BE4-099BD815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4ACE6-3160-488A-A512-520F01DB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FD206-4EE1-4E9F-B81D-5F1CF3D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460A3-D27E-4735-870C-AB067DA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917CC-6695-4B45-BD54-A2D35BBC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F79C6-F08B-4169-9F62-8278A3A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74A15-52F9-4CA7-80B9-81EF2064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B5D5F-39DF-4008-9000-8B0CD660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98688-5774-4DD2-AC62-FA16C71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50443-3365-406B-A307-C8BCD00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5AC7E-B21D-467A-8CEF-FD067DE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2A96D-31AC-4E36-A1E3-D19BE225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DA75F-DC5E-4ACD-91FA-86CFE041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75816-BE25-4278-B207-1C8BFAB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63471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FC2CC-C062-4AFE-9EF1-85EEE907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2DD80-00FD-41D8-A514-63A9CF50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38A1A-6FB4-45E6-AE87-0E779DA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C7546-75E5-48C0-BF21-49FAEF4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09F20-DBBE-4710-99F3-57D29C7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Финальная формула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B26B1-89C8-49A9-B3C5-802D8E74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1B3A0-5C16-45A5-86C2-A90A1B3D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F40F1-71BF-4B62-B43D-9B7EAA83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ADA9F-F225-471D-BF18-FCA57553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27148-52D6-4E64-8DB8-5584A628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2D6AD-8369-4E85-9B0E-874F0E55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4EA27-9A25-4A0E-9B50-B4D35CA0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768E0-4EE0-4E01-AB32-3F7469D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2CF4D-1B45-4C35-9044-4FEA72F2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26A21-F032-4215-85A4-0B0AC45B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16B8A-978C-49E6-A48C-B7517911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35C3B-586C-4A2F-B89A-DF9FEE4F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97D3E-F8B4-4FEB-9364-C94DDC1D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CBB81-4D04-4D87-9F1C-1BBF14FB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96447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4D349-CE43-4450-9854-389500B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1A7C7-A9AD-49D8-86C0-A974801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CC100-6696-4014-B1D0-869BA19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74B25-27DD-4C17-B04A-1C8A70F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A4BF6-B339-4933-ABE3-A3187295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4B3FE-D3FC-49CA-B53F-23F6940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D4F3E-1D19-4879-97A8-44FAFA0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35EFF-4C01-4E76-B73E-04841EBC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4A806-FE4C-43B0-8A50-DE6F9DAF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3326D-7CA5-4EBE-A2AA-36DFD80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C0F53-33FC-4F6B-8FFD-C83F4D3E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7C389-C088-4E3B-B946-02E76E4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112B6-E784-4E10-B815-3573ABB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1B4AA-0E5D-4E80-BF45-20DD03AB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FE2BE-2A30-4C60-9283-DC4856D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4666B-5D19-4A25-A292-45372D0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1604E-DF8A-4445-96BB-C6BDA89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671F0-C68A-4DE2-9B47-447A785E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F70E2-E016-4280-9A44-1267721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C14C6-FF53-4E84-8AF2-70F7A99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64D40-9D5C-4064-A141-58716495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53DE5-90DC-4D95-B566-0D749F3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350F4-C648-42F0-A2C3-7A3AD7E1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1E9C4-5717-4A7A-A5EE-1DAA4E6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78931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7E028-836A-4DA4-B02D-C9C456D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3381C-9201-463A-A47C-06608DC4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7C257-E135-4046-B3B6-275C69A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D5F28-E948-4BEE-B298-90D1273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5EA5B-D4F2-4D2B-B8C6-4820F723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6BD6A-7FD7-4AA8-90C9-540D843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F281C-9D2F-408D-A3C7-EFC2825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1BF5B-C9D0-4C38-9071-6B7EEAE5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D4295-F6DD-4B5A-87BC-CE5B9F71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D9E85-4293-4789-86F0-FA7CEB9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CD973-CB74-4AF2-BC06-5BFF0D8C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977FC-07F6-4BDF-80E0-C14B3A5C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F1FE6-8E6E-4F80-ACF4-892B5E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69A2D-7EC5-4D6E-97EA-5DC3F90A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E022E-7460-451F-8883-36742EF2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46532-1D2D-42F9-90CE-6F6E5B6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58EC7-8E70-421D-A8EA-82F34BC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4E2D0-D994-4166-BE8E-2CD9EA05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495E3-1051-41EF-AC69-13DE1F1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79182-461D-4CE2-8BD3-AA2B8AE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0D2D7-C9AD-4154-90FE-DDCDDEF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13833-BD9E-486A-A8FA-5BE33925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5F228-1AD8-4FC7-9BC6-E9C4674D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4D0BA-8380-4148-AF79-757909F3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61D4E-210F-478E-A309-91B06018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10407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BA41A-3F90-49E6-B05B-FA056653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499FC-F104-4E01-B4D8-A0572E19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21A9E-AD6F-43D0-A3CE-A69A2917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B0953-FD6B-4B44-8817-A367BCC1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52103-34B6-4131-9C74-04E632D5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75B31-3BC4-4722-84CC-5FB09D0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F8B1F-1624-4BFC-A64A-CC0BA04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EE5BA-027C-4EE4-806F-E9A5CD9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9919F-7647-4228-A62B-8D8EFE55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952FE-F298-4598-B981-87462153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3FAC1-8876-45F2-A9E9-C7B64B31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43C66-EDF1-4A58-B69A-53206EE7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37C94-2806-4223-94D5-4AABF47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BF27C-D806-49D5-9041-D771928D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8A5BB-E1A6-441E-A71E-3FFBA4DA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223CE-75C6-4464-977B-5279013B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4D751-E3B5-40BA-A619-73E0B61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11329-B8BE-49E6-823E-57783164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2D8E9-E75D-4236-A8C7-4C2F566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D3305-0414-4868-B4AE-9883492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E3C9E-3FD3-4597-8AF5-4CA331A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46E19-5DEC-499A-8265-FD622398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69527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5F322-FCAF-4F82-9111-F98E71E8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435C0-96BA-4433-B505-3CB9BEE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F10B-DF57-410E-A265-790CCD29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DA534-B5F0-4F26-9332-353BA7EE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FABB8-821B-4503-A358-373F0525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7013-F8A4-40AB-BC1D-18C2DE6D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BBF91-B305-4E2F-A709-AA3017F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977F0-4BE2-49BB-A9B4-92C18146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955B-E55E-4A05-B89F-C2A5790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9B8B3-CD35-46AC-BD3C-E449255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68017-F740-44FA-9B71-AD96040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73A64-4D54-47DA-AA93-BC4F19E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A1E1E-0BCC-47E3-8770-1B74518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62DE7-C9A4-4C16-BCDA-1DFE4E23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6CBAB-B475-4070-8C16-54FE687F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BF522-ED1B-4AC6-86DD-BEFCEFD0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AA45D-5A1F-467B-BFCC-5DB8B9C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3C227-BD42-46BC-98FE-FCEDBC74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00389-4D1D-4F97-845D-3D389BA1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D351A-8E3E-40C3-A181-3648C053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FE312-5B4B-4692-8998-79E43B8B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28EA4-7532-4C1E-9027-C37969B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67FE9-3861-4574-BDDA-1F671A4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525A1-EBA1-4782-BB9C-2F97B0DA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F2791-6327-4982-8542-769A9807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1470D-631A-4720-BD51-679EAD9B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8F5A0-2F8D-4E05-BD00-DBDE03C6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54663-CBB0-40D3-B0C0-8E6C1CE7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D37B9-3073-4BD8-B4E4-A56BEA10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53162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0301F-8D52-4069-8D75-711FFE4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7861A-24EC-464D-AC79-3978CA8E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52874-D481-4625-BB26-B9065B28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0272C-6E07-4FF3-9C70-2A0900FB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81A8C-FEC2-45CC-8CB5-C308983B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06278-D68D-42C0-A9B1-13B3BFBA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B3F39-9E41-432F-9327-74FC687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13992-C27D-471A-96C6-C2DDFD2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0A1A-8561-4825-9E6C-34FEE42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05A9C-0BAC-4FD1-BC03-216E838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5F22E-457B-43DC-919F-970463A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0320E-42D9-4EF9-9A8A-E9A1832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B3969-55BD-4FD1-8201-A6ECB93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75E63-558F-4750-AC52-A684B22F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84AE0-6A58-4BB1-8D2A-C6D482B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6C1F3-C0BF-4617-B2EB-4920495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20E74-5434-4DED-A426-E23DFF3A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0602F-D602-4DC5-AC11-5C2F586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CD6FB-140E-4684-9AA3-A4C52CE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61726-AD6F-4B00-B94C-9F5E5F1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42518-39A8-4455-948F-649BB8EA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65A5F-5800-48FD-925E-E742C615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D3FBA-BA61-4E3E-BC39-75923320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5A1F7-51DE-44AA-9E11-CC48E053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72B1C-AA6F-4C20-B607-F1DE2CA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FA345-2423-49A5-8E51-53AFA02D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63B3A-9F9B-477C-8E83-FF5EF86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33E79-9940-4FA5-80BB-1EC54CAC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C2B8B-5E8F-484C-94BA-0593AB67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70FF4-CFE5-4EE2-9624-1BA78BD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BE3F1-FDD2-443D-82CA-238BE425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C5AE9-B4C9-49D7-BE11-E7B66E2C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01732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841A76-9E9F-437B-8981-1506167B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1827A-F966-48C2-B0FF-2A8BDFDE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55A08-536A-4FBA-9DF5-F9DAE29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77CB6-B62B-45FF-9071-3D885EA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95282-9656-4AA7-8727-C20D4A5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669B1-066F-4AFF-892E-A761D9A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8D9F5-7E56-4598-B6FB-141D03D8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A9ACF-3378-4E5D-81CA-99DE550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AC5A2-E48C-4760-99CD-BC5BF133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FCFA7-1B4A-4480-91F1-E904091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4D839-D8A7-4F0F-A515-7D80D94D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25699-E778-4294-B2C8-BDAA83BF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22645-1B35-4936-99E0-8495BF7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873FF-C9ED-4D13-A9DB-B09815E1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2EF46-8CF6-475D-BFA2-FA2E5873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2A28F-DDA4-42CC-B7BD-5F66C58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A278D-876B-4B71-9740-D0EC6DE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80C34-0855-4E5A-A7D0-8162730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C4432-DE32-471A-8480-D0D40E28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A0C16-99CD-4D71-ACF4-E6FA541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CB79B-9F9D-4203-A19D-6CF21177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DC73E-E684-40B9-8FAE-70C5B83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5D59B-42F7-4629-B657-901452A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E263B-1277-479C-9A39-585CD52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3BE70-E45E-4A9C-97E7-3FC5BE6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F89EF-0CA3-40E8-81B3-03F4ACB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7E32ED-557F-46A9-AEA9-B3C8846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2FA53-A98A-4A10-8269-90851E0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96673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5AE97-1D4B-477E-9B0F-FB2CB9CB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5615F-43C6-44D8-B777-8D07610A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96FFC-7F88-4CCC-8395-1B0C5EA5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56F0F-74BC-4AC5-A2F1-559F4E55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5581-A6AF-4E6C-803F-9EF2315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Рынок: 4 денежных пула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1BE8C-5842-4F6D-8B80-6AEFB60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1D64D-5E7A-469A-B99A-0E0E949D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8BE59-6917-4AF8-88E2-5013655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8FA8C-DAE4-4F67-84FD-925560D5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96325-D9F2-4281-BB86-1E99252E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Публичные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6880E-235C-40D0-9EF0-9053B3B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83438-90B2-41B1-9CAB-C78FC7CB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/ деньги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382A2-ED7E-42C8-BA54-E647BD4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09266-D949-4E2C-8370-04450DE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60899-BAB3-482D-B903-301E807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DE92A-9763-408E-8ECF-45BC85EA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 /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053BA-50C6-43B6-B62D-10FEA0D5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C7EE6-0106-4B8A-90C2-B49FB653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The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46881-1B79-4400-A9BA-75A3914F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62329-D00B-4A18-ABC1-6B53261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Co-Star: 20M+ downloads; Nebula/CHANI: сотни тыс. $/мес public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95544-8C85-438E-8276-735DEA08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95D3D-6FE3-4C43-9AC2-C7A3C66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платеж за персональный смысл, но нужна менее “гороскопная” подача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87F04-620E-4313-9D9B-D683CDD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94B27-407D-4C0C-9BBC-0F8699E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/ habit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2CAB1-A578-40C9-94FD-F8852B34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6DDEB-5CD2-4832-A944-4C717803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42DEB-8F12-4F03-A247-DA928DFB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7DD38-B734-4EEC-BF59-56DC78A4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~$300M/year и 4M+ paying subscribers; Headspace: десятки млн $/год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CBC84-CE08-476B-92A4-0028B07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6B663-12FA-4A8E-BB75-B72B1CD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держится на daily ritual, trust и annual plans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2EA16D-252B-4479-9D4D-BEDF6C2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E11D8-C9AA-4A27-A1D8-E542C736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0CEAD-7BDB-4CDE-AE88-9264CC6E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F00258-F683-45A0-985E-FF788CDA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Character.AI, Replika, Finch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1FFDD-D92E-4F38-9B96-6416178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07820-2C07-4C1B-9DEC-9267134D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Character.AI: 20M MAU; Replika/Finch: ~$1.5M-$2.36M/мес proxy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931DAD-6501-450B-9F55-A59B48F4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743BC9-33B7-4151-9FFE-78AC1ACE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companion и avatar повышают возврат и willingness to pay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37E36B-7020-4E32-A1B0-44D9692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F88E7-4CA9-43E9-A3CE-209C017D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avatar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A7ED4E-4E56-4700-8780-3E260955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779A5B-7502-48D0-A77C-42A18FAF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Runway, HeyGen, D-ID, Luma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CCF348-AFA8-462E-A812-1DC11303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D5A8EA-B7D9-4AE9-974C-15F70778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video ~= $0.40; talking avatar может стоить дороже daily image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CE7DF-71E0-4046-B949-3B708D3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6C59D3-A089-4E3E-91CF-7C544240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 должен быть premium layer, иначе COGS ломает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9822B6-9528-4C6F-A084-549659F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AURA не выбирает один рынок. Она собирает платные паттерны из 4 рынков: meaning + ritual + companion + visual AI.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3FBFBF-7850-4B05-BABA-5E63A43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964893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B51D8C-9735-4283-9BBA-BBB489C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4027B-AA5F-4485-BEE1-1DE2F44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348D5-31BC-4EB0-88B9-62B63D9A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CF880-321D-4A27-AF78-E2B555FE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CE9C6-4473-4EC2-AFBE-E861E71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рынка: от категории к деньгам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03E8B-8BBF-4D29-A9FC-4806DAD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C85C0-C99A-459F-A138-7BFDF150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A0B0A-F7AF-4E74-BA17-7463CC15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Уровень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8D86D-9E9B-4F22-BD67-B4D4D3C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D5531-1F73-473C-9B5D-04E2ECB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считаем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EB52-C4DB-406F-927A-E1B610F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EEDF8-DC85-4306-86A7-9537FC14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C8914-F363-44FC-8E2B-F1F2B138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3DE77-5325-4B1A-A742-F241A31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Денежная логика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CB342-55E7-4FF4-A125-ABD66253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C7FFE-44A0-4D81-A8C1-948760D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D8C12-253F-4ABD-AA9C-4EB451CF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B310F-9E20-479E-8F8C-3EB2BC18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платные поведения: astrology / mindfulness / AI companion / visual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2AFA9-C964-46E6-8A80-429C3996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EF663-2732-4CA3-8329-28D202E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сотни млн потенциальных users в соседних категориях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5FED1-7FFA-4F3A-AEEC-D947BEF5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39E7E-CC83-4D53-993D-0F8CD365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уже продают подписки $9.99-$14.99+ и annual plans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357E9-482C-4C3D-8F61-C281700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C104A-036B-4072-94F4-E4D5F448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0E4D5-3397-429A-A788-DD5A224D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D9F1E-E253-4A18-B731-53F77DE9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доступный сегмент для AURA: mobile-first self-guidance + visual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DAE02-346E-4F88-8355-D37CEA24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8609F-99FC-4E92-AF03-1745B88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условно 10-30M reachable users через app stores, creators и short-form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9D68A-1E3D-4203-86CF-70B5696B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0C92F-B5EA-4CA6-9575-1537E23C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 1-3% paid это рынок десятков млн ARR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6751A-5943-4DFC-A929-2783885B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212506-3D82-4879-97C9-F4A81E1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D4A24-B524-4EB2-95C0-629FBA96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FFFFD5-CFAE-4A88-8FFB-B0838499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12-24 месяца, не весь рынок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F0343-E9DB-41D6-9A87-70C8C1F6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D0011-51BC-497D-9CD2-86859369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registered users / 10k-60k active users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189CC-E6F0-45FE-B4F8-E3B2E719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AF226E-6FAA-4027-827B-0C91D2A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2.5-5% paid =&gt; 2.5k-15k payers, ~$0.4M-$2.7M ARR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632AF8-E7E6-47DC-A123-D8DAD28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41BC54-F5A8-4DFC-AC14-1641C2EB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case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DF6467-87C6-4A3A-82E5-4400A50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2ACE6F-6899-4753-85C6-E9C746EA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loop и GTM повторяются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449168-D3E2-4C84-9583-E921679C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4583A3-8812-40B9-B413-8F1E074D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1M-3M registered users / 100k-600k active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A50169-8B7B-4C3C-912A-7BA56580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BBF888-E3A2-47C2-AF1E-72D59E22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25k-150k payers + tokens =&gt; ~$4M-$25M+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B5D126-0CD9-4621-92DF-9C44C7BC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FD0195-D116-4650-B782-5984D03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Venture upside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E71B26-67AA-45E5-8C85-33D3C56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35862B-C6B7-4A24-8641-2ED4AA37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 категории, а не первый SOM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2117B2-F47A-46EA-A737-C3ADED7F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03EE8C-1A1F-48A2-8825-18DFE62E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5M+ users и сильная годовая подписка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F3CB15-8673-4332-8BBF-BDB59CA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ACDA9-C5E2-44EA-81CF-277C78D3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$30M-$80M ARR path появляется только после retention + CAC proof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6BC7E6-6BDF-452B-9376-35E93353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100k-300k — это beachhead для проверки масштаба, а не размер рынка. $30M-$80M ARR — сценарий scale/upside после доказанной петли и маркетинга.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C8789B-7373-496C-AB08-CCCB435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6684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404E1F-0272-4A83-B5E4-764EB2F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E4113-F262-4510-8F38-3EB5BAD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63862-7B88-44AC-B9BC-D11D94E1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D93F9-967C-4576-BEAA-CB4F40F5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1BBEE-3E6C-4D75-9B56-74D10EA4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CA739-3FF3-4388-9AD0-3A9C6010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28803-42EA-453F-9BD9-A92E70B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49AF8-F30A-4A97-B08B-A0D771C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82A26-42CF-458D-81D6-2186D41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4CD99-6503-40D3-8294-17E5577C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CF80E-1CB0-4DA2-AF6E-154EB5DC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F5D7F-3CE7-4CA6-A32F-ED862B88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9222F-F3D7-4463-AEA7-7AE1A56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0C886-0ABB-4164-B929-8AD9C2A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B33AB-0331-4A08-93ED-07C697D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3240C-B075-45BC-86A9-A1AF0A8C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D310E-60EF-47F5-A9ED-3BC48B69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8555B-3E51-4601-A7B3-3A4DF6F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9827E-6C56-4A6E-AA3D-BEC150C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AE5F2-BA02-4F0E-BE29-7807651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C1333-7335-44D8-A33D-D7235160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CBCF2-8D5B-488C-8730-A796CB7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48950-6B88-417A-964F-4897BD75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49625-C1DA-482F-BEEB-4457D75F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009939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C3CCC-5198-4B0F-9729-8888FAAA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DA72-52A9-4882-84FF-9BC1E4C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EB4A0-3DB9-4A87-988B-91692C5F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6DFE4-4802-4500-AA1F-D32D275D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2B8FE-779D-4918-8A1B-F619127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02512-320A-4521-A5FD-60D3A22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C3965-6657-4E92-BA91-BDF652C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E49D5-5E85-4CCF-8214-9C74A49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D9BB9-FDC8-43E6-B70E-D3FE58A1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5D756-9A41-45CC-ACE2-D8FD7C1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80B9D-5B1D-473B-8DE5-2F739C2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2B0AF-A0F8-43F8-9011-2D91FC24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99C71-B785-4799-B8A2-FFD63A8E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C5C6F-1FE9-43C4-8238-D839B26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750AB-F786-445D-AEF4-DF420C4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73BC8-22B1-4404-9472-FFBFA629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49390-247F-4A33-A4FA-F93450F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39D83-94CD-4A3E-A4F2-8355F63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24304-0A5C-44F2-86DC-113BEAA9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7B0B9-B28F-4DDE-95B5-63386860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093F2-DDEB-4D9E-889A-BF1A9061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074EC-ECE0-48B7-AE68-1EE97B98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D7500-7D14-496F-A394-CD82E4AB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7108D-CFC4-4622-BE1D-0F859AAF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B46A8-EB35-4771-8FC5-E3AABE1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5D400-7F1D-458D-BBDD-9A13CA8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AE03F-8106-4829-8DDA-9016E47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54C1B-D21B-491B-BC85-910F238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25857-1937-451F-A57F-93C37282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F1EB1-3369-494E-8F63-9415D133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BE80DC-F881-44A6-B617-ADFEAA8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6B277-0A9C-4C0F-BCB6-E8FA6030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7748C9-434A-4535-B33F-506A9FDA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3BDA2-567A-4C4D-A925-579996E4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E6ECA6-5079-4425-B6E8-CF53B296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0BBCFD-F454-4C57-B87F-2CA1895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74EACE-E8D3-40D1-9D8C-54131D95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533D3-904D-4518-82CC-4E183EF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C2AE76-0C17-42FC-855A-912842FE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66993F-F82F-4C8B-8314-C2E9D4D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727319-C96B-4856-91C4-B8E4C8E4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E673AA-4E55-41E8-A5FE-107EF24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C5AFB2-B3E7-4437-B859-DECF669B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B622D0-5A30-47F5-91E0-568B648E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4B9D06-69DB-49C1-944A-C8B74B0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90D4F0-9833-499A-8AF3-851ED124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B4D5C4-9A3B-425F-9EA9-9B18674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E65244-E968-45F0-A071-3660313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9504DE-82D1-42E0-8135-E29F026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F25245-9AC9-46D5-B8B0-64595C11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BFA6EA-3C91-4FAE-943B-EA0E8C1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F75DB5-6A7C-4FD6-BF91-ED9CA61E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EA96DE-78FF-4E67-9948-6970479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0A44A2-4A76-49A0-9926-FF9D3597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E4B309-3C57-4AF2-A020-6131BDC5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6F5853-2C59-4D82-9272-1C622E48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DDF7B6-FFC8-41F2-8341-C589F2D1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B38C93-1159-4CEF-B185-F2F276D7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AD6FA6-153F-4C22-BCE0-5E3796D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E52226-429F-47E3-B23D-7AE33127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17777C-8075-4624-831A-D79E190E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64208B-DB90-4B59-B3F8-1B5FC85D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52934E-BB2F-4964-9903-C4BC66C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A6CACF-09A8-48A4-871C-13317F5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F3F2AD-CA15-4707-8571-0CE05B97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99CC83-6CC7-4BF1-8C21-4CAF1D06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370540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49682-8BC4-4FAE-BC5D-A093F285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5A6D6-277A-4321-B0F4-7C8B3A7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5C9FF-4875-4C84-AE51-B0152B00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5C28-AAD5-4862-9090-9C97D0D3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87B7B-B6AF-4053-816C-D4F399CB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84431-7763-4A86-AF37-C88FE3AB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BBD7E-0C36-4C3F-8934-438E04F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07986-211B-461D-8BE5-471FC719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44112-ECBD-4689-A113-78DBE65F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14B84-A4B7-44A7-A38D-A2C1C34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83763-AFF5-401A-A278-87A9B45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D457D-0C7B-4729-8074-29BEE3A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A8B93-ADE5-4200-8B04-5BA1D8A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24983-AAB8-4ACE-A6D4-F4FF4DC2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C4609-FF60-4035-864F-83BF8BA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38475-F194-4282-BE22-47C8153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18B55-ECDD-420F-A7F3-E3133E8D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085C3-7ED9-4C44-BA62-5E218DB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8143E-5671-41BC-9A22-B068795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31CC2-4471-4263-8C6C-40769B20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63D30-0707-42C9-840A-A0F51CDF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44C3D-B77A-426D-ADAA-09141712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FCF76-649C-4DEB-8520-B5C2B30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F099E-4C79-44BE-817E-96DD38AF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8635E-4F62-468C-80D6-ACAC1975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0DEF2-DA86-4D14-866F-890289FF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2A35C-C933-4DBB-A755-CED4448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47F7D-BE28-4C47-8A5F-E361AE99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3E904-AF43-4040-9E6C-4C7EB96E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94E15-D199-4D23-BD80-6C41739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F782B-2FE2-4DFD-84E5-4423FCE5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6CE0D-46B4-4645-A9DD-21D9C23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EDD13-E36F-4DFD-A2C3-650C53E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C0B09-A9A7-4559-BAFB-C2538E43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1A62F-2DAE-41A2-BCB6-07199F0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E6A1A7-6203-4A51-8D9D-AD2EA4D1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3DA9CD-9CD6-495B-A511-4946650E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710DCA-6976-43CA-B116-BF0C24E8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F8E960-1150-4309-A348-950FA7F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C19D9F-7BD9-435C-A34F-344B4C7B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F992FA-ACDB-4CA7-8EA8-87DF4AD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8A2011-952F-4214-8C7E-A9F297F5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5FD342-BBD4-44D9-B741-1557110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CA2A5D-222D-44DE-95AB-A5DA8E5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F06443-5730-4EA1-9B54-72BD2AFC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D0BD48-5237-4996-9445-36BCDA79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4B43A8-8B57-4FA2-B84A-478E4F1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376E9F-DBBD-42AA-B6C1-336A41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AD7638-B266-4D20-AC2A-D2786743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8B6B9D-AD60-4F90-A567-ECB6D0D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93C7A1-A43A-4408-ADBE-2D31E4D4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07F808-F05D-4CFC-8FF1-5CC106D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299455-83D8-42AF-894A-0A086DA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5165FD-27C8-4880-ACA3-488EF1E1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765006-BCEB-4FE2-9F60-FBC8E885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38FA26-47F2-428E-8B48-4FDD0F1B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788903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A96CB-18EA-4131-B06F-FBEF9F99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D940A-3359-4922-9CC3-B54F6D4D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C0F00-4EB8-4400-A0CB-6A5E510F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889CF-DDEE-49D6-A3BE-3B47CAEF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D11CF-1EEF-4E43-8110-49E9E8EF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данные конкурентов значат для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DCC6F-2FB9-4F63-B45E-4372C2D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2811E-0D29-452D-88F9-6F0792B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7BBEA-4235-4334-A987-0C842E42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0A6F5-9F40-4CF9-BA4C-4B50256C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19F56-0DC9-4C31-B75D-0963937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рынка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1C355-BDBE-4653-A82E-40B541B2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B584E-E608-435E-B1EF-7775CD0D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видно у лидеров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AAA8A-61A3-4F8C-BC68-C8109532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03B98-2CA0-4A58-9CD2-8FD7A62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8315A-EE30-4A1C-A178-92B7A98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57B85-66F4-42B4-B384-E4EF60DA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04B1A-8E29-45C5-A986-B480BEAB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4306A-3917-471E-B0B2-47FF0473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работает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62349-CE03-40BB-B982-F78A2BCC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34AAD-62A6-4E29-9E43-746F4AE7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астро, mindfulness и AI companion продают $9.99-$14.99+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1FFE3-C09A-45F5-9D1A-9DF7791F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B3C50-C34F-46C4-B475-F28ECFCA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тестировать подписку, но не обещать безлимитный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E57AA-BA1E-4D2B-AE49-D34202D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F49E4-C4DD-47F1-9028-E68B08E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Visual Plus + annual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C9116-73AF-4CF5-BBE1-BD957892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19C87-277B-4CA1-8001-56EED604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не магическая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D8A49-7255-43BB-8F88-AC02B513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A5118-8B87-455F-B2B2-AE1A4BD4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proxies дают ориентир 2.5-5% paid conversion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43235-320E-42D1-8162-A5D99D4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0B416-69F0-455A-BACA-E972902B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экономика должна сходиться даже при умеренной конверсии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D4169-A981-41FA-AF9D-352D8A9A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E7091-EB8F-4C0D-AA22-0DACA737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считать free-user и break-even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4B4DC-BEED-4EB7-B61B-40D7460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C7EF75-E3A1-41C0-B281-918A1F60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дорогое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2F3B4-090A-4F05-B30C-F6CA352C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77549E-50C8-4662-9E86-EF9A78C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дешевле Veo, talking avatars дороже daily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03E987-ED4B-4018-89A0-2F4A4FB0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085AF-C5DC-4769-9426-48B13A1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должно быть premium moment, не бесплатный daily asset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6439C8-03A3-4070-87BC-2AB34BF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5CE513-F9D7-4E36-8FCA-46C297A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 только в Visual Plus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7DEC9C-D56B-4C8A-848D-8BCCC308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FA213D-4FF8-4B9C-A6FB-CB0897B8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широкий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8DB1CD-BE44-4FB8-AE23-29E1916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E4BF80-8F5C-4BF6-A726-E4C722A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TAM/SAM/SOM есть, но вход начинается с узкого ICP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52A9FF-C5D5-4F36-8204-7661DE74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E588A1-0F81-470A-9F2A-6BC39091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капитализация появляется не из “астро”, а из repeatable weekly ritual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40B840-BE37-469F-BECD-E370B99D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DADFF6-29E1-4874-97B3-E6D116BB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доказать loop и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EB3F6F-BBF2-4672-9C6A-0BDB000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конкурентные цифры не доказывают, что AURA уже бизнес. Они показывают, какие цены, конверсии и ограничения нужно проверить первыми.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C48423-5A13-4669-A32A-584A9C2D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461058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2573FE-AAC9-4421-AFF5-928B5CEE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98569-F0C0-4723-9DB8-D9E52D23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0CE38-3B4B-4C17-82AF-B87CEC68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3B7BB-9396-4F91-8F0F-B2C337E9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84686-52DB-43E0-A6D2-CB4AB60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B5675-0B40-4D43-881E-0BFFF35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5643C-9AC9-4A16-956C-678059A0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8967B-9F21-43C6-B835-F614FA18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18169-CB4D-4939-B92F-919B6671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64654-18AB-4264-89DA-9E7C0A09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707C2-E859-4989-A8BB-178A25F2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5C61A-BA67-44A8-8EE5-C68B560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50656-87AE-4036-85E8-41CEE07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A2C9-2B06-48C5-B671-7385A310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FD7F7-CBD0-4D1C-A475-14436C1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09572-CDFB-425D-B289-6012A67D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7AE7F-6137-459E-B7EA-0881BF9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6049-E7F3-478F-98FF-2EDEB42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E4BF9-5359-48E8-95A8-8ACD6C3B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9F35F-8BD1-42D7-9DA3-A9DF8E40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5FEA9-C839-4C49-9C73-0091097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EBB2F-15F5-46AB-BBD7-8DA26583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5EFCE-A20A-4852-A5BD-A09B6E66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200B1-0AD1-45C8-AA57-0CF20F0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8F6E3-D23F-4CA1-B9F6-D667094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BA607-F7A0-48C2-AA9E-262F84DA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ADC68-57AA-4556-96CC-0DAAF17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08A64-F78C-4B53-AABA-CD77D5EE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C07A5-71FA-42C4-98B9-8462DA97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40954-98B2-43F4-A23F-E623075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AE7D9-7A93-4E62-B06C-A0CB3173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2D22D-FD2B-40B7-A431-7AEB7C02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2C1A68-B440-4416-B148-07808CA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244051-F3FB-4BF3-BA85-2FB242EE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9D30D-189C-491D-9A03-84206208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1BE77-2154-412D-B8FD-6ED33F5D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EA82EE-3FE5-4B14-ABA8-9E37B225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C09E91-9EC8-410A-842C-5E5BE70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C85BD-6114-4602-9281-BB0B58F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361196-4CFE-483F-8E4A-220ED69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95129E-68A5-4409-93A9-CB9BAF2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6EEDC3-2D5E-4883-97B9-5738C5D0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5D738E-722B-4451-80EF-D35E302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E50ED7-2E86-458F-8BB5-E9810D8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4E5732-F941-485C-A6B8-C13F5AA1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A8F006-8D8B-48D9-926F-CFB4FD9D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34DB34-FF95-4C50-88C4-DC8CCB1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C63D25-3379-4091-A94F-73531CB9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1B7B45-5E6B-44F0-A91A-4A0F863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9098BA-C365-438A-BF1F-10F1E7B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4828F2-1228-4CE6-AAE6-45C8BA78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2FC2A7-DD19-4DEC-BC82-20EDAF7A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42E8B1-8B8F-42D6-BD26-39D8F657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6AE89E-346E-479B-AC6D-0AFFBE27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A230F2-83C3-4F1A-A487-573284F6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FFFF73-F62F-4C84-A7D6-7005598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AD528B-7DFF-49DE-898C-0DF0FA4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1838715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BD0F01-59EE-49EE-87E6-B7441172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39D72-7679-40B7-9904-F71FD572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EE989-187E-497B-9C6E-BACF7721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31B62-0E31-4805-944F-0116B6D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D18F6-CA91-4C0E-9576-FB34C418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BE579-52AB-4591-8DFE-D5DB361E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C9F07-456A-4824-A70B-FC4280B9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8B1D2-F325-43E0-8C17-1918E607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FE78D-7B44-4676-8ED9-D2E70E3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0CF11-6325-4138-AA29-0181326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C74C4-2D75-40AD-807E-0E825664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E874B-3D48-4A5B-8BFB-288622BD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74956-9732-46FC-85CC-37A2A72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1B80F-CFC7-4DD5-9565-80F94E1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3B3FD-8C94-4C17-91A9-2379473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6F497-5DA2-44AE-B21B-30CD557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E1DE1-0065-4817-A56A-7C4BBEA9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5D1D1-4E29-44AA-8376-F8FCE9E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50AA7-CE00-487A-8E2A-FE8333A3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AA833-7D1D-4DD3-BADA-0B04E6CA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11E16-9B39-4436-B3DD-04411910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FF461-7121-4DBE-9E17-2DA93D5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4D994-4356-4997-967B-631F53B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BA51B-BD0C-4026-A7BB-DEB976E8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3DA2D-E72D-4ED1-8070-4C31437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AFDAB-85FB-46A0-88A4-E376EC77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8986B-1150-45F4-B8FC-8842C860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7596D-9AF5-44A4-96D8-67F447D3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A7F69-B7E9-4BF0-B132-B73177F3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76EF5-831E-410E-A263-E9F3543E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F924FD-3A67-4197-8757-20444AA7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2EAD8-979F-4823-9CFA-99698F1B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093AC-2264-40D5-91DC-E6BFB8A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23D0D-5439-4386-8C25-80D909E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62455E-189A-4C2D-891D-82081B7A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54B6D9-63EF-4AEA-BDD4-D31D04B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555E6A-4ECC-4FDC-910E-802FB20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1543EB-3F7A-423B-886B-010F0F26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2E7063-2931-4EE9-8F97-8502211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149A9A-CFDF-4E83-873A-8928191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B36F89-3DD6-469A-AA82-4C2C04DF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3A0C82-9DB6-4C0E-A2E4-7F250657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8E47BB-7D4E-437F-BBDF-AA7325A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792FDE-8275-4D92-9AC9-F074F6C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B40582-F3A8-47C4-A29A-C264CCF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4E8670-05DC-4E7E-B1BA-9E11FA7E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82566F-D84A-4D2F-8A81-36DFDED9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CF44B1-EBCB-4B15-87C5-0E546F40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3068D3-183B-45AF-A770-699E2B3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5C6FC9-E8F1-489E-B2C9-5CD02BCA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314344-9099-4ACD-8742-1D8BB8E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8C2BEF-399C-4C0C-9547-E3B58FB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A5E15F-D0E4-48D2-B3C1-88FC2569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B2BA5E-73D6-4AC0-8F5F-9B3D169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027F8A-20B2-49B0-A92D-DAABA678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CA411D-2944-460C-93A6-8E7C7EAC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FE0433-AAA1-4C1C-BC00-75D4FF35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57814F-06AF-4798-A05C-2EF6B6E2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388A26-0CF4-4E97-BB57-77F9944C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C066CF-74B1-4DFD-BCCC-60DDB4B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7F30C8-0780-4426-A4B3-762878B7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8A51ED-681F-40C1-B966-28FF6BF7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204EAB-8003-43E2-BB8F-1618A0B3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5A36F-6424-4BA4-8ABA-46522528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ACEB02-F9B3-41C8-BE4E-A458F6A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409B79-E761-42E8-95FF-4D0A90F5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6B4FDA-B78B-47AF-A829-CD0AA16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8485978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6FBE6-5436-416C-A8EB-6F3D994B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D7EFB-177A-4624-98CA-4A174C17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6C04-7292-4985-A580-A6AF4BF3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FFBCB-C326-459D-8681-D50092BC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8DC9E-1C8E-499B-A88F-2A8C4F57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D5B0D-0D03-48FA-B66F-D8D14699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328D4-B527-4B94-85C7-EE67565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0ECB9-D531-4D51-9330-48ECA5A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7E620-A4AC-4007-99BD-7BF1D0B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389EF-FF22-496D-A3D4-D544D146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88DE4-2894-4241-A4FE-978D554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7F9C0-079C-4859-9E7E-AE04478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DE25F-13AF-43F4-8CB2-E52A484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4038E-82B9-443B-86D0-C477CCBB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C6B38-1EAE-4B00-820B-50C400D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E17AD-4FE5-47B2-B271-7811967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F0B22-164C-46EB-90F1-0E016A66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201D6-2539-49CB-A7CB-69BBD2F2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21511-841C-41F3-B7D6-C56B8AE8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88522-06EC-4A30-AABA-B5E26A6F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8A502-4756-4455-8182-E7EFE1A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EADA-0117-41AA-8B38-C0A3C6A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41347-7CFE-4563-8EC7-4F0BA7C5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6696C-9491-4F7A-A7E3-F58640D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7C0E4-B26A-4EA1-96A1-9A273A0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CC741-1C18-44BB-864B-8C348C4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0D42A8-4C44-41A1-AD98-BD257A4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AC872-9C69-4EB3-91DD-58C062E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F40D3-DE8A-45C3-94C9-EBC6ACF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5757F-DDFD-4C32-B4CD-F1D220B6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94C7B-3BC4-460F-B243-EB1A4186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CC022-B8B7-4574-B1B2-4749D32B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478321-A0FD-4C12-ADE6-017473CD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16564-6FA9-459A-9B61-77B4F44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C49C5D-BD9C-436A-AF68-73BCFB41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C11F31-5262-4ACE-9D38-BE39B5C9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30176F-9CC0-4013-828A-EED45682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586093-B867-4751-AD21-30742EF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2AEA33-3730-44C1-95A8-7D63989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DAAF34-17D4-442B-B1DB-02762699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ABD5B-EDEC-45B7-A5F4-6778D440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733208-73F7-4C9D-94B1-6A710C22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07762B-332C-4B39-819C-F6A850A9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B5EED2-2809-4186-9ED9-665067C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67345F-07AF-4476-8D4E-0E81FCF1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B49254-734E-4048-B3DB-C83CFC6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98746C-1998-4925-A4FC-04D0E4D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51C9EF-6BEF-43DD-9253-B6F6EF1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0E0D0B-732A-4C59-AA27-86DC9EDF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B970D8-5565-4452-B0E3-88BE994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B25668-28DF-44D2-8925-B326A0D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0E1E72-0558-4ACE-B516-B611170A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8A7303-AEFB-4998-8517-D15F379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217753-27D5-4BA5-A986-FDCE47E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6509A1-F448-49C6-955F-41C83812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168A93-080A-4FA8-BD6B-FD8BF38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D754C5-D5B3-484A-B455-B3C7510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E0EA02-5C29-43CE-8D26-A3463699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14644D-9DA2-497D-B29B-9C527D8A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A98422-CB73-4A49-9DFE-2D3C2C8C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25B2CD-DDEE-4A12-938D-8095673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EAA95A-5014-4EB6-8A8C-2C50F4F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DBC0C7-AE02-4424-A138-63FB6D6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22023C-4DD5-4910-83DA-99F1A85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C75A1B-C550-4A70-BA22-55C96E9F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E607C7-E9F2-4ABD-B993-0B848DC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BD9CEC-1600-4FAD-8A62-E401BF6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434585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EBD69-0156-4927-9EBD-9DC45CEF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46C09-4497-47F5-95B0-DA9608D2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24F75-8923-407F-968B-8C897D3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600EC-B491-45A6-9365-CA31AECB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E714B-5EFF-4C3E-A692-AC309FCA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61FB6-06D1-4064-B75F-EE2FEBA3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C50F6-D750-4472-8103-AD18387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2EF5F-D62D-4A0C-B577-D2A44CED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95AB2-4E35-4240-9E5A-BA977DAE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C33F0-4F4D-49CE-A653-1961F7E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8EE8D-4067-43A3-B586-B680FAEC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15C89-ADD3-4156-8E50-CD9126F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B642F-A4B8-4B00-999F-5B20CF2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F0365-BD31-42DF-9694-EA8459DE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8044F-455A-4532-BF67-C9E08991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0D22C-CEA4-4AB0-8DDB-36F9FDC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D69E1-4018-4237-88C1-BA40E77C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F832A-CFEA-4C81-84DE-970BFBD8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8E4D1-94E2-4BDA-B078-2B10745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806D2-7347-4D7D-BAC9-509D3C69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24137-B422-476B-AE96-D413F2E5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C15F3-CD7A-4D9C-A65F-B83F86D0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2A511-A434-49AF-A247-71120809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85954-0D4D-4881-85BA-1953818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A1621-D94E-4253-B90A-10EE64D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2B19B-C12E-4BB4-A4BC-CD674E2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5243A-9FDB-45FF-9C9A-536AA5A8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3E5F0-45B4-48FB-B2F5-F8D4CE1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86BCDB-06D8-4C6D-8A2E-C61B412B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9E16C-0105-4730-B779-846A02AF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5CB0D-E7E0-4602-B1E9-CA5DC3A5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7FDD53-495A-4EAE-9DA1-6EAB233C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9CC41-29CB-4EE9-B156-F9D4EB0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00BDE-73B8-43BD-B0A3-490F7554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B6F4A-08AE-48E8-AFC1-E2D1CFE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D3575D-6E61-46AA-89F8-0E81A531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727B8A-AA9A-4CBB-B0C0-FEBD5607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32243F-F579-482B-851B-BB31A2F0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6D3855-6354-42C1-972E-E96FBC2D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F6C06-DB43-4E3C-996B-2E54371A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72752C-7C45-4F88-B6DB-95D1C7A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622CC5-5F6F-446E-983C-2CFF866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994BF1-5517-49EE-B2F7-5D75BB7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A52F0E-B41C-4E5D-82D6-47A8F72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C5B7A1-F31E-4929-AFA6-07E9ED9E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DC79BB-86CD-4410-AC12-8E05CB1D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B93731-767A-4CA5-BDFF-838F4D3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9A6569-D6E3-48DE-BAF6-FF28E9AD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B035DE-A0FE-4CF9-8378-FD9344B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9D34A7-A58A-45F9-8034-6D2BA0F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BA2C71-FB04-40AE-BF63-EBDA459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42F7F4-56EE-41AF-A3D3-A439FC7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94E7EE-C188-44AC-84DE-DD50230E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1242A3-6E1E-454A-B17A-D277282E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4C3932-DB62-4358-AE38-66D6FBFA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2847A1-0C74-4660-AA3C-E6579CC8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291169-4133-4388-A91D-06F42E3B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9442F9-D4F5-4CF0-B702-F0AC0E5F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3BA9E9-4A4E-494D-B371-7C8A907F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C633A8-ECF6-42F3-8404-94A7C00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0C2CEC-D458-4F8F-A17E-642BEA0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DF1E07-5C2C-44A5-9A8B-2343B58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17A266-0F83-4313-B38E-57AA33EB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FD36FD-54A7-4735-8C0D-2BE4B579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6D88CF-D894-4391-AB64-DC444BF6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E753E9-B60A-4606-96D2-8AA66EB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B6C166-B0A4-4AB8-A539-9C9C6FE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C5F716-1AD3-45A1-8602-234C3942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809068-E8F7-4680-85F2-2F936DE2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7FAE82-E798-4DE8-BDFC-A3B29B3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A84417-A9D3-437D-B908-D2E36EB0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3EDBB5-DA3D-40A4-B7FA-B0FAA832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B28791-0DA1-4E13-88E9-CA9A8156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15394A-1EF5-41B6-8520-FCF4CDA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54D7AD-D055-440C-86FE-BF575359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6CA7E3-F759-4BC3-9161-1AFC1736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321756-EFFD-4D81-8DE2-9E9E6EF0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7AACD6-1DC9-4058-8B40-B34EFCB9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922A42-8548-4D61-B564-A30C2FD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E711D8-6439-4142-8338-D57A17A2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5FD410A-020A-4482-9892-75144C3F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86E1C2-3E90-4D02-A9B6-4CA136B6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7B8704-5B5B-4FA8-84D9-D8275D7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2BC588A-2C6C-4795-8255-37D5CF7E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23771B5-3A88-48EC-806C-7C070F6E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2276443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D5BF9-DF4D-4D22-B0B5-F310F126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1106F-8330-40A9-9D79-43AE9F4B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CF35F-FAA6-4D2D-B131-0AE6346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BB2A-71BB-43CB-9676-94A77BE2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CEACD-354F-4007-B2E5-733C8232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80288-FD3D-46CE-8052-88AB15B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49ED4-06E3-4450-A92B-3BBDB91E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4B789-7C8A-426D-80BB-19A0CD3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41898-D9B9-4B78-9D06-F5C03D5A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C9816-C7DC-48E3-BF33-20610C83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5BAB8-D413-4933-B1D4-71D02F8E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7EFD6-F81B-4E5C-85F0-09401E90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82A2C-55BA-4757-A6E5-953046D9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6F0BE-F0DA-4116-8B44-21760C3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3638A-D4E1-4032-9AA7-ACB06FD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8B2F2-4018-41E0-A3AC-8F2E9D0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05AD8-6105-4BC8-95C3-F6B02657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3F124-ACCB-4320-9C65-74BD26DF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B4751-CF8D-46E9-B02B-9CCC0E3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0E296-72E9-493C-B8F7-03BB381D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77A00-D63C-4594-82BD-DEBB601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F22A4-F530-4EEC-83C6-FEE14779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4C2EE-B74F-45A0-B0A8-E87275D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86E72-2785-4FDB-B3E0-58B6BC0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9C567-B77F-4761-8C23-11CB41C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1DC6B-5532-46B4-8F05-4419FE6F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2AF12-5C23-4E31-8C04-63FC035E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9E12D-B491-4F68-9A8B-A79CC8B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94722-AC91-475C-874D-61A7847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E05F0-0A09-40A8-96F7-0FEDCC6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B202C-5930-4FCC-93CB-9CB52543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ACE45-FA2F-4A91-871C-DA21E12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F9155-0AE2-4864-BE83-D952AFCD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F8E3D-3AE6-41C2-898E-7B8C2849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528175-6D52-4DD6-9B8B-5D8BFDDD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F8D4F8-2F8A-489A-9E24-5376BB9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B31306-34EC-4CBB-AAA8-FA1E1D51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3E4A78-40AD-4228-8A5C-4251A87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A282B6-796D-4A79-B3BD-DD4F5EC3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13B7D0-B87E-491A-9862-AFDFD3D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795BAD-29FD-40E4-8384-4558CB49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59960F-37F0-41E9-9FEF-0C293433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6C7CD-DDC3-467A-B3B3-B99B70E4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3E686F-3422-4471-B9F7-F58F8FDE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662E99-358B-4DCB-B70F-C5A2AA69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948D99-F939-4F1E-9D80-5D3D4A4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A74937-1BE9-41E3-86DC-8111A46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4B4420-E447-47D4-9048-30262DA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D31C0C-7C29-4518-ACC8-82518F95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7A6348-095D-41B0-9A7B-A8D48CD3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DCE35C-857F-42BE-A67B-59C72F74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1FEF45-77AA-48B7-810F-2D58C202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86482D-7249-482D-82CC-8BC055D3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62E7E9-2154-41A7-9093-258660D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8C7209-F6D2-4884-B6B6-E791777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86FB85-56B9-4B24-AD2C-83781978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CB6EF1-5537-4B80-B195-CA4F5939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446E22-30EC-415C-9CB4-81C8956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233770-3DF2-4486-BD45-05047DE9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FA3C72-5C89-47D3-9C4B-D8CD5B86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3A0929-9DE5-49EE-B2A2-7F0B2AE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8E1D74-F155-44EF-A45A-C422E99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D5DB0B-9366-42B6-BEC5-0E3F506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8BD9F7-79F7-4EC4-BB15-C56F68B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016493-74AF-4C0E-9E9B-01DFA13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64E7AA-598A-4F1D-BA5B-61FB8E7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321714-2889-400A-9E40-32D27BD2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1401471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EFE3E-17FE-4376-8A66-356E2793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BFD07-C844-4346-A46B-335843F7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4598D-F81C-43F5-8B14-83115FD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FD065-7FF3-44E8-B4B5-E2F4F2A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087F-BC65-4BB5-B607-05C4B26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AD50A-5CA4-412E-AF06-B69C7C5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5039F-7B36-408F-874C-26643839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358A9-29AF-4F19-81CE-704CD00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20338-1103-4E70-B632-5D8EC53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94610-91FB-4107-8B7B-3591F59A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08A71-E813-4989-9B9F-F27D4B4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06DA6-0B29-456F-A620-E0FA881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AD7F4-6A37-4D60-B91D-BDED349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27305-D97F-4F65-8C0C-4E550ED3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F20DC-4E6A-4E6F-9E75-6BB9D019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02BE0-512A-46D7-8581-56A1D394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3031C-85A1-4833-A02E-B9FD8394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BE834-23FD-449F-A6BB-89AE3D5D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9B726-5C92-4049-900B-4C1D41F2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DD333-20BB-4DE6-A172-8EFC6EC0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B52E7-5AB3-4496-BEF1-430FB2A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6DA72-9319-41E3-AC9D-2DF53C8C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01DB8-630E-4D4B-BA2B-1F5A2BE4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27450-1BE9-48FE-809F-43B92FE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D25EE-6842-4110-B2E9-0A69E3DE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AD48F-FEFD-4D4B-A4A8-81A14A5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C8BE7-7544-497A-B454-AD6FBB26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239FA-9A6A-4567-9DA2-9CDDCEA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91FE98-BA96-4732-9AED-D69649B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B4072D-E659-47F3-887E-43B954E7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FF637-D1BC-4E76-9D5A-624B3C4A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A1160F-22AD-4DEF-84D4-271A0813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FF4BF-43A8-41D3-A4CF-0CE15EA0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DBDB9-B9B7-44C0-A6D5-97D85175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948680-825D-43A0-A8E5-719EFAF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73A137-5EB2-40EB-BAB1-40F424F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BD8E3-E19A-4E70-B987-2449F07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883A71-C9EB-4535-8340-6F837618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46CAF8-ED14-471B-AB15-2B1911F9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D24E9D-D588-4D07-8442-BBF2B428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968647-2DC3-4D22-A4AF-E9B70AEF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FC6132-46F0-40A5-BCA0-59FAC5E1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D377CC-CE39-4C02-BB2D-4CF08FFB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44EFF1-AB74-43A2-B2AF-E16F90BE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8DCE9E-A12C-41AC-A5F0-D1A23B39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C0E719-8E24-4070-A17D-198C2165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749423-9E91-48CA-8958-C096B2A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981198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C293F-E5D8-45B8-9DFA-C28EA8D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85859-D24A-464F-9118-1B9D049D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853CE-9582-4C70-A52C-170D9818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CB50F-58A3-49FF-9CC6-BFFB2141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2FFF5-6D70-4F59-B98D-9D7B61E9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FEE4F-A353-4962-B08E-9BC37309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36BCD-FE8D-4CB1-BA50-617C9B2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9C664-51DF-4B0D-9A44-ED4DCB13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E53B3-580E-451E-B0D1-E50455B8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B2E77-BA6A-4D66-9ACB-507DFB8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C8579-10BC-4A0B-A667-B58870A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4CF3A-1B2D-4407-8208-8CFFE9D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6CF96-DA17-4B9C-B866-E5A82CE8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26B2F-920F-453F-822B-392E54B2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07770-37CC-4466-A269-91C593E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79BEE-BE53-42B6-8E52-7414B459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3C56E-B3D2-44C4-99ED-C3FE18F4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59B2B-22A7-4ED4-BAFC-A712B6F4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7C0BE-EBE7-42B5-AB24-C8637D63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218B4-4765-4895-9999-49F4FE55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C17E3-C08B-411E-B3FE-967C434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8E682-3FBC-405F-AE4E-DA0358C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32D62-D8BC-4F8E-BF16-5ADA296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B5F44-DB10-4B9E-AF12-B516D55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330F0-5F22-4E23-9065-DF691CD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3CACC-F967-4758-BBC8-420068E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63FFD-2080-4D4B-B192-DC64F29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28936-74B6-485F-AB02-93904A0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6ADF5-91C9-49DF-A8CC-C2452425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E8C81-9275-4DC2-B273-27D89AEC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4A80C-0AEF-42F9-AB52-9F2E0F71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AB0D76-55A3-4CBF-9DE8-472FAC6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618A36-8977-4EC8-8A36-C3525D33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71DEA-8291-41B5-94C5-D7346504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AE30CF-6453-49C4-A7C6-3A8E5835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4A60D0-D1C0-47A9-9E3C-1DD2C9A8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A0A316-63D4-4B10-A24F-30260179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9F082C-8ECB-4222-8EEE-579D276E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C372D5-E516-4A55-8E03-D74194B5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A38EFA-4C24-4706-A2EB-C2730C68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B77ED7-3946-4B1B-9718-92910EF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6585AA-6DA9-4F3A-A015-B102EC5C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537348-4D75-42DE-9665-D61A151E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A16AE2-1276-4BB3-B374-364F5B0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DD17FD-C69C-4210-BFD9-3823A8A4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ED374B-E5CB-41F6-A78E-3FAC6953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E6D9F0-7D31-4EF4-A608-CAFAF838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C78493-A63C-41A8-8A42-7836E696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8BBA7C-3CEE-41E5-8A39-0413959A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25DB66-51B3-4B5E-9508-8469A90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B2C6BA-5003-477F-8AAB-9BA3E3A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D9A1ED-7D45-4BFB-94C6-9082FFF0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01260E-A1F1-427E-A7AD-DF02907A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60E218-121C-4439-AE31-D15BF3CF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2EDAB2-3EC1-4CD0-BF0D-9A9783CA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7A5054-70AA-4F0B-8669-931BAFF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20E77A-585A-444A-9E1D-B89FFCC3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09C432-D893-4DC7-A6DE-1F6BC897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416718-AA4B-4E02-9701-B6B82E9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3C8FA1-D219-4FC3-8EAF-68F73B5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158328-83B4-4B07-9FB8-FAA8DE3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05B667-43CE-4881-84FD-4612D3B0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21E243-210C-424E-B743-0895EF31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394AA9-84BF-49F0-9D29-E28FBB58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D822C7-1B54-4175-9FC4-645019BB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E159EB-B1D2-45C9-842D-47DFD0F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8F5B18-1B98-4134-A633-1B07C0BD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088F34-9075-40B7-A274-C3CEC554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04FA90-ABA4-4FD5-86ED-F82F6A3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EF2DF7-E101-4BD1-AD6A-F11D43B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6564798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258D0-8A21-47AB-A67B-78948AFE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DE5D5-BB14-4A76-A2B9-F7861D75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6BF8B-2BB5-4D02-9D6E-3236D5D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7B3E8-1F79-4CC1-8FBF-F70BCA6F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AF83B-0AFA-4349-9A03-310891D9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B553E-EF32-44C5-9180-3D504947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B6400-1B19-45CA-A3C4-A205E730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5045E-094B-468B-B790-2019225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3D035-BF15-4C77-9AC2-F88E979B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43456-48CB-442A-9B1A-6249154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3545E-6D21-493D-A325-CB05E17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383C2-746D-4016-9138-A2BDA527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6F8A1-7F2D-4114-91AE-C692B22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968E4-6A46-4CCD-B0A9-6652C3B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8ECEE-CD42-49D7-BA56-0B9D1C59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C0E3B-EEE4-4405-83F1-F00CD2B1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A438A-0818-428F-9309-ACABEBA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D29C9-AA1E-4E55-9F99-19DBB7D9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845E2-2A28-42C8-A27B-41584CE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80BA4-3F33-44A8-91CD-1C5A3EF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51E7A-6922-4A94-A43B-14AC38C7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455F5-C5D5-4A11-BDDF-4940446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8BB1F-309B-42DA-9CAD-65A27081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463D0-E315-44AC-869B-6108D37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F26DE-5361-4433-AA46-4D396BBE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41915-9AAA-4037-A87F-9B7C93C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5E6C6-A865-414B-AF76-F10907A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50F1C-22DC-42AA-9C4C-FB260027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8DA8F-E9E3-41FB-B830-E6B3179B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896FC-9F23-4848-A047-F00BB534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76B0E-DC9F-44A0-A348-73E02EF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1E4E8-73B4-49AB-A63E-EF1534E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1C092-722B-4341-AE4B-60BA35B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21EE4-BA35-4CAA-815C-D565343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779579-18A2-4EEE-A913-2F65749F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A5655D-1705-4081-96E7-9D600C42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62BF00-2BB4-4BC0-8CEE-450A567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1A11C6-B594-469E-9781-01D096E8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0F1B24-7F6B-4359-B082-931959F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60695A-87AB-405A-8DF9-20D46172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11A893-F25E-4BF0-8ADD-72F91A39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6F14BC-E525-4C85-9946-7D7C20C6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FFCD2F-265F-45FE-B853-A32F715A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48FCD9-67D2-4CB5-A0FE-5CEA7C3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AF8FDF-E6EA-4905-900E-BDED1186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1AEE19-E9F3-417E-BADA-F71857F9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ED9F56-96C8-47C5-9C88-1B876C3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093785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A9E05-0C4A-41E8-ABD4-94C5408C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F268-2F6E-481E-BD3F-320C0CB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D8CCE-D298-4888-964C-AAAE7D6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6E144-6ECA-469F-A839-7C98BB98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D2465-37B2-48BF-976C-40C6AA40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BC1CE-E713-474B-9FF4-A702B48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EBA06-A6DB-4AEF-9ED5-494F39A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FEDFF-07A1-4741-9CFA-9A04C842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B63A4-5346-4865-A8A2-D7D3D86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E247B-E92B-4B2C-BCFF-13A50CC7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40960-397A-411B-82A4-9FF0EA8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19929-A8BB-4FF6-B617-4C63996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C37C6-DF2F-40CF-8A0E-264DE36A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89B32-9D97-4745-BBEA-CA866A4D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1CB7-4EBF-4F5A-9728-6C92649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62FE5-67B3-4124-B457-0FC33E64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1410A-A170-4F09-B7A6-DB1AD49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BD43C-EF98-4292-8BFC-64819CDB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96CD8-C2C6-40B6-96EA-F316EBF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72668-44B3-4660-B752-C1ADFF8F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B4CF4-34D9-400A-BEDE-388C8B1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960B4-BDD1-4879-8BA2-44E4B621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5A705-592E-4DDF-9207-67FCD7BB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1FAA5-6136-40B5-8D45-F8C22CEE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76EFE-6F15-4BF6-86A4-A1B6521E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79451-E692-409F-ACFD-57C6D306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59A3F-2BD0-483D-B54F-8C8486E8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C050C5-A805-4E1F-B549-108905B6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729EC-DA40-460E-A664-97856F77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4B09B-F2E4-42B4-9FE3-A4D647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9A68E-0F8A-4831-91F5-6643692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C2E0C-3A66-4624-A340-30006EC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78F76-8249-4C62-8D2A-06BF9914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BC4D0-B3B1-4ABF-AC06-C969B75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C6FE55-BE4C-4B43-B0CA-40003F05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2F508F-BC8A-4FB3-B4A7-2C3DA21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EA0935-3CE8-49CE-8383-AE4DE935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097246-E04E-405F-A3C6-FBB8F40C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C0AE4C-5503-4513-8E3E-E47CFEFE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DF3D7A-CD93-4458-B79D-B2164418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5B88B-78E3-4564-AF6D-CB34C466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AACF4-2F97-421B-862E-2798D92E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2F08F3-B3FA-4851-A8C8-A95773D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5C45B7-5AF0-4DA2-A922-3AA7D3C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28F269-EE0A-48BE-9EAC-AF68EC49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73941E-1CB1-4E3D-BE1D-44B23A6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7EF6BF-2B95-48A5-9835-B1469A8E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19D5F5-0F01-4190-A5C4-D01D06B7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BBBFB5-E678-4653-9FD8-5DCC3BA6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474F8D-5658-4B24-930B-AA622AB0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17A2C1-C602-4E56-9D6D-EB38D1CC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42DC2F-9785-49B2-984C-01A021C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637383-C465-4B9E-9CA9-DEF2631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8D473F-7FB5-43E6-8C3C-1ADAE7F3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DAF76A-601E-4748-8D94-38CB5714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6A77B4-30F2-4F09-9D53-B05D55FF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0CC8EC-9F53-4EDA-9CCF-05E0F32C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590EA7-AD5F-4BB4-BF5F-D62E07E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DF83B8-2854-47FF-8EF5-F2A4E079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71EC74-FFB5-407E-AF78-2FE057B4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E28DBE-E8E2-4B27-A487-74061ED3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24DDE4-4158-41CC-80E2-600803D3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4F5928-26DB-41BF-A0B5-E40308E5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F70027-234C-4B6C-968E-383F8B4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120516-EA20-4F6D-9276-224041F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30272E-DC7A-47CF-93C6-886E0B21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6577AC-F713-4844-BE6F-72DAA1C3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B28F65-0886-4592-93E2-902CEE05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B7B8E8-48F4-478B-882E-F2D41FF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1097EF-3B70-468A-9C73-93ABC44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A472FA-2FBE-4FEF-9366-6C1AB58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0BCFDD-CB95-4FD3-8660-2BA99DBC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9E0861-C597-4DE5-B7A0-B948384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0E90390-3878-4340-86A0-B9FC2868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5F03A5-0811-492A-93BB-06370AB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E5CAC7-2B09-40E5-92E7-1810627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2FAB21-4EB8-4F8A-BF36-539A937B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7BA830-2D29-4336-A4FE-664DF956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45D6BF-B58E-48A0-B8A6-40F78A24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E024F8-8C26-4434-9C37-DA26EC1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28973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5F0C6-B79E-47C8-B3FA-B2AE6DE6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671FD-6F2D-40B1-BB36-5AD1543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94CB2-E617-49C3-B7A4-D01D9A77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70DD5-1B91-4B1D-B2EF-53239DBB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47EC9-E0BF-40DD-A33A-A32DAD8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34F43-C6A9-4CC3-B793-B5AFE2E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16959-F1D2-4697-9265-87EB49D4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C6940-C21A-453A-A905-A349920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493CF-6404-46B2-913B-2443BCD3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87DBF-3912-4400-9F39-3E86704F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8D35B-B408-47F0-A4DA-4ED7E4E8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A3E8E-D702-4047-A5A4-CF13F877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69371-0EFC-4054-8676-6B5C73D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F4BBF-EC43-4FD2-9C62-A77F6712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D8524-BC05-42CE-B998-6B970D0A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9DCF2-71CC-4533-AD4C-C6C3162A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2F788-F643-4375-ADFA-B49C78A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DDDD9-97D6-4D8A-8735-53650E9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AA96A-7107-4091-8559-761317DD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65C39-B421-47EF-9376-EC825CC6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72CA5-EEAB-4C9D-8A85-EF343E03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C3852-FDE7-47D0-A055-92EABB5C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20BC0-9D10-45C5-ACCB-2F9FC2F1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134AA-305B-4365-AC40-656003B8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AF8BD-2818-45EE-9FA7-72364505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F51AB-3638-4D3F-B052-2E85335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FBA78-51C7-4AE0-BB2E-92DE34E8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16A13-FEFB-4774-B0F5-1CD3AEBC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A4FC2-FA68-4940-8D49-DD04019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7B400-5C2B-4913-9324-E54F33C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11204-BA49-442D-BF43-BE1B596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59A663-DC25-4112-A7EF-4720B2CB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A8F42-453B-4715-AA45-F2432E59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AD865-BFB1-4E09-9E26-A8F2DE0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8A0384-17DE-4462-94FE-BC3A771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C873AF-0670-4768-B92F-95F99DF5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7C96D-AF5E-409D-B098-7129FFAD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E1D6B1-7856-46B5-9A36-E1EF58B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FD376-9F84-4560-AD05-CDE10429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D50473-4F7E-4C04-A533-1F42572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CE1E9-CDA9-4C9B-8595-FE78D8F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51B212-F31F-422D-B1F8-A6166C6F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DD13A-26D4-4D60-9E44-E670EAA4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6D56E3-977A-4681-8F53-6501C900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B6B6E6-1339-44CA-B8E8-69C70092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4DF962-F629-4D2E-AB94-34820B0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C5EA52-4595-42F9-8A52-7D75FBA9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138264-183B-404B-B8F4-8538452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D3A9B0-5B53-406F-8837-BB34FCD9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45F7E2-B8A3-4209-B2DD-D468A79B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398B34-C0C0-4ADF-8AC1-ABE2B7CB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7721C5-5FC5-4B56-8645-B0FC329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AF91D4-B354-473E-9A3F-38797A9F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5FDA99-F894-4301-8088-879788C4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AE99AE-7775-4701-900D-4B8C0CF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039955-7C06-486A-A2DE-44A3D2B3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D96D53-4E50-417F-94B1-90A35EFB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5331227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3976C6-8CAC-4E84-835F-32BFFDF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69B49-DE4A-44BA-8B38-217EA2EF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050B9-D970-4130-AA6D-2A5AFC18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F1E27-63FF-4F0C-9EF6-5FB4A86D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13C57-408A-440F-9C22-32A1CA9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27B0B-1389-4AE2-A624-78E7FD6B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9DB6C-888B-4D0B-9E25-F2046F7B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2776A-C7BB-44B9-BBBB-9C8751C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46A5E-B6F8-4E8F-AED4-FEF68CB4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B6A63-D7AC-4412-BC68-8CB54439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A3C5C-1BC2-4CA5-9FF6-7B28031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8A5EF-BECB-4EC4-A8B3-1EDD370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28EA2-3AFA-47D8-A27A-1F8E2DDA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59252-FAC4-45CD-8232-955DCBE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B865E-08D9-4AA1-9F21-ECAF26AA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CF4C0-B4EC-45CC-A73D-29DD86D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AC225-3A05-4917-A54B-750CAD6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49BD0-8F06-40ED-AA80-556C7DFC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F65FE-FF0A-4B1C-A69A-EFFD9B55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9A8BF-1DD4-4305-9741-FB3DA8F5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74FCE-556B-4FBF-9AB9-60DF3FA1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54137-29C0-4254-BB7D-E2DA3952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714BC-62E5-4A25-88EC-6A6571D7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7951156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FFFAE-3B72-45C0-B8A7-6C0C0F8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AF934-38F4-495F-A93F-7C6157EB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A528E-70FC-4F26-B963-203A3889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A1B5D-2BB2-424E-BEE4-1BF4834D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DAD3C-31D3-42C2-8C39-95679B5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DA0CB-3973-4D89-9F4B-17B48839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771EB-FFD4-4A89-B3AE-D49A76A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8E213-A73A-4CD7-8432-0994862E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71594-AC48-4192-AF4C-0E628F0A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9EC5A-020B-46F9-A48E-FDACF2DE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E2769-5AFC-4D19-AC9A-0865D1B9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71FD5-D114-45C5-BBA3-6B7A989D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73FD5-5343-4D05-8497-5272982D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9E97-F2B6-45ED-9A69-3431FC4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EEC45-F63E-4532-8A66-EA6F044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9AB67-58E0-498C-B487-83B176E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CC31F-2EF2-4588-A682-EB2D2A4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871A9-F976-42D9-B6CE-AA3DCB1D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8DD30-387C-4DDE-A0E5-865627C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478FB-BFB3-47DE-A0D3-D3914CD2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DCD85-8B99-46BB-8EE6-2022EE07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11488-6425-44C2-9140-0E431C7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2B168-8CF7-4E2D-A81D-D8C18087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39392-41AE-4F1D-8599-19CEF02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730ED-9FF0-4E8D-96F2-9FDCDD2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97184-31D0-421B-BBC5-BC60373E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76F4E-C4BC-423A-9639-5E830C8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E768A-427B-4FDB-82C6-0DE8E9F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36382-FE41-4F5B-BCF2-22E9639E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17C25-6950-4223-85C9-347C45B9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34EEA-DA88-48BE-B291-F6266220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92CEC-C45D-4752-B402-FBCB21EA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88CFEA-9C6A-4108-9081-F60B4227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9995A-AFFA-4282-8400-C1CAC65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EDA364-9054-4229-B951-EFEA5948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03B690-255A-465E-8AFF-CC7D0B4E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F25FBB-3143-458C-B016-09CD1981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EA9633-C534-4570-947F-EFBA70B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2F5BA5-F8BD-487D-83FD-5B01F09C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A31E75-6364-4D2F-838F-2C57DADE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FFB192-6D65-41D2-9EF2-FE56822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C083F2-1478-4746-8A1F-6A27184E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4F164-D1FE-4B6F-B538-3CEB47B1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63FA38-1772-4C0F-9A61-3A1EDEA6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087ACA-3D4E-4187-99B3-DF9E0AC7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F3B265-9CDE-4C81-92C3-BE88A7EE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29E849-2431-496C-9556-E8BA3C3F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012277-51D5-42C0-9033-08B63FCC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689988-7CF9-4E52-B224-7E8CF9D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3252979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82F97-47CA-4D8F-B5F8-D67DFED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21A90-6983-4493-8013-2F4B87D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CE0AC-56DA-4074-9077-8E53728F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C9DCD-B299-42F8-81A3-3C9DE20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B49EA-284D-4C2C-AA57-87E84378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35029-9FC5-45BC-8596-ECCDFE62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C6A60-0DA8-402C-9DEA-FAFA8DE1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7765E-A8B3-41C6-ACF0-5A08BC4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67A7E-0957-4E8B-87F6-602633DA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FEC26-CF85-430B-AA64-BCED4737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F9B6F-8B74-4079-B967-15CBDECC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6608C-D7A6-47E7-B663-3397E65E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855CF-C8FE-4DDC-AA23-81C9ACD9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062F3-9C87-4931-9144-CA388AE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993BE-BDDD-41C3-B4B4-B7D58E01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44CF6-0C37-4459-9E5F-4FBB9AC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8C437-A836-4187-9DA1-08116AA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EDD9B-B02E-4A9E-866B-892B9D25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F7E6B-91CE-4197-8BBA-EDDA354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01D41-ABA8-4DE2-A356-2E5008A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2D209-0428-4D33-8CF6-8E00930A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2B34C-5325-4BBA-BD1C-1BB184D0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D73FF-17FE-4B44-B1E5-071B8B5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7FF1B-3F6C-48EE-AAA0-66EF436A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C7C4E-CF17-4AD7-AA6E-5044B59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F1FB5-D52E-4AE3-BB62-DCA79C63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78A49-EE99-47D3-AB99-5D9AB6BB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853013-8786-4689-8C3F-13822FD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E22C2-F9F0-4150-85F8-F0B812B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FDEFE-E237-4445-9653-5ED2B96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56D03-FB1E-436C-B7E8-7BDCF509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80EE3C-D357-4DFB-BC44-24501F85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7999F-3129-48A2-89B9-6CED669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34B34-E4D2-42DE-B15C-B5724C39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AF613-6150-45D4-B279-3EE88A4D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D6DAE9-6A42-4311-AC44-80FD5D1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EAE252-6C5E-4257-AF96-3EDC1FA7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1B2998-8CAF-459E-AE29-1B520D3D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91D1A-5E6C-4D64-8392-925E4092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A2022-E91E-4634-923B-B618D66D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7EFF3A-457C-4DC5-8568-728F66C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2BDEF-2E71-4761-8503-5E197AD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3AB37E-68AE-4EDA-9255-54EAC8F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7DECE2-B74C-48DA-B56A-B011C8BE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FABAF9-B25D-4A42-AE7B-B8880E1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74FBA6-CA22-40FB-8BD7-2E257CA8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322A8A-95B5-4EE5-AC82-012508FE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CF875E-2630-4933-A1C4-18010D7C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452269-B51B-47DC-BED5-C1DDA912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E993FA-F7C1-4E5B-A535-33D99AA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0B7C2B-64D3-460E-8632-98085E36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AEB05C-1448-4E3A-97CD-ADF7B61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841F68-2818-4A47-BD15-97F9ED82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4553D5-BA11-49CB-8743-F85D7CB0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BE18E3-869E-4D57-B6E7-142258DC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899667-AC9B-4D83-AF4C-BCD473FB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A1E9A-DEAF-4ED9-A66B-4DCDFE46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4431537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11177D-4502-4C62-A861-24582D13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A4846-6B0D-4303-A8E8-09AB1EB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CB611-1AEE-4272-A334-9656063E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EE368-5D5F-486A-8537-BD6CE931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23045-DA97-4254-A431-DE9D21F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AD2F9-39ED-482A-9B02-3E018A74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3C0E4-EF41-48F5-9327-CA38E28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0702A-2CFF-447C-9E27-4155541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E3537-05B0-49DC-A80C-A50F8E6F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0DF6D-2D9D-46BB-96A9-0498ADD3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9580F-69C6-4EDE-90F5-A4BEDD1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C0CC5-4CA4-40FF-98F8-1BC49CEE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F315B-9A77-4108-A4F4-A7659620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5324E-F70A-451D-AA06-B53F12A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96C40-B23F-4073-AD11-C4857D1B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E9919-9AEB-47F9-9E84-AF32C95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AEF98-7981-49F2-884B-B319FDEE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C4BA2-8AA4-45E5-8564-AEC020F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3CD0B-948A-491A-B989-42E142A6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BC3A8-223A-41AD-BF9C-D84E054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4F3DE-318A-4D43-A060-D286BF49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01261-51B3-4E3D-92EB-2F206B3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1FB79-3D98-45F2-8A8C-AAB2BE2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07B58-29B3-4818-AF50-FAC147C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09FEC-CD59-4951-B291-5ECD8283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66D97-A24F-4F7E-8AA5-519EFDD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6A233-0FE0-4761-835F-5654B3C1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62358-21AC-4A2C-821E-6F027765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8D1532-9611-4452-ABF7-7E21B40A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E9F81-C3CA-4E1C-ACD3-216915E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9A49C-1987-4EAA-8F4A-11818C6E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2950E7-7BFA-4FA5-88DE-BC75CDD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A532DC-1B5B-4B74-83CC-081ABCCC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507B7A-79B7-4EEC-94B7-64562E19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27920-ED01-47C5-AF29-A846350B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3C476-F7DA-4F9D-9E2F-68A218F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5CA835-0AD3-42C8-B06A-56858053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B09EEE-0C48-40A1-8492-7292A14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66A027-166E-474A-8862-F4F07E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279986-62B6-46A0-8FD2-44C9516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8F7782-55F6-461F-8316-45BCEDB3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94A7CD-07B2-4B02-B591-260715D7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597D3B-019A-40B1-ACD4-436EA12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A7108A-AD60-414F-9EC8-B7AF941C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8775D1-7680-4B6E-9C8A-8F3EDEAD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DD4A70-FE72-4457-92F1-61F8054E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442F1-4E53-4F51-8801-74F566F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77400-51EF-4D12-AC22-9A80C785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8662E9-9D0C-4956-B06A-AF2EE4AA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9F0088-45D0-43DC-845A-323501A3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63C527-FD43-4193-BDDA-B5306033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489AE5-AD22-4072-BEDA-936B1FD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6207FD-DC3D-428D-B71D-2CFE891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534C50-B328-4EB6-A7CF-C45D404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B5C2DB-F37B-4FDD-AC65-3ED95A5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C5EC6E-2155-4001-8CD7-B5DD5861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A799FF-2D3B-4E6D-ACBA-49BFABE4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0496237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83782-F04F-4DFB-9B74-DF5BD8E4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DE91E-6126-445C-AD9C-B5947AE9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65109-C0D9-41B7-BC85-4E9BCC0E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F412C-E5C8-46AE-BBD4-2E15B857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F4A15-48DE-4C37-8D82-CDB18508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42E51-0E9D-499B-ADDA-E9C6C9E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645DE-4713-4CF6-8DF9-CE71757B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FB00C-5B12-429F-9B58-117CFB1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E834-D3BB-4EDB-8212-BF3F98BD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10DAB-C93B-4BA6-A2B1-E6708C7C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2601F-8EF8-48F7-B8EA-82FB045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C814D-B06A-444F-B9D9-284DB4D6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E123B-4DBF-479E-BCE9-CBB81B4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AA48F-4484-4BAC-9CA8-9F6E7BEC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789B7-74C9-425B-A755-1F226F7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7B55A-2C0C-423C-A3EE-E1BEF94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9322D-7C39-4B38-B763-BAAB3388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F250D-9648-4374-928C-072445C2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5390E-E3A9-4CA6-AF80-4FBDB3FA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19646-4276-4983-B74D-01C30C9F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7E1AE-E123-492B-AD1F-A68BD93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CBC9B-AA10-41AC-83FB-A4CDE32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3B1AD-908D-4ABB-8B35-58CD8078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51376-A35C-494D-ADC5-3A9B5333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8349E-5BF4-4C21-BEDB-8F9BE2F8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28CBE-09BB-4639-87F0-DAC1D5BB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26789-4DCC-4C8F-B172-8DF7F54B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B1E36-2037-4AD9-9A48-12DFFC7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6F40A-EA99-483C-B886-E95B5B0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35E45-BF3E-456C-8E06-0717997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D5525-1F03-4F4C-BC45-ACCCA0B7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B1C74-DBA4-4F44-9EE3-1F3E03B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066C81-2883-4249-B1DF-368F1026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C8D8EA-B838-4AB1-A16A-0113CB2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19C09-D04B-4EBC-86AA-0BBD858E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0A7829-3AB3-459A-9C2B-8293D49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DD17D1-2E53-4AF5-ABAD-D2285540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5AA10-FF24-4AF2-90D6-5884FFB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851C93-1AD5-458F-8B18-395B69AA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9A4AAA-CA96-4CA7-8FCB-50B1245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C53409-C4E4-4AFC-84DE-D602080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751B1F-3863-4DEF-A835-328A0DB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859FA1-5F9E-4C0E-9E7D-E13A4EF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2B4E8B-CB96-4DF3-AE9F-5C4142B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F21979-C9CE-4A0B-8DE2-68FC8C24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8441367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CE6F3-51FD-4969-8FAF-FC6D7B4B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A122-286D-43B1-8CBF-CDC2C80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D24E9-A45A-437F-8B24-8C73133D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4CAA-5AE5-47C0-B230-E31B8E0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69FE0-453A-4BAF-B3E9-8FECF10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29C4F-1A1A-4A0B-B297-6D94FBB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CBB2-63CD-4A54-B26E-A09480DB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552F7-7596-493F-9581-7C349AC9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можно использовать как план проверки и основу следующей фазы, но не как доказанный бизнес без данных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02DD6-A0C3-4974-8712-74CE3248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2E315-A04D-4143-8DA5-973E8BF1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9D1FF-5ED7-4463-BCFD-F2417081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57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2200A-1148-404F-B195-462433E4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уже понятно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95F42-682D-490E-87DE-DCB58CF3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43F2D-F5D6-4D25-93FB-AAB2F8EF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24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остается допущением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5A966-03B2-4EDF-86FE-0283B8B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6A67C-C511-430C-AFD6-15F5C1D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проверяем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6C995-9F71-4907-8738-459CC4F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23053-5173-4E66-AD80-DC82287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AE7CD-2B2C-4AF5-9B6B-D1D28FC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907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EEB44-4B38-4D1D-8ACD-C53A64C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574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4D9AA-8ADC-41E8-B319-C563663F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907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29ED3-80A8-4284-B81B-0036F50C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574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насколько сильно пользователь почувствует причинность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A5A6A-E750-41E3-86D7-CF3391C2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907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8B787-F1BC-4F95-B9EF-88A98D3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6E0DE-DEBE-45C7-A7DA-549544FC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80F31-C3DC-424D-9150-A694F30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3FC2B-6218-48E3-9168-23A260FD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241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8B967-F4AF-40E0-819C-7A6FE57D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908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1DF3A7-314A-435E-92E0-6C548DA4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241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AF505-B6EE-4CD4-A174-F029266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908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точная себестоимость зависит от провайдеров и фактического использования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E01AE8-FAB1-4E9F-B8FD-B24FE45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05DFD-55BE-43DE-81CE-00E367F3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26891F-98C6-4528-AD84-170B701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32428A-753A-451F-90EA-B504BC3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916205-FC85-470D-A13F-12FC4486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575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AC459-EB6B-4E11-B186-1BFCEFD8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24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лучший старт — авторский контент и теплая аудитория, не закупка трафика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B5558D-92FE-48FB-A42E-0D58560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575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AACFB5-7D0F-4066-8EC5-D3D43A26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242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неизвестна до тестов креативов и лендинга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513A43-A213-4CEB-82D9-36C4C4E3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461E8-DD21-4A0A-A902-16F8B322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креативных hooks + маленький платный тест после сигнала оплаты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0B0BA5-CB60-4DF5-A636-40548E6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7951C8-C59B-4A58-ADC6-A9B8A66A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E0E11E-9FB2-4FA9-B471-48B2FED6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909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056C3C-62DD-44BC-8DE4-9505526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576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должен начинаться с изображений и лимитированного видео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1E4B6A-7DB8-4189-AAAB-D3887E9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909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E7D6EC-FE15-41AF-B658-9E6CE203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576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 провайдера влияет на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ED7AAE-8E01-448E-BFE5-3FABEE9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909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DB731A-6A29-4D8E-B2F0-11CD5C45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576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перед разработкой и поставить лимиты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25BFDF-2228-478E-86A7-3FA3C4B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FFE7DB-1CE7-47CD-82CE-6FE7491F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D101B9-0B58-40FC-94DF-5BD62B8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24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1D12B1-8B76-4A4A-B0E9-B30F9B5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91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62D07E-958C-4958-833B-9A04A44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24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BCA1ED-5FA3-4253-8A8C-79031237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91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еще не доказанный бизнес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604427-6993-4AC3-B937-D68FEF16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24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79F9BD-F27B-4BEC-AD82-82AC845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готовности платить, причинности Canvas и себестоимости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3BB79A-A646-4BAC-9BFD-9FB324A9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2898A9-B74A-4954-B982-CBE0110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889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B269FA-1946-46A2-B5B7-A14D514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643063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6D049-A5F7-4318-9973-2104462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AA5D2-C8BC-4C2D-BBB9-427D34B3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89FB6-D87C-4D98-9525-D9ABE4C2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3C0F8-9900-4DF3-A1EE-0954A69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7E8ED-9827-455D-B47F-7C673BB6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A483E-3DBA-407E-95C6-E52A665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29C1E-04FB-4187-BFBC-B46DA765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4E99B-8C0B-418A-A968-237EC582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68DE9-758C-46E0-82B0-0C20C2C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E08B9-B0A3-4FDB-A9BF-CF569ED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69872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2026-06-08T06:13:43.4180000Z</dcterms:created>
  <dcterms:modified xsi:type="dcterms:W3CDTF">2026-06-08T06:13:43.4180000Z</dcterms:modified>
</coreProperties>
</file>