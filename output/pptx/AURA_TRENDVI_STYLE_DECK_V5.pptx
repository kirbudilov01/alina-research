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71c9cacf0f4abe" /><Relationship Type="http://schemas.openxmlformats.org/officeDocument/2006/relationships/extended-properties" Target="/docProps/app.xml" Id="Rb0a4522b5320411c" /><Relationship Type="http://schemas.openxmlformats.org/officeDocument/2006/relationships/officeDocument" Target="/ppt/presentation.xml" Id="Ra849e80a94d545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3e17c14cfc4ab7"/>
  </p:sldMasterIdLst>
  <p:notesMasterIdLst>
    <p:notesMasterId xmlns:r="http://schemas.openxmlformats.org/officeDocument/2006/relationships" r:id="Rd0de0767a3b74a0a"/>
  </p:notesMasterIdLst>
  <p:sldIdLst>
    <p:sldId xmlns:r="http://schemas.openxmlformats.org/officeDocument/2006/relationships" id="256" r:id="Rf50cb90cc24c41c8"/>
    <p:sldId xmlns:r="http://schemas.openxmlformats.org/officeDocument/2006/relationships" id="257" r:id="R7588abcffcd84699"/>
    <p:sldId xmlns:r="http://schemas.openxmlformats.org/officeDocument/2006/relationships" id="258" r:id="R8d5397e4a6d64a5a"/>
    <p:sldId xmlns:r="http://schemas.openxmlformats.org/officeDocument/2006/relationships" id="259" r:id="Rca9ae45de73b490e"/>
    <p:sldId xmlns:r="http://schemas.openxmlformats.org/officeDocument/2006/relationships" id="260" r:id="Rfbe7cd0c105d41e2"/>
    <p:sldId xmlns:r="http://schemas.openxmlformats.org/officeDocument/2006/relationships" id="261" r:id="R5f06630e47764df7"/>
    <p:sldId xmlns:r="http://schemas.openxmlformats.org/officeDocument/2006/relationships" id="262" r:id="Ree95080c87c74ec1"/>
    <p:sldId xmlns:r="http://schemas.openxmlformats.org/officeDocument/2006/relationships" id="263" r:id="R01df7995421646d1"/>
    <p:sldId xmlns:r="http://schemas.openxmlformats.org/officeDocument/2006/relationships" id="264" r:id="R26d3926646e84955"/>
    <p:sldId xmlns:r="http://schemas.openxmlformats.org/officeDocument/2006/relationships" id="265" r:id="Rb7bbcca1d0e84172"/>
    <p:sldId xmlns:r="http://schemas.openxmlformats.org/officeDocument/2006/relationships" id="266" r:id="R97201140b2d04b3e"/>
    <p:sldId xmlns:r="http://schemas.openxmlformats.org/officeDocument/2006/relationships" id="267" r:id="Rc6a35e86f9d140af"/>
    <p:sldId xmlns:r="http://schemas.openxmlformats.org/officeDocument/2006/relationships" id="268" r:id="Rcf6a2a223c87472f"/>
    <p:sldId xmlns:r="http://schemas.openxmlformats.org/officeDocument/2006/relationships" id="269" r:id="R58c62b0c5b4c4de7"/>
    <p:sldId xmlns:r="http://schemas.openxmlformats.org/officeDocument/2006/relationships" id="270" r:id="Raeea1212a11348ee"/>
    <p:sldId xmlns:r="http://schemas.openxmlformats.org/officeDocument/2006/relationships" id="271" r:id="R2a502e8da9dc4cce"/>
    <p:sldId xmlns:r="http://schemas.openxmlformats.org/officeDocument/2006/relationships" id="272" r:id="R104c9f6830a34f51"/>
    <p:sldId xmlns:r="http://schemas.openxmlformats.org/officeDocument/2006/relationships" id="273" r:id="R2aa36af89e6e4376"/>
    <p:sldId xmlns:r="http://schemas.openxmlformats.org/officeDocument/2006/relationships" id="274" r:id="R4560078a02ce4896"/>
    <p:sldId xmlns:r="http://schemas.openxmlformats.org/officeDocument/2006/relationships" id="275" r:id="R359a9900b929497f"/>
    <p:sldId xmlns:r="http://schemas.openxmlformats.org/officeDocument/2006/relationships" id="276" r:id="R116d454c58fb42e2"/>
    <p:sldId xmlns:r="http://schemas.openxmlformats.org/officeDocument/2006/relationships" id="277" r:id="Rd4838f238e8f4e95"/>
    <p:sldId xmlns:r="http://schemas.openxmlformats.org/officeDocument/2006/relationships" id="278" r:id="R4312908e6e174cd9"/>
    <p:sldId xmlns:r="http://schemas.openxmlformats.org/officeDocument/2006/relationships" id="279" r:id="R7a380d6357814c58"/>
    <p:sldId xmlns:r="http://schemas.openxmlformats.org/officeDocument/2006/relationships" id="280" r:id="R78530448515e4780"/>
    <p:sldId xmlns:r="http://schemas.openxmlformats.org/officeDocument/2006/relationships" id="281" r:id="Ra75a1c5f4259454d"/>
    <p:sldId xmlns:r="http://schemas.openxmlformats.org/officeDocument/2006/relationships" id="282" r:id="R4ae87b1ff84a4ad6"/>
    <p:sldId xmlns:r="http://schemas.openxmlformats.org/officeDocument/2006/relationships" id="283" r:id="R0265592541244de9"/>
    <p:sldId xmlns:r="http://schemas.openxmlformats.org/officeDocument/2006/relationships" id="284" r:id="R11401a319cba4a93"/>
    <p:sldId xmlns:r="http://schemas.openxmlformats.org/officeDocument/2006/relationships" id="285" r:id="Rd67a0d899829416e"/>
    <p:sldId xmlns:r="http://schemas.openxmlformats.org/officeDocument/2006/relationships" id="286" r:id="Rc64a8e5502774a6f"/>
    <p:sldId xmlns:r="http://schemas.openxmlformats.org/officeDocument/2006/relationships" id="287" r:id="Rae1df5cd69854aed"/>
    <p:sldId xmlns:r="http://schemas.openxmlformats.org/officeDocument/2006/relationships" id="288" r:id="R84e528c5bbe14d7f"/>
    <p:sldId xmlns:r="http://schemas.openxmlformats.org/officeDocument/2006/relationships" id="289" r:id="Re23a842bdcc6427a"/>
    <p:sldId xmlns:r="http://schemas.openxmlformats.org/officeDocument/2006/relationships" id="290" r:id="R15f7f504bc884608"/>
    <p:sldId xmlns:r="http://schemas.openxmlformats.org/officeDocument/2006/relationships" id="291" r:id="R66d3569b2822452e"/>
    <p:sldId xmlns:r="http://schemas.openxmlformats.org/officeDocument/2006/relationships" id="292" r:id="R8926f08101dc4ecf"/>
    <p:sldId xmlns:r="http://schemas.openxmlformats.org/officeDocument/2006/relationships" id="293" r:id="R3794b0c243104b8b"/>
    <p:sldId xmlns:r="http://schemas.openxmlformats.org/officeDocument/2006/relationships" id="294" r:id="Rb4af473b2bab4dee"/>
    <p:sldId xmlns:r="http://schemas.openxmlformats.org/officeDocument/2006/relationships" id="295" r:id="Ra509f0c1e1a7481b"/>
    <p:sldId xmlns:r="http://schemas.openxmlformats.org/officeDocument/2006/relationships" id="296" r:id="R5b8ba189d4a84b24"/>
    <p:sldId xmlns:r="http://schemas.openxmlformats.org/officeDocument/2006/relationships" id="297" r:id="Rc544b9c5012742b4"/>
    <p:sldId xmlns:r="http://schemas.openxmlformats.org/officeDocument/2006/relationships" id="298" r:id="R20bab587d6ee4c2b"/>
    <p:sldId xmlns:r="http://schemas.openxmlformats.org/officeDocument/2006/relationships" id="299" r:id="Rdeff7090312d4ba4"/>
    <p:sldId xmlns:r="http://schemas.openxmlformats.org/officeDocument/2006/relationships" id="300" r:id="R74cfebe148314ed2"/>
    <p:sldId xmlns:r="http://schemas.openxmlformats.org/officeDocument/2006/relationships" id="301" r:id="Raa36cb935ca24804"/>
    <p:sldId xmlns:r="http://schemas.openxmlformats.org/officeDocument/2006/relationships" id="302" r:id="R6dee15b7a100495b"/>
    <p:sldId xmlns:r="http://schemas.openxmlformats.org/officeDocument/2006/relationships" id="303" r:id="Rb46865382b5e4b84"/>
    <p:sldId xmlns:r="http://schemas.openxmlformats.org/officeDocument/2006/relationships" id="304" r:id="Ra6f145a54a2e44bb"/>
    <p:sldId xmlns:r="http://schemas.openxmlformats.org/officeDocument/2006/relationships" id="305" r:id="R29233094f03d4593"/>
    <p:sldId xmlns:r="http://schemas.openxmlformats.org/officeDocument/2006/relationships" id="306" r:id="R64d1c39736b848c7"/>
    <p:sldId xmlns:r="http://schemas.openxmlformats.org/officeDocument/2006/relationships" id="307" r:id="Rbce94e7e423c4ecb"/>
    <p:sldId xmlns:r="http://schemas.openxmlformats.org/officeDocument/2006/relationships" id="308" r:id="R6353c266be074782"/>
    <p:sldId xmlns:r="http://schemas.openxmlformats.org/officeDocument/2006/relationships" id="309" r:id="R25ebcc539c9149b5"/>
    <p:sldId xmlns:r="http://schemas.openxmlformats.org/officeDocument/2006/relationships" id="310" r:id="Rc6860616673f4970"/>
    <p:sldId xmlns:r="http://schemas.openxmlformats.org/officeDocument/2006/relationships" id="311" r:id="R7009a4efc1b1478e"/>
    <p:sldId xmlns:r="http://schemas.openxmlformats.org/officeDocument/2006/relationships" id="312" r:id="R56e721673ee5484d"/>
    <p:sldId xmlns:r="http://schemas.openxmlformats.org/officeDocument/2006/relationships" id="313" r:id="Rb8145428a253474d"/>
    <p:sldId xmlns:r="http://schemas.openxmlformats.org/officeDocument/2006/relationships" id="314" r:id="R56f488ff081640b1"/>
    <p:sldId xmlns:r="http://schemas.openxmlformats.org/officeDocument/2006/relationships" id="315" r:id="R8ab3368562524b53"/>
    <p:sldId xmlns:r="http://schemas.openxmlformats.org/officeDocument/2006/relationships" id="316" r:id="R2dbde6c382134a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e17c14cfc4ab7" /><Relationship Type="http://schemas.openxmlformats.org/officeDocument/2006/relationships/theme" Target="/ppt/theme/theme1.xml" Id="R1eeedb5e513e4641" /><Relationship Type="http://schemas.openxmlformats.org/officeDocument/2006/relationships/notesMaster" Target="/ppt/notesMasters/notesMaster1.xml" Id="Rd0de0767a3b74a0a" /><Relationship Type="http://schemas.openxmlformats.org/officeDocument/2006/relationships/presProps" Target="/ppt/presProps.xml" Id="Rec1d0a53dca84dd9" /><Relationship Type="http://schemas.openxmlformats.org/officeDocument/2006/relationships/viewProps" Target="/ppt/viewProps.xml" Id="R54c3f0b1de8e477a" /><Relationship Type="http://schemas.openxmlformats.org/officeDocument/2006/relationships/tableStyles" Target="/ppt/tableStyles.xml" Id="Rcc09294d376b4d74" /><Relationship Type="http://schemas.openxmlformats.org/officeDocument/2006/relationships/slide" Target="/ppt/slides/slide1.xml" Id="Rf50cb90cc24c41c8" /><Relationship Type="http://schemas.openxmlformats.org/officeDocument/2006/relationships/slide" Target="/ppt/slides/slide2.xml" Id="R7588abcffcd84699" /><Relationship Type="http://schemas.openxmlformats.org/officeDocument/2006/relationships/slide" Target="/ppt/slides/slide3.xml" Id="R8d5397e4a6d64a5a" /><Relationship Type="http://schemas.openxmlformats.org/officeDocument/2006/relationships/slide" Target="/ppt/slides/slide4.xml" Id="Rca9ae45de73b490e" /><Relationship Type="http://schemas.openxmlformats.org/officeDocument/2006/relationships/slide" Target="/ppt/slides/slide5.xml" Id="Rfbe7cd0c105d41e2" /><Relationship Type="http://schemas.openxmlformats.org/officeDocument/2006/relationships/slide" Target="/ppt/slides/slide6.xml" Id="R5f06630e47764df7" /><Relationship Type="http://schemas.openxmlformats.org/officeDocument/2006/relationships/slide" Target="/ppt/slides/slide7.xml" Id="Ree95080c87c74ec1" /><Relationship Type="http://schemas.openxmlformats.org/officeDocument/2006/relationships/slide" Target="/ppt/slides/slide8.xml" Id="R01df7995421646d1" /><Relationship Type="http://schemas.openxmlformats.org/officeDocument/2006/relationships/slide" Target="/ppt/slides/slide9.xml" Id="R26d3926646e84955" /><Relationship Type="http://schemas.openxmlformats.org/officeDocument/2006/relationships/slide" Target="/ppt/slides/slide10.xml" Id="Rb7bbcca1d0e84172" /><Relationship Type="http://schemas.openxmlformats.org/officeDocument/2006/relationships/slide" Target="/ppt/slides/slide11.xml" Id="R97201140b2d04b3e" /><Relationship Type="http://schemas.openxmlformats.org/officeDocument/2006/relationships/slide" Target="/ppt/slides/slide12.xml" Id="Rc6a35e86f9d140af" /><Relationship Type="http://schemas.openxmlformats.org/officeDocument/2006/relationships/slide" Target="/ppt/slides/slide13.xml" Id="Rcf6a2a223c87472f" /><Relationship Type="http://schemas.openxmlformats.org/officeDocument/2006/relationships/slide" Target="/ppt/slides/slide14.xml" Id="R58c62b0c5b4c4de7" /><Relationship Type="http://schemas.openxmlformats.org/officeDocument/2006/relationships/slide" Target="/ppt/slides/slide15.xml" Id="Raeea1212a11348ee" /><Relationship Type="http://schemas.openxmlformats.org/officeDocument/2006/relationships/slide" Target="/ppt/slides/slide16.xml" Id="R2a502e8da9dc4cce" /><Relationship Type="http://schemas.openxmlformats.org/officeDocument/2006/relationships/slide" Target="/ppt/slides/slide17.xml" Id="R104c9f6830a34f51" /><Relationship Type="http://schemas.openxmlformats.org/officeDocument/2006/relationships/slide" Target="/ppt/slides/slide18.xml" Id="R2aa36af89e6e4376" /><Relationship Type="http://schemas.openxmlformats.org/officeDocument/2006/relationships/slide" Target="/ppt/slides/slide19.xml" Id="R4560078a02ce4896" /><Relationship Type="http://schemas.openxmlformats.org/officeDocument/2006/relationships/slide" Target="/ppt/slides/slide20.xml" Id="R359a9900b929497f" /><Relationship Type="http://schemas.openxmlformats.org/officeDocument/2006/relationships/slide" Target="/ppt/slides/slide21.xml" Id="R116d454c58fb42e2" /><Relationship Type="http://schemas.openxmlformats.org/officeDocument/2006/relationships/slide" Target="/ppt/slides/slide22.xml" Id="Rd4838f238e8f4e95" /><Relationship Type="http://schemas.openxmlformats.org/officeDocument/2006/relationships/slide" Target="/ppt/slides/slide23.xml" Id="R4312908e6e174cd9" /><Relationship Type="http://schemas.openxmlformats.org/officeDocument/2006/relationships/slide" Target="/ppt/slides/slide24.xml" Id="R7a380d6357814c58" /><Relationship Type="http://schemas.openxmlformats.org/officeDocument/2006/relationships/slide" Target="/ppt/slides/slide25.xml" Id="R78530448515e4780" /><Relationship Type="http://schemas.openxmlformats.org/officeDocument/2006/relationships/slide" Target="/ppt/slides/slide26.xml" Id="Ra75a1c5f4259454d" /><Relationship Type="http://schemas.openxmlformats.org/officeDocument/2006/relationships/slide" Target="/ppt/slides/slide27.xml" Id="R4ae87b1ff84a4ad6" /><Relationship Type="http://schemas.openxmlformats.org/officeDocument/2006/relationships/slide" Target="/ppt/slides/slide28.xml" Id="R0265592541244de9" /><Relationship Type="http://schemas.openxmlformats.org/officeDocument/2006/relationships/slide" Target="/ppt/slides/slide29.xml" Id="R11401a319cba4a93" /><Relationship Type="http://schemas.openxmlformats.org/officeDocument/2006/relationships/slide" Target="/ppt/slides/slide30.xml" Id="Rd67a0d899829416e" /><Relationship Type="http://schemas.openxmlformats.org/officeDocument/2006/relationships/slide" Target="/ppt/slides/slide31.xml" Id="Rc64a8e5502774a6f" /><Relationship Type="http://schemas.openxmlformats.org/officeDocument/2006/relationships/slide" Target="/ppt/slides/slide32.xml" Id="Rae1df5cd69854aed" /><Relationship Type="http://schemas.openxmlformats.org/officeDocument/2006/relationships/slide" Target="/ppt/slides/slide33.xml" Id="R84e528c5bbe14d7f" /><Relationship Type="http://schemas.openxmlformats.org/officeDocument/2006/relationships/slide" Target="/ppt/slides/slide34.xml" Id="Re23a842bdcc6427a" /><Relationship Type="http://schemas.openxmlformats.org/officeDocument/2006/relationships/slide" Target="/ppt/slides/slide35.xml" Id="R15f7f504bc884608" /><Relationship Type="http://schemas.openxmlformats.org/officeDocument/2006/relationships/slide" Target="/ppt/slides/slide36.xml" Id="R66d3569b2822452e" /><Relationship Type="http://schemas.openxmlformats.org/officeDocument/2006/relationships/slide" Target="/ppt/slides/slide37.xml" Id="R8926f08101dc4ecf" /><Relationship Type="http://schemas.openxmlformats.org/officeDocument/2006/relationships/slide" Target="/ppt/slides/slide38.xml" Id="R3794b0c243104b8b" /><Relationship Type="http://schemas.openxmlformats.org/officeDocument/2006/relationships/slide" Target="/ppt/slides/slide39.xml" Id="Rb4af473b2bab4dee" /><Relationship Type="http://schemas.openxmlformats.org/officeDocument/2006/relationships/slide" Target="/ppt/slides/slide40.xml" Id="Ra509f0c1e1a7481b" /><Relationship Type="http://schemas.openxmlformats.org/officeDocument/2006/relationships/slide" Target="/ppt/slides/slide41.xml" Id="R5b8ba189d4a84b24" /><Relationship Type="http://schemas.openxmlformats.org/officeDocument/2006/relationships/slide" Target="/ppt/slides/slide42.xml" Id="Rc544b9c5012742b4" /><Relationship Type="http://schemas.openxmlformats.org/officeDocument/2006/relationships/slide" Target="/ppt/slides/slide43.xml" Id="R20bab587d6ee4c2b" /><Relationship Type="http://schemas.openxmlformats.org/officeDocument/2006/relationships/slide" Target="/ppt/slides/slide44.xml" Id="Rdeff7090312d4ba4" /><Relationship Type="http://schemas.openxmlformats.org/officeDocument/2006/relationships/slide" Target="/ppt/slides/slide45.xml" Id="R74cfebe148314ed2" /><Relationship Type="http://schemas.openxmlformats.org/officeDocument/2006/relationships/slide" Target="/ppt/slides/slide46.xml" Id="Raa36cb935ca24804" /><Relationship Type="http://schemas.openxmlformats.org/officeDocument/2006/relationships/slide" Target="/ppt/slides/slide47.xml" Id="R6dee15b7a100495b" /><Relationship Type="http://schemas.openxmlformats.org/officeDocument/2006/relationships/slide" Target="/ppt/slides/slide48.xml" Id="Rb46865382b5e4b84" /><Relationship Type="http://schemas.openxmlformats.org/officeDocument/2006/relationships/slide" Target="/ppt/slides/slide49.xml" Id="Ra6f145a54a2e44bb" /><Relationship Type="http://schemas.openxmlformats.org/officeDocument/2006/relationships/slide" Target="/ppt/slides/slide50.xml" Id="R29233094f03d4593" /><Relationship Type="http://schemas.openxmlformats.org/officeDocument/2006/relationships/slide" Target="/ppt/slides/slide51.xml" Id="R64d1c39736b848c7" /><Relationship Type="http://schemas.openxmlformats.org/officeDocument/2006/relationships/slide" Target="/ppt/slides/slide52.xml" Id="Rbce94e7e423c4ecb" /><Relationship Type="http://schemas.openxmlformats.org/officeDocument/2006/relationships/slide" Target="/ppt/slides/slide53.xml" Id="R6353c266be074782" /><Relationship Type="http://schemas.openxmlformats.org/officeDocument/2006/relationships/slide" Target="/ppt/slides/slide54.xml" Id="R25ebcc539c9149b5" /><Relationship Type="http://schemas.openxmlformats.org/officeDocument/2006/relationships/slide" Target="/ppt/slides/slide55.xml" Id="Rc6860616673f4970" /><Relationship Type="http://schemas.openxmlformats.org/officeDocument/2006/relationships/slide" Target="/ppt/slides/slide56.xml" Id="R7009a4efc1b1478e" /><Relationship Type="http://schemas.openxmlformats.org/officeDocument/2006/relationships/slide" Target="/ppt/slides/slide57.xml" Id="R56e721673ee5484d" /><Relationship Type="http://schemas.openxmlformats.org/officeDocument/2006/relationships/slide" Target="/ppt/slides/slide58.xml" Id="Rb8145428a253474d" /><Relationship Type="http://schemas.openxmlformats.org/officeDocument/2006/relationships/slide" Target="/ppt/slides/slide59.xml" Id="R56f488ff081640b1" /><Relationship Type="http://schemas.openxmlformats.org/officeDocument/2006/relationships/slide" Target="/ppt/slides/slide60.xml" Id="R8ab3368562524b53" /><Relationship Type="http://schemas.openxmlformats.org/officeDocument/2006/relationships/slide" Target="/ppt/slides/slide61.xml" Id="R2dbde6c382134a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ab66260fd1b4e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daaa57df4145c8" /><Relationship Type="http://schemas.openxmlformats.org/officeDocument/2006/relationships/notesMaster" Target="/ppt/notesMasters/notesMaster1.xml" Id="R724ef30d864c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52c2b140bd46e6" /><Relationship Type="http://schemas.openxmlformats.org/officeDocument/2006/relationships/notesMaster" Target="/ppt/notesMasters/notesMaster1.xml" Id="R3595cc0cd04640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a08ffc96214f59" /><Relationship Type="http://schemas.openxmlformats.org/officeDocument/2006/relationships/notesMaster" Target="/ppt/notesMasters/notesMaster1.xml" Id="R1467a15b427740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361ee4c7514537" /><Relationship Type="http://schemas.openxmlformats.org/officeDocument/2006/relationships/notesMaster" Target="/ppt/notesMasters/notesMaster1.xml" Id="Rf7569fe069c84a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a2d5a46ee44a9d" /><Relationship Type="http://schemas.openxmlformats.org/officeDocument/2006/relationships/notesMaster" Target="/ppt/notesMasters/notesMaster1.xml" Id="Ra75ca0ccceff44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89fee6af494a55" /><Relationship Type="http://schemas.openxmlformats.org/officeDocument/2006/relationships/notesMaster" Target="/ppt/notesMasters/notesMaster1.xml" Id="Rfdc959f87df247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9769c3ff3f4731" /><Relationship Type="http://schemas.openxmlformats.org/officeDocument/2006/relationships/notesMaster" Target="/ppt/notesMasters/notesMaster1.xml" Id="R9da49c4c654b4c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bcb9f1d8d5461d" /><Relationship Type="http://schemas.openxmlformats.org/officeDocument/2006/relationships/notesMaster" Target="/ppt/notesMasters/notesMaster1.xml" Id="Reca9c45ec95348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8af0d5e22a439b" /><Relationship Type="http://schemas.openxmlformats.org/officeDocument/2006/relationships/notesMaster" Target="/ppt/notesMasters/notesMaster1.xml" Id="Rc890c0afb45840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a407a19b82498b" /><Relationship Type="http://schemas.openxmlformats.org/officeDocument/2006/relationships/notesMaster" Target="/ppt/notesMasters/notesMaster1.xml" Id="R3f3ebd3c1d434e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58c468dae24a1c" /><Relationship Type="http://schemas.openxmlformats.org/officeDocument/2006/relationships/notesMaster" Target="/ppt/notesMasters/notesMaster1.xml" Id="R35e5088452014c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41a1a4b9834d50" /><Relationship Type="http://schemas.openxmlformats.org/officeDocument/2006/relationships/notesMaster" Target="/ppt/notesMasters/notesMaster1.xml" Id="R9b8ac1341cbf4f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9668a9119f4125" /><Relationship Type="http://schemas.openxmlformats.org/officeDocument/2006/relationships/notesMaster" Target="/ppt/notesMasters/notesMaster1.xml" Id="R6a0748c9b02b4e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cd40214e4741e4" /><Relationship Type="http://schemas.openxmlformats.org/officeDocument/2006/relationships/notesMaster" Target="/ppt/notesMasters/notesMaster1.xml" Id="Rb5533b35c12241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c0a88527814540" /><Relationship Type="http://schemas.openxmlformats.org/officeDocument/2006/relationships/notesMaster" Target="/ppt/notesMasters/notesMaster1.xml" Id="R328e0001685b40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08ccdb8eb64d4b" /><Relationship Type="http://schemas.openxmlformats.org/officeDocument/2006/relationships/notesMaster" Target="/ppt/notesMasters/notesMaster1.xml" Id="R784ed8635f1847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173b079b1a4684" /><Relationship Type="http://schemas.openxmlformats.org/officeDocument/2006/relationships/notesMaster" Target="/ppt/notesMasters/notesMaster1.xml" Id="R5f9b92f6052a4c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bbc3a6dd2542b7" /><Relationship Type="http://schemas.openxmlformats.org/officeDocument/2006/relationships/notesMaster" Target="/ppt/notesMasters/notesMaster1.xml" Id="R8d7410047b5543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2bdbae3468f46b8" /><Relationship Type="http://schemas.openxmlformats.org/officeDocument/2006/relationships/notesMaster" Target="/ppt/notesMasters/notesMaster1.xml" Id="R590159fcc00148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9f2c383ccf9484f" /><Relationship Type="http://schemas.openxmlformats.org/officeDocument/2006/relationships/notesMaster" Target="/ppt/notesMasters/notesMaster1.xml" Id="Rcfa270c65c7e4f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925b1063fd4a4f" /><Relationship Type="http://schemas.openxmlformats.org/officeDocument/2006/relationships/notesMaster" Target="/ppt/notesMasters/notesMaster1.xml" Id="R562ed496cd02491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aa23146eaa46d4" /><Relationship Type="http://schemas.openxmlformats.org/officeDocument/2006/relationships/notesMaster" Target="/ppt/notesMasters/notesMaster1.xml" Id="R033d1ae1a2a842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68c3a202a184f79" /><Relationship Type="http://schemas.openxmlformats.org/officeDocument/2006/relationships/notesMaster" Target="/ppt/notesMasters/notesMaster1.xml" Id="Rf4000aeaa1c449a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2102c2c85746e3" /><Relationship Type="http://schemas.openxmlformats.org/officeDocument/2006/relationships/notesMaster" Target="/ppt/notesMasters/notesMaster1.xml" Id="R1ddf00244300427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2c3b132377d483c" /><Relationship Type="http://schemas.openxmlformats.org/officeDocument/2006/relationships/notesMaster" Target="/ppt/notesMasters/notesMaster1.xml" Id="R3eaa46abf93f4e5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62441d6479a4a6a" /><Relationship Type="http://schemas.openxmlformats.org/officeDocument/2006/relationships/notesMaster" Target="/ppt/notesMasters/notesMaster1.xml" Id="R7d326cb78de6465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1a4129f04594952" /><Relationship Type="http://schemas.openxmlformats.org/officeDocument/2006/relationships/notesMaster" Target="/ppt/notesMasters/notesMaster1.xml" Id="Ra1e455e52146403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15ab7f1c5f4d42" /><Relationship Type="http://schemas.openxmlformats.org/officeDocument/2006/relationships/notesMaster" Target="/ppt/notesMasters/notesMaster1.xml" Id="R92f02643617d43c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ffe992e3921483e" /><Relationship Type="http://schemas.openxmlformats.org/officeDocument/2006/relationships/notesMaster" Target="/ppt/notesMasters/notesMaster1.xml" Id="Re31c72c346c2405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fbcf62a4ba64a86" /><Relationship Type="http://schemas.openxmlformats.org/officeDocument/2006/relationships/notesMaster" Target="/ppt/notesMasters/notesMaster1.xml" Id="Rc7540e0d51a74d2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f7f7947abf48cc" /><Relationship Type="http://schemas.openxmlformats.org/officeDocument/2006/relationships/notesMaster" Target="/ppt/notesMasters/notesMaster1.xml" Id="Rf3f9c9b96528455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b4906dc1c234f4c" /><Relationship Type="http://schemas.openxmlformats.org/officeDocument/2006/relationships/notesMaster" Target="/ppt/notesMasters/notesMaster1.xml" Id="R79953a9fcd404a6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1823a4aa5d645b8" /><Relationship Type="http://schemas.openxmlformats.org/officeDocument/2006/relationships/notesMaster" Target="/ppt/notesMasters/notesMaster1.xml" Id="Rfcf086c18b3047f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a1ab05e7e9a4b95" /><Relationship Type="http://schemas.openxmlformats.org/officeDocument/2006/relationships/notesMaster" Target="/ppt/notesMasters/notesMaster1.xml" Id="R83a38b81208d4f6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402b9e1465d46b2" /><Relationship Type="http://schemas.openxmlformats.org/officeDocument/2006/relationships/notesMaster" Target="/ppt/notesMasters/notesMaster1.xml" Id="Rd95c3a57126a435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990e5e4d389447e" /><Relationship Type="http://schemas.openxmlformats.org/officeDocument/2006/relationships/notesMaster" Target="/ppt/notesMasters/notesMaster1.xml" Id="R716df3e95f484e6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1d0cca87ee04d03" /><Relationship Type="http://schemas.openxmlformats.org/officeDocument/2006/relationships/notesMaster" Target="/ppt/notesMasters/notesMaster1.xml" Id="R145af36d726449c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06e3e89b79045da" /><Relationship Type="http://schemas.openxmlformats.org/officeDocument/2006/relationships/notesMaster" Target="/ppt/notesMasters/notesMaster1.xml" Id="R3b4d8c94549f457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d516ca065a04a7e" /><Relationship Type="http://schemas.openxmlformats.org/officeDocument/2006/relationships/notesMaster" Target="/ppt/notesMasters/notesMaster1.xml" Id="R4946f94028a84d0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f8c2dda5b0f4701" /><Relationship Type="http://schemas.openxmlformats.org/officeDocument/2006/relationships/notesMaster" Target="/ppt/notesMasters/notesMaster1.xml" Id="R173e58b0d35c433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3f5724b7e17448b" /><Relationship Type="http://schemas.openxmlformats.org/officeDocument/2006/relationships/notesMaster" Target="/ppt/notesMasters/notesMaster1.xml" Id="R71aff526cc5e49f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ae2b6691ca7408c" /><Relationship Type="http://schemas.openxmlformats.org/officeDocument/2006/relationships/notesMaster" Target="/ppt/notesMasters/notesMaster1.xml" Id="Rac824da5be4d442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2c2e06e653447f7" /><Relationship Type="http://schemas.openxmlformats.org/officeDocument/2006/relationships/notesMaster" Target="/ppt/notesMasters/notesMaster1.xml" Id="R0b9c7e62010741c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d7525b02ac644e8" /><Relationship Type="http://schemas.openxmlformats.org/officeDocument/2006/relationships/notesMaster" Target="/ppt/notesMasters/notesMaster1.xml" Id="Rf54a1d27f683439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8cc399fae7e4bc0" /><Relationship Type="http://schemas.openxmlformats.org/officeDocument/2006/relationships/notesMaster" Target="/ppt/notesMasters/notesMaster1.xml" Id="R4c6814f1fc704e1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3cee2e51cbc46be" /><Relationship Type="http://schemas.openxmlformats.org/officeDocument/2006/relationships/notesMaster" Target="/ppt/notesMasters/notesMaster1.xml" Id="R79b91e226ea44ae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077ab6af804469a" /><Relationship Type="http://schemas.openxmlformats.org/officeDocument/2006/relationships/notesMaster" Target="/ppt/notesMasters/notesMaster1.xml" Id="R66ea460b06244b5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bb4b59dccae40da" /><Relationship Type="http://schemas.openxmlformats.org/officeDocument/2006/relationships/notesMaster" Target="/ppt/notesMasters/notesMaster1.xml" Id="R3f38666514164c9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118f8b51d204f74" /><Relationship Type="http://schemas.openxmlformats.org/officeDocument/2006/relationships/notesMaster" Target="/ppt/notesMasters/notesMaster1.xml" Id="R1586617b8408410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e00876d10eb4a28" /><Relationship Type="http://schemas.openxmlformats.org/officeDocument/2006/relationships/notesMaster" Target="/ppt/notesMasters/notesMaster1.xml" Id="Ra322ce4cab5c4ed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830d58f18f04b6f" /><Relationship Type="http://schemas.openxmlformats.org/officeDocument/2006/relationships/notesMaster" Target="/ppt/notesMasters/notesMaster1.xml" Id="R198974a2849d4bb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29438f9cff0475b" /><Relationship Type="http://schemas.openxmlformats.org/officeDocument/2006/relationships/notesMaster" Target="/ppt/notesMasters/notesMaster1.xml" Id="R31572adb4832434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b1e578bbe8f47d4" /><Relationship Type="http://schemas.openxmlformats.org/officeDocument/2006/relationships/notesMaster" Target="/ppt/notesMasters/notesMaster1.xml" Id="R06daddf925d44a2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628c5f8c69940e1" /><Relationship Type="http://schemas.openxmlformats.org/officeDocument/2006/relationships/notesMaster" Target="/ppt/notesMasters/notesMaster1.xml" Id="Rb528b6268caf418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f17ef346c744923" /><Relationship Type="http://schemas.openxmlformats.org/officeDocument/2006/relationships/notesMaster" Target="/ppt/notesMasters/notesMaster1.xml" Id="R133c693aca9e4cd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1d19e29c5194ec4" /><Relationship Type="http://schemas.openxmlformats.org/officeDocument/2006/relationships/notesMaster" Target="/ppt/notesMasters/notesMaster1.xml" Id="Re0e446e4f4b041b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42912f7a2214493" /><Relationship Type="http://schemas.openxmlformats.org/officeDocument/2006/relationships/notesMaster" Target="/ppt/notesMasters/notesMaster1.xml" Id="Rf428118eeb3c48b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6cef3c61aec4d88" /><Relationship Type="http://schemas.openxmlformats.org/officeDocument/2006/relationships/notesMaster" Target="/ppt/notesMasters/notesMaster1.xml" Id="R2f3d01b82f494ed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98cdd5078244945" /><Relationship Type="http://schemas.openxmlformats.org/officeDocument/2006/relationships/notesMaster" Target="/ppt/notesMasters/notesMaster1.xml" Id="Rec1d757fdbd44fe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4c27e60346340f7" /><Relationship Type="http://schemas.openxmlformats.org/officeDocument/2006/relationships/notesMaster" Target="/ppt/notesMasters/notesMaster1.xml" Id="R2ec709ccb645486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c3a099287be4ec4" /><Relationship Type="http://schemas.openxmlformats.org/officeDocument/2006/relationships/notesMaster" Target="/ppt/notesMasters/notesMaster1.xml" Id="Rcac144608fd046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5e4c84697423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df7f88d01d14fef" /><Relationship Type="http://schemas.openxmlformats.org/officeDocument/2006/relationships/slideLayout" Target="/ppt/slideLayouts/slideLayout2.xml" Id="R1009645d995148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09645d995148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ec362e52ad41ce" /><Relationship Type="http://schemas.openxmlformats.org/officeDocument/2006/relationships/notesSlide" Target="/ppt/notesSlides/notesSlide1.xml" Id="Rc5499bf46b94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c49d0e47714e63" /><Relationship Type="http://schemas.openxmlformats.org/officeDocument/2006/relationships/notesSlide" Target="/ppt/notesSlides/notesSlide2.xml" Id="Ree973dd1d253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d5f230339d47fd" /><Relationship Type="http://schemas.openxmlformats.org/officeDocument/2006/relationships/notesSlide" Target="/ppt/notesSlides/notesSlide3.xml" Id="Re5d5a2d5e44244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89d2a197214c55" /><Relationship Type="http://schemas.openxmlformats.org/officeDocument/2006/relationships/notesSlide" Target="/ppt/notesSlides/notesSlide4.xml" Id="R32ce7a7f334741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b52333dfbc4b7f" /><Relationship Type="http://schemas.openxmlformats.org/officeDocument/2006/relationships/notesSlide" Target="/ppt/notesSlides/notesSlide5.xml" Id="R9dcf0ac15ead47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845d1fd21444da" /><Relationship Type="http://schemas.openxmlformats.org/officeDocument/2006/relationships/notesSlide" Target="/ppt/notesSlides/notesSlide6.xml" Id="R32c57a653b1743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d01ca07e7b461a" /><Relationship Type="http://schemas.openxmlformats.org/officeDocument/2006/relationships/notesSlide" Target="/ppt/notesSlides/notesSlide7.xml" Id="Rbe5f901131084c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c1befddb784bff" /><Relationship Type="http://schemas.openxmlformats.org/officeDocument/2006/relationships/notesSlide" Target="/ppt/notesSlides/notesSlide8.xml" Id="R02f6eb1e95794e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65a1c3be604fed" /><Relationship Type="http://schemas.openxmlformats.org/officeDocument/2006/relationships/notesSlide" Target="/ppt/notesSlides/notesSlide9.xml" Id="Re4e5fcc062254d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b6e509ee3d47c1" /><Relationship Type="http://schemas.openxmlformats.org/officeDocument/2006/relationships/notesSlide" Target="/ppt/notesSlides/notesSlide10.xml" Id="R5c927e531a6a40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e7608dd1143e9" /><Relationship Type="http://schemas.openxmlformats.org/officeDocument/2006/relationships/notesSlide" Target="/ppt/notesSlides/notesSlide11.xml" Id="Rc8c702cbe97f49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67e9c6f2124c9a" /><Relationship Type="http://schemas.openxmlformats.org/officeDocument/2006/relationships/notesSlide" Target="/ppt/notesSlides/notesSlide12.xml" Id="Rb042bd772c4344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23be5d1a94065" /><Relationship Type="http://schemas.openxmlformats.org/officeDocument/2006/relationships/notesSlide" Target="/ppt/notesSlides/notesSlide13.xml" Id="R8e9740d1e4704f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343565561f4325" /><Relationship Type="http://schemas.openxmlformats.org/officeDocument/2006/relationships/notesSlide" Target="/ppt/notesSlides/notesSlide14.xml" Id="R80aba1c8de0d40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33eb73bdcf411f" /><Relationship Type="http://schemas.openxmlformats.org/officeDocument/2006/relationships/notesSlide" Target="/ppt/notesSlides/notesSlide15.xml" Id="R5d6d73bad19447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93b286d1cd409a" /><Relationship Type="http://schemas.openxmlformats.org/officeDocument/2006/relationships/notesSlide" Target="/ppt/notesSlides/notesSlide16.xml" Id="Rf04b0f46fca546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77d0afc6b44e82" /><Relationship Type="http://schemas.openxmlformats.org/officeDocument/2006/relationships/notesSlide" Target="/ppt/notesSlides/notesSlide17.xml" Id="R0a179cec2eef4a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7104f7621d474e" /><Relationship Type="http://schemas.openxmlformats.org/officeDocument/2006/relationships/notesSlide" Target="/ppt/notesSlides/notesSlide18.xml" Id="R9cb0348df0d648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45ed1ddb9c41c3" /><Relationship Type="http://schemas.openxmlformats.org/officeDocument/2006/relationships/notesSlide" Target="/ppt/notesSlides/notesSlide19.xml" Id="R716d34cf567248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7076fdba734f8b" /><Relationship Type="http://schemas.openxmlformats.org/officeDocument/2006/relationships/notesSlide" Target="/ppt/notesSlides/notesSlide20.xml" Id="Ra32307e88b6b48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0cbc5ba80048f0" /><Relationship Type="http://schemas.openxmlformats.org/officeDocument/2006/relationships/notesSlide" Target="/ppt/notesSlides/notesSlide21.xml" Id="Ra0355e3d1a30473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d22b56a3c4dcf" /><Relationship Type="http://schemas.openxmlformats.org/officeDocument/2006/relationships/notesSlide" Target="/ppt/notesSlides/notesSlide22.xml" Id="R175a9be6f7be495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bfc4d31b514e77" /><Relationship Type="http://schemas.openxmlformats.org/officeDocument/2006/relationships/notesSlide" Target="/ppt/notesSlides/notesSlide23.xml" Id="Reee876bf1aa3444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484751dea14576" /><Relationship Type="http://schemas.openxmlformats.org/officeDocument/2006/relationships/notesSlide" Target="/ppt/notesSlides/notesSlide24.xml" Id="R16883e5a235345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d20f34ed7543d6" /><Relationship Type="http://schemas.openxmlformats.org/officeDocument/2006/relationships/notesSlide" Target="/ppt/notesSlides/notesSlide25.xml" Id="R102f8f9d356943b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3b00d8c2114baf" /><Relationship Type="http://schemas.openxmlformats.org/officeDocument/2006/relationships/notesSlide" Target="/ppt/notesSlides/notesSlide26.xml" Id="Rde35b88c04de487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d9c510bc014a5d" /><Relationship Type="http://schemas.openxmlformats.org/officeDocument/2006/relationships/notesSlide" Target="/ppt/notesSlides/notesSlide27.xml" Id="R57a22510e2014bb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761e7b6db244b5" /><Relationship Type="http://schemas.openxmlformats.org/officeDocument/2006/relationships/notesSlide" Target="/ppt/notesSlides/notesSlide28.xml" Id="Rbeb89c3efffc494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49e235b7e5490c" /><Relationship Type="http://schemas.openxmlformats.org/officeDocument/2006/relationships/notesSlide" Target="/ppt/notesSlides/notesSlide29.xml" Id="Rb09036f68a1e4c8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777fc14f8f489f" /><Relationship Type="http://schemas.openxmlformats.org/officeDocument/2006/relationships/notesSlide" Target="/ppt/notesSlides/notesSlide30.xml" Id="Rabafa0aa1b0849f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94346c2403433e" /><Relationship Type="http://schemas.openxmlformats.org/officeDocument/2006/relationships/notesSlide" Target="/ppt/notesSlides/notesSlide31.xml" Id="R014e1dc573e2480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160c5ba9de4add" /><Relationship Type="http://schemas.openxmlformats.org/officeDocument/2006/relationships/notesSlide" Target="/ppt/notesSlides/notesSlide32.xml" Id="R900ca9c02883463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b5566ef124338" /><Relationship Type="http://schemas.openxmlformats.org/officeDocument/2006/relationships/notesSlide" Target="/ppt/notesSlides/notesSlide33.xml" Id="R5c9cb7d2e63247f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cd850135bd496d" /><Relationship Type="http://schemas.openxmlformats.org/officeDocument/2006/relationships/notesSlide" Target="/ppt/notesSlides/notesSlide34.xml" Id="R400affb4b54a41b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8b0a9bce8e4c5f" /><Relationship Type="http://schemas.openxmlformats.org/officeDocument/2006/relationships/notesSlide" Target="/ppt/notesSlides/notesSlide35.xml" Id="R87035dc971d9486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555ae3aa034705" /><Relationship Type="http://schemas.openxmlformats.org/officeDocument/2006/relationships/notesSlide" Target="/ppt/notesSlides/notesSlide36.xml" Id="Rb2663b4ceebc4ae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f7ba68dab94062" /><Relationship Type="http://schemas.openxmlformats.org/officeDocument/2006/relationships/notesSlide" Target="/ppt/notesSlides/notesSlide37.xml" Id="R456eda8950c542b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e3ec7901b941b6" /><Relationship Type="http://schemas.openxmlformats.org/officeDocument/2006/relationships/notesSlide" Target="/ppt/notesSlides/notesSlide38.xml" Id="R9bccc7b62efc489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19bccd53a4446e" /><Relationship Type="http://schemas.openxmlformats.org/officeDocument/2006/relationships/notesSlide" Target="/ppt/notesSlides/notesSlide39.xml" Id="R372ac166870c45c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a746be2b124a9c" /><Relationship Type="http://schemas.openxmlformats.org/officeDocument/2006/relationships/notesSlide" Target="/ppt/notesSlides/notesSlide40.xml" Id="Rbdeafdc0afa543e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02b780bab04cb7" /><Relationship Type="http://schemas.openxmlformats.org/officeDocument/2006/relationships/notesSlide" Target="/ppt/notesSlides/notesSlide41.xml" Id="R51df6a7844a64d2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8a714eafe841f8" /><Relationship Type="http://schemas.openxmlformats.org/officeDocument/2006/relationships/notesSlide" Target="/ppt/notesSlides/notesSlide42.xml" Id="Rfa8e1ba4f23c414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204195bcca4b39" /><Relationship Type="http://schemas.openxmlformats.org/officeDocument/2006/relationships/notesSlide" Target="/ppt/notesSlides/notesSlide43.xml" Id="R20ce7cbfb1dd4d2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1a1512cf4f49e6" /><Relationship Type="http://schemas.openxmlformats.org/officeDocument/2006/relationships/notesSlide" Target="/ppt/notesSlides/notesSlide44.xml" Id="R554ff73938a74e4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5f0e785b4540d5" /><Relationship Type="http://schemas.openxmlformats.org/officeDocument/2006/relationships/notesSlide" Target="/ppt/notesSlides/notesSlide45.xml" Id="R38115a8fa94a45b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b3b2e3b05d4914" /><Relationship Type="http://schemas.openxmlformats.org/officeDocument/2006/relationships/notesSlide" Target="/ppt/notesSlides/notesSlide46.xml" Id="Rb07566300bda4b9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de4ce340984578" /><Relationship Type="http://schemas.openxmlformats.org/officeDocument/2006/relationships/notesSlide" Target="/ppt/notesSlides/notesSlide47.xml" Id="Rfe0158b6e2d642d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a2c72b0efb438a" /><Relationship Type="http://schemas.openxmlformats.org/officeDocument/2006/relationships/notesSlide" Target="/ppt/notesSlides/notesSlide48.xml" Id="R6d8b9876c6b04a5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043e9b270c453a" /><Relationship Type="http://schemas.openxmlformats.org/officeDocument/2006/relationships/notesSlide" Target="/ppt/notesSlides/notesSlide49.xml" Id="Rc99a3f261af5483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9184aad7b4d0c" /><Relationship Type="http://schemas.openxmlformats.org/officeDocument/2006/relationships/notesSlide" Target="/ppt/notesSlides/notesSlide50.xml" Id="Rde2dfe23819f49b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3958604ed4aec" /><Relationship Type="http://schemas.openxmlformats.org/officeDocument/2006/relationships/notesSlide" Target="/ppt/notesSlides/notesSlide51.xml" Id="R832c4843b0e44f2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408a93803d4c9a" /><Relationship Type="http://schemas.openxmlformats.org/officeDocument/2006/relationships/notesSlide" Target="/ppt/notesSlides/notesSlide52.xml" Id="R8a0637598236481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168fa2041749ec" /><Relationship Type="http://schemas.openxmlformats.org/officeDocument/2006/relationships/notesSlide" Target="/ppt/notesSlides/notesSlide53.xml" Id="Rea7fe8fa11d243d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cd27a0d9864815" /><Relationship Type="http://schemas.openxmlformats.org/officeDocument/2006/relationships/notesSlide" Target="/ppt/notesSlides/notesSlide54.xml" Id="R8403041a571f43f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05e54623d94977" /><Relationship Type="http://schemas.openxmlformats.org/officeDocument/2006/relationships/notesSlide" Target="/ppt/notesSlides/notesSlide55.xml" Id="R052c908cf57a474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e6e500bb6f4caa" /><Relationship Type="http://schemas.openxmlformats.org/officeDocument/2006/relationships/notesSlide" Target="/ppt/notesSlides/notesSlide56.xml" Id="R3c113c1a32014f7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50a3fa7f074f61" /><Relationship Type="http://schemas.openxmlformats.org/officeDocument/2006/relationships/notesSlide" Target="/ppt/notesSlides/notesSlide57.xml" Id="R7bb110165e004d0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bbeede1e044028" /><Relationship Type="http://schemas.openxmlformats.org/officeDocument/2006/relationships/notesSlide" Target="/ppt/notesSlides/notesSlide58.xml" Id="R261f0313357d495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bba9c12090455a" /><Relationship Type="http://schemas.openxmlformats.org/officeDocument/2006/relationships/notesSlide" Target="/ppt/notesSlides/notesSlide59.xml" Id="Rfb32116442d34e0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09da9a0a654891" /><Relationship Type="http://schemas.openxmlformats.org/officeDocument/2006/relationships/notesSlide" Target="/ppt/notesSlides/notesSlide60.xml" Id="R44e4ce0bdec94d7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ff52d8d424740" /><Relationship Type="http://schemas.openxmlformats.org/officeDocument/2006/relationships/notesSlide" Target="/ppt/notesSlides/notesSlide61.xml" Id="Rd0ba0a0eb57645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085A99-185F-4C0E-8228-25B1E26D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F63E2-B464-4601-9EA1-1777C90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81CFB-AFA7-4413-8079-BE34CC0E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3E844-BB07-4F7C-B92C-8CA22336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20B46-CD96-484B-9DCE-492D827B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презентация для обсуждения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689BF-FC45-4F13-8C4E-88651D0B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44823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8F1CB-75E7-4E08-B57F-D7AE4005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D8B82-E5AE-4B40-954E-FDBD72EC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8C816-9ED2-4A22-ADE1-732F9385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57A1F-9D00-4F98-AA20-FF198CD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F51F8-5906-41ED-994C-54E316B1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Короткий ответ: что мы строим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71F2C-D551-4F7D-A065-D80FC67F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77282-58BD-4E2E-9F4C-435C8EBE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05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F6D6D-72EF-46D0-9AA3-2586A218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 — это персональный weekly visual self-guidance продукт: пользователь вводит дату рождения и текущий запрос, получает прогноз недели, проходит daily episodes и видит, как меняется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C725A-E0F0-4C74-AF08-B6C0A41B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7A819-836D-485E-A368-1778EE71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продаем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AE63D-A8E8-4C93-8E99-526A1A1A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“астрологию”, а понятную неделю: смысл → действие → визуальное изменение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0CEDA-C939-4FAB-B4C6-AADF1D9E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41BBA-9E81-4903-94F6-FC359273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Почему сейчас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8B246-0010-40CB-9B51-ADE3F440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personal guidance, daily wellness, AI companion и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79155-ECC8-4D19-B2A3-40111943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66B32-086E-4492-A53B-300B1B3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в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A4F45-6AE7-4EB4-9CD0-A599DDEE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forecast, daily card, action/reset, Life Canvas, Plus paywall, один video-token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5234A-5515-4947-9E23-175E796A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33F3E-7667-4F24-9096-A8076782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Главный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CE1B9-43EC-407D-A32C-0E0C1BB7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должен понимать: Canvas изменился из-за моего действия, а не случайной генерации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EB23F-416E-4C6C-9AAF-CBE0C2AA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85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F01BF-9DF8-4C54-AC19-FB658DE0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756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не спорить о рынке, а проверить loop на 30-50 пользователях.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9DE072-27FF-4B9A-A250-4334CA97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88073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8184DB-E9B7-4557-944E-B7E56A5E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E16F9-B02A-4CAE-949B-F147BA93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68B84-219D-49E1-804E-5D572FC4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F06A4-AA50-4580-9952-01E72C26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8FF63-4F21-4E09-A6FA-226615DA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читать презентацию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98434-5743-4CC5-A0DF-B3210B0F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19C04-2F2D-4550-96B7-9A42F2DE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просмотра должно быть понятно: что строим, почему это может заработать, сколько стоит проверить и по каким метрикам остановиться.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9CC59-7D30-4E29-9201-506F6FAC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E0269-DD94-4994-B1E1-9B2C58DB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0539F-51E0-494D-9A87-C008B5DB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102FC-3C6E-4CAE-9E10-BA512488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4753C-810E-4407-8FFD-CF21B111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лидеры рынка и белое пятно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0DE6D-15D7-48AD-B2CF-CC50E6C5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FD16F-7047-4199-8FFD-549F34A2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EDD5F-CA4F-4E91-BBF2-97105682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AB998-5DE7-43CF-8D34-50FC0E86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петля, Canvas, экраны,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E4CD6-C96C-451A-8008-50C5E090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63836-EABC-465B-ACCE-DDE9FFB7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68F71-F127-4EB1-8308-B0183518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58F02-0044-4B73-88A2-F40B5102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цена, себестоимость, free user, break-even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6CD9A-27D0-45A1-A2D6-EFE0873B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FCB32-3710-40B5-9165-DD27609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5B489-3464-437B-800C-52D5468E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Запуск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1425CE-F685-429B-8527-B604DEAF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маркетинг, roadmap, go/no-go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F73C5-8C2C-4678-938A-F84E2A0E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2BD2B-FCFD-475E-B12D-36BB1C3C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054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Принцип: сначала смысл и решение, потом доказательства, таблицы и условия go/no-go.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BAE67-F17B-4940-B52C-AE14183B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08664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F8A6CD-6EEA-4B34-B749-C8AAA7EC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4D1C8-92F2-463A-B9E7-A5B2DA0D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A8D2B-01B4-4DE3-BEF0-DDA5A31B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B0545-7FB2-430F-BFD6-563D42B7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C7BC-E4F7-49AA-A5D7-81C94475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Компас показателей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FECD9-79D2-40E4-9FC8-B8FFD40F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737F2-2505-4BBF-BB80-3361C6F0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каждом финансовом или рыночном слайде важна не сама таблица, а показатель, который меняет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70BEA-D478-43A2-99E4-3B8D6A9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7EC3C-7A04-439F-9580-054C511D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0C732-4F74-4AFF-AFB3-9F1CFB44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D1/D7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9B6FC-EFD6-4462-8D2A-6E1EA94E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 ценность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D5E94-8A66-417C-936A-B50C93E6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B1A27-CAEC-47F6-BD3F-D64A8EB0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1A934-B325-4D87-BBD2-1B4C1DFC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в оплату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 на пользователя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126BB-5F8F-4645-B4FF-D89DF4F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платная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2E728-3C55-4725-BB1A-2EB3830D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6ADD4-871D-406A-B3F8-7E3483BB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Себестоимость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8D0C7-7E42-4132-9577-85F65723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free-user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платящего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AB9ED-0179-4C70-90A9-4CAAC98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съедает ли AI маржу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3E6AD-6B11-4FCC-B7E8-519D2EBA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1B60F-11AF-4823-B281-92A8E0C3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Рост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F430A-730C-4A7D-9705-F4097117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регистрации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Доказательство от авторов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B5E3A-7487-4649-8C97-3289A371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приводить людей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EFB1A-B48E-4DAE-96EA-E9CF3649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0D91A-5E6C-40E4-AF92-4F4A5394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34050"/>
            <a:ext cx="714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Каждый блок ниже читается через один вопрос: какой показатель меняет решение по продукту?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F7F0D2-AF36-4B53-A261-BB88859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33723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18C30-79D2-4430-9211-841E3A0F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2DC58-0D67-4217-847F-0B80E99C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9470B-1F87-49EF-B42D-0EEE2186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FD404-249B-4400-B950-710A49BE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D9893-33FA-4906-915B-A41180BD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Словарь метрик простым языком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39E73-E396-4A9E-AF36-DF82584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9E72A-4849-4F59-85A1-7F2C0706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Этот слайд нужен, чтобы Алина и клиент читали финмодель без финансового жаргона.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0338B-0220-48A9-AE96-B7E9A68C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88C34-7985-4EC5-BFF7-AF4BDF1B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C628D-ECAD-4484-B149-7467A4C7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430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11702-8BD0-44F0-AB05-32C7BB48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097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Простое объяснение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A66EB-615E-4113-AF5E-91B2C2E4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8B8C1-37FD-4ED0-8E80-B687E884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97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важно для AURA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D6115-7D8D-421C-9B2A-FE1794FD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D3031-FE7A-4F4A-B5C9-2C826ACA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/ D7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37A02-87F6-4C1F-BEDF-970CD42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669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F1B1B-1F8C-4241-B402-8C254443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вернулось на следующий день / через неделю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641F7D-9F34-4AF7-9260-5793D13F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669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D06AD-3401-4BD2-91E9-5E042B40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показывает, есть ли ежедневная привычка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C1C04-C63F-4597-8AD9-483391C9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F8CD9-7819-4279-9C5A-5305D866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94418-2DF2-4BE3-AC3C-F299D0A9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908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C1FA4-1457-4341-B963-223B9ACF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574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человек, почему изменилась картинка Life Canvas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F70B9-589B-43BE-B8EE-EDCD57DE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908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8C2FA-EF9B-47ED-877A-857CA266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574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главная проверка: это продукт или просто AI-картинка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45AAF6-CCDF-44C0-98B9-0A5C9EE6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B1F92-8387-4B87-B834-19B0CF09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4733A6-A445-4F42-B495-E8ED2F0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3614B-8906-4B2B-85EB-D072C23E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813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готовы платить или оставляют явный сигнал интереса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2586AD-325B-4591-89F1-47AF3FCE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146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A3F519-1A2D-4422-8729-4F2916F0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разработки нужно понять, есть ли деньги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C4CB3A-395D-4BB8-9898-06A9117C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300D13-6B69-4046-BF20-B4F9F8C8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8F8941-7A8A-4822-9DE2-9275CA82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DCAE34-83D1-4384-87D1-9971C6F0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доля пользователей становится платящей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65F1B1-9EC0-46D9-8D82-89CF4020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957C21-5126-44FD-ADEC-A36F42B9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определяет, может ли подписка окупить продукт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6FE62F-F697-4ACC-B71A-15576C96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DF7628-E4FF-4DD0-8E6B-F1D66182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E804DE-9AF2-4AA8-A586-2696638F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624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063C48-832E-4BB8-A2E6-B3DD3724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291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переменная себестоимость AI, картинок, видео и поддержки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4145F0-1208-465E-BF1D-7D501B48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624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CFD4E2-01D6-4115-90A3-6F38934B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COGS высокий, подписка не держит маржу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7A15C4-32F6-4010-84D1-EBF22200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485C3F-6F44-4427-89A1-33FCD573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CCDD0B-BBF5-4CFD-98F6-68D27D90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863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53CB3E-539F-44F2-908F-8E434632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529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пользователя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DBA098-1ACE-4C52-81FE-CC9DF4C1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863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F9FE81-11FB-44D4-97FA-A59A2CF7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можно масштабировать только если CAC ниже LTV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AA94C5-B656-4141-8D6F-58A830C6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01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12FBC5-14AC-4752-AA85-A9DAE8FF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446047-9CBB-4443-8EFD-2C8C23BF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01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7BC35A-EA1E-477A-B415-6A37C91E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нужно, чтобы дойти до следующего решения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F97A23-8534-4C70-BA7C-10F7B32B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101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6D5AEB-4F32-4B24-B6E1-875D7FC9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768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путать первую проверку и год масштабирования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63317B-0F4D-40EC-B275-128EFF66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560369-95EC-42FA-8B9B-8B962C2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91225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сокращения нужны только как индустриальный язык. Для решения читаем русскую колонку: что проверяем и почему это важно.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D1BC8F-5A32-4BB2-BBF0-1FE75A0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611540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3C061-355B-414D-AE74-BB19AA40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572AC-CD34-4A3F-8377-883930E2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45859-E5F1-41D7-B7AA-387375A5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1DDDC-B535-450B-BA19-E3C9D7AC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A3533-5645-4120-BC3F-F040DB7D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Цветовая логика решений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E0C3D-5A59-4FEE-85E1-8827869C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1963F-8B53-47AA-A1C4-2F37D9F8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Чтобы презентация читалась быстрее, каждый визуальный тип имеет свой смысл: возможность, решение, доказательство или gate.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89846-0051-49A8-BF1C-FF743C77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A6229-E3BF-49C1-9DF2-F9A28AB4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FE47E-B474-4F75-84F8-C831388C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Фиолетовый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754EA-9A77-4574-8F11-7C68F09E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стратегическая возможность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E2ECC-B1E3-41E1-AC23-1AA29B8B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432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рынок, позиционирование, белое пятно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B8818-6C22-487B-942E-6BF9DB6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8455F-B02C-4B89-9C2C-EC4B957A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2FF06-8360-4F53-BC42-BCEB8C5F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71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Зеленый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5584D-5EA2-461C-8A87-A9932845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/ хороший сигнал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100CF-4347-4A03-B38D-49B7D347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берем в MVP или считаем рабочим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6188A-535E-40EE-BF3E-A7BE6663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2BBEE-136E-4523-97F4-A6BBC737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CDF65-FB7F-4F9B-961E-A6ABBCCA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90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Серый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BAC1A-9412-4D20-94BD-F29E9B7D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7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доказательная база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3C59C-9BA8-43F8-8C0A-40836FBD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таблицы, источники, бенчмарки, raw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C78B2-6C4C-4C95-9E2C-FDC22E31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85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C5C2E-6E94-4C51-B358-78B7C879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C6586-0999-4AD3-8A52-C6E99DB8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Контур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40B2C-2EFD-42B3-9FF4-538FCC40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условие /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AE4E02-360B-49F7-BE2C-159C4B1B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метрика, без которой нельзя идти дальше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5D705C-B5B0-49C0-A606-695CA259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Так презентация перестает быть набором таблиц: каждый цвет показывает статус информации.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514D5A-9988-4ABA-B406-CFB5974D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75741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54DBB8-0B31-4329-8236-48948AA1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5F6D7-4C21-4AE6-B818-15D16EA8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D2E81-50AC-408B-9C1A-967893C1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2F712-FE1B-4B46-93C1-428D74A7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230D4-BAB0-4615-A5E7-02CE3542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B4555-AC20-46FA-8D8A-730349C8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82578-B6F9-402D-9643-CA73A3DB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CDD75-7D90-4FDE-A93C-8C14715E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A1520-D81F-4D5E-A18B-BEA1265E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E5520-F0BE-46DC-A23A-BA0ADF5E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0E7FB-2956-46B1-940C-A0416AA7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DA896-665D-41C8-8206-EE5EB945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D6D6E-BA17-4546-80C7-72674922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BED63-17BB-40AD-8211-BC15F80C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906F3-547D-428F-B914-BF2BE22F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D1390-3F26-4D14-B995-3F079FB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03227-1D17-43A4-BF6F-28D232C9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7D950-8BC7-4887-80C0-9D4B14B3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F2E87-EDE8-4E7B-AED1-6ACDF6ED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8AC53-5177-40A2-BF12-D039E33E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81E8E-52D1-4D1C-9396-71240110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F641E-0306-4522-B3B4-5B9E66BE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1FDC6-07F3-43EC-9980-66699F6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604B4-9DD6-4786-A2FE-E2C8FB24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CAACF-7195-48D6-9B4B-5AC59A25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07C4B6-8BFC-4900-9E67-C83AE35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153C9B-14D3-419F-878D-CE4D9EEC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D63F1-3E5F-4528-A8F0-26CCA87C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62999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697352-D319-4FD1-9D94-F8F4242E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20D30-B9B3-44BA-B8B3-E27B3380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4A928-C8A2-41CF-BDA8-F5AE5993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CA439-9AFE-4B39-8E15-52FD64B6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FC53E-CC2A-4628-82E3-6D486E19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51B97-5344-411C-A128-83EE3531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7A666-C7A1-46B2-9EC5-4CB147F6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211BA-E403-49FD-BB79-E38E0EB7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71F51-7D08-4A27-B737-370F221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7E7AB-1BEE-4AC5-80FB-12B95F04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D2163-A279-4D34-9002-50130251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BBE38-8DF9-4197-BCDF-BD93EF91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E0B25-03D2-46A3-8E16-DA3814B7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DED0B-1FE6-4AC7-851B-BB35D9E8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E7F0F-48B4-470D-83B0-6B35AC46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AE666-D3AC-4F4E-8959-520BA91B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7DC0E-27B5-49D0-A2CA-AD2983C2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DEDE5-5659-4EF8-AEA9-84F4F198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3AC06-360D-4314-94A1-E2553310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7B818-238C-4CCB-83FC-E4AC1D2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5F0EE-EF0C-4907-B0D9-9C3849A0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0C073-3CA5-4FDD-AD0E-79E6A849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8CD82-5D9F-4CD2-B023-62DBCFF4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59519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C12E16-3953-4F01-B7A6-55FFA9DA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CA914-A2AF-4DB6-8BBE-8F7FCE48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11F44-5E8E-43F1-9765-72216642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5A272-08B7-4981-A413-FA3136AB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45831-AF18-42D7-ACC6-68B001AB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мы выводим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5D44D-6D40-4B99-8A50-0CEB6BD7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98A1B-02A9-406F-8443-EE419DEB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5FCC3-CA5C-4A91-A423-9B5D7CB7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CEDD4-C0E0-42D3-9A62-A1754C58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FBDF3-E607-48C6-821F-72CCC81A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Смотрим лидеров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FBF5F-EF58-4D3B-8BB8-4455AE38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Nebula / Calm / Finch / Runway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795B8-09FE-477E-AC91-BEC42AD1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смысл, ритуал, память и визуальный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925D1-8A01-4905-8712-60F2F609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732F0-D42C-48D6-90C3-ED905E1A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DD92D-0EBD-4254-BE6C-8BFB27F6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Находим разрыв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0AA1F-324F-4043-89BD-0B3A1CDE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приложения дают куски опыта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E5BDC-0A5C-4C45-8879-3BFA4F87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формата, где смысл превращается в действие и видимое изменение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76636-93A8-4E96-AE75-B9A913A1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7D3C4-1C19-4458-B80B-DE26A8B9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D4B2E-19E7-4856-B122-EDFD91AA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Формулируем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5EEC8-443A-4EA0-B4B5-EBEE97FE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weekly visual self-guidance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27EBA-2B4F-4E28-A02E-D3A86113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становится личным сериалом, а Life Canvas показывает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FE6E5-6AF0-448D-8758-7639739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D40B99-4A1E-414C-AECE-1903BF93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5B45F3-73AA-4F16-BBAA-FB0184BC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Собираем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00497E-3382-4FC3-987B-23017ED0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Episode → Action → Canvas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EFD047-2C8D-407D-8589-D441AD99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проверяем не рынок вообще, а понятна ли пользователю причинная петля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BBC7AD-AC9F-44A4-ACD4-2AFECBAA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презентации: не “мы придумали приложение”, а “из существующих платных паттернов появляется новый формат”.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63D60-B37C-4BDE-BFCA-EAEAF602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50581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340E7A-B9CF-4C3F-98D5-72CBA209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CC942-B3B0-409A-96AD-7E4DD303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52F55-15D6-4FF7-8A5A-26CF4BDA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A0840-4669-4421-B7E8-D2840899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5F430-8174-4865-976E-FF98B2AB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46092-D4CB-4EDB-A25D-5FFD923E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A1632-00D9-407D-96D9-0895B84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EEB02-CF09-401E-951F-8E570D6E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EA082-05F5-48C5-BF35-33ACFCF2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CC52D-AB5F-451D-97B5-8E31026B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12510-3563-453D-B706-4821D628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08716-0CD7-4E26-823D-8A4A9C4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3FF5E-F269-4910-9DD2-5D5E048E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F67F2-C8D8-49DE-880E-21C2643D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C629D-8A74-4CAB-B168-58022DE7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2EEA3-5558-448A-836E-F10A32A7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97289-A4DC-430D-9CBF-D032BF31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86FDC-7DAE-4707-94F0-540287E6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7CCE2-1F37-4D32-86F5-01962976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2C215-0EF1-46B6-A8B6-BD5DBDF3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FF008-AB62-4F06-BD54-23C66730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FDCA0-C4B7-4C72-8484-3163D068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D0DF29-D0DC-4BD2-8856-D74676CB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04255-CD8F-4C9F-95DE-C300BC13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09CC5-E06B-4362-844E-DB867761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182D14-5AB9-43C1-84A0-B16B75E8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30AA8-081D-47F5-A2E8-FFC8C97D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D764B2-E9E0-4AC6-9DB2-4ACA5B1A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79881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9907BC-0F23-40F8-A24B-E65ABDC6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7FD0A-8A6D-4949-A2B6-909D2A0E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097F1-45F7-4497-8B17-98257B5D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FB1B9-6385-4BC5-B78C-C75050E3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A34C7-5913-4C92-8430-AE6DCE89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 рабочие продуктовые концепции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41497-9C0E-4BCA-9304-327AAC4A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FFB98-0E19-4E61-A608-A9BC9532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4F109-686D-4B66-BC45-108C3165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Концепция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EB773-3EDD-41AD-8EB9-75494D97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B9771-A09D-459F-B218-874B5F09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выглядит для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8D1A6-C1E7-4656-ACDA-46CFC7E8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EABEB-524B-4701-BA95-B66F78A0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Вау-момент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04F35-A03E-4AA1-85CD-61E0797C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CFE76-21E3-462C-BE45-4709270F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проверяет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E7920-8468-4186-A38C-AF7CDE2C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3798D-FED3-4E57-9CBB-5E23C909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Life Trailer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156B4-14C6-418C-A4D7-D4A57EA9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F2040-5D66-47DC-8268-CFA2478D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раз в неделю пользователь получает визуальный трейлер своей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E7C6E-1F1D-4260-B425-3E28B78D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B4F4D-E868-4596-93CA-C4FAC0DB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“моя неделя выглядит как фильм обо мне”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B4E5B-41BF-4854-87F6-44D2226D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02092-E67C-49AE-AB86-3191E756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 ли пользователь платить за premium visual moment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8BB76-6444-4140-BEC4-2A057A77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69C25-DB2F-4ACF-BD43-3EC8C4F2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 Self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C82708-952D-41BE-83A1-B411C74A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52CF4-4C97-4006-B3C0-CB233C82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ежедневные действия меняют образ будущей версии себя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EAED99-4066-4AE2-AB5C-C5FF46D8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FBA3B4-D50E-4343-8C1E-389A7715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“картинка изменилась, потому что я сделал действие”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6C875E-2B09-41D0-899B-1ECDCBB1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A9DD9-2EF7-464F-8B16-504FFC4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 ли причинность 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72A166-4285-4E91-B047-50C76141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B76FEC-ABA7-43C0-A73C-F5FBA694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Pocket Forecastist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A3C367-BE24-49ED-834C-51C28822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BA1ABA-FCD6-41B0-99DD-467C6C0B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 помнит контекст и ведет через неделю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559D71-6661-44E3-AE48-E6783EBA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C7483F-295B-46EA-8A15-30821CEF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“он понимает мою ситуацию, а не просто пишет гороскоп”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000585-2B2A-45CE-A913-9C9DCC15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AE877E-5E18-49C8-8AC4-E5E94FEA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ли trust + memory + weekly guidance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03FB77-7FE6-46B1-883D-43613DE6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03756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629C36-3204-432F-BDA1-80E3C52C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109C1-A475-423A-8E93-33E22824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168EE-D4C1-4274-A702-2B34AE68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CB681-F04D-46ED-BCAF-5BB5BA7C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B1BA2-AAE6-4F20-9EB6-56E5F16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такое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834F5-A7EF-4E5B-B4B2-014B3AE9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656CC-6C4D-40E9-94C7-17B753E9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B38FD-F82A-4D3B-A954-5C5216F3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748BE-9F6D-4834-B3FF-9E42A4E9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6264E-ED41-4883-A76F-C6A59E46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61B82-B9D5-4C00-B24D-8E9F0613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BEE3E-C30B-4E3A-BE93-2C66A093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AE2B5-2067-4397-A080-1EA3683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014D8-521B-4C47-909F-B2EA17AD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33736-E470-416D-B7D0-D358FB0E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0B7D7-86CA-4FCA-93F7-05D4A7DD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C689D-D831-463C-97F0-EAB95714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CA4CC-3732-44F4-B55E-3E6CDAE5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08E55-B78E-42E0-B670-EBC96345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99106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27BABA-B016-45D9-92FB-FFF8DC7D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30D27-079F-468A-B4E9-0278C13E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61BD8-F802-4D7D-9693-B50AB243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FD937-1D1B-4B25-B48D-C05712E4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D0A50-1578-41D0-8AEC-D4CFE7B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8A48A-9162-4D53-B5B7-2AA53993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99ABA-16BD-4E73-AD66-5CA04203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D3BD8-D5FD-4DEB-AE6E-1E02F028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49035-02DF-4413-A295-1E813BA2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DE3CB-976A-4CFE-B49D-514ED09E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A5D06-FBBA-46AC-BEE0-090EE591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D6E57-B487-4B9C-9028-402E7942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56B13-59BA-4456-BFE6-11B18862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7A533-BD56-4B57-9767-77458E58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1F696-2E1D-485B-A558-6832CA7C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69B48-9432-42F7-A85A-4BFC916D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355C8-0594-4721-BEAD-331AC668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3234B-B87F-409C-98D3-F3AD9CC7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980FF-C7A9-470B-93E4-A6B151A9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0051B-A4DF-4625-B963-FF00EBD8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74530-EBC9-4A9B-B196-95BF603C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E5CD5-5143-4D88-9630-6489830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29EC90-2D2E-4C0F-812D-3F515409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7DF10-5570-4A05-B884-EC2D96F8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415347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405684-F2F4-40B3-9599-AE854516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36AD4-AC0B-4F83-82A4-8A2880E4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E689B-6491-426E-BCD1-62625FA4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8D87D-2066-4104-B8E9-7C52035E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3C366-4352-48A3-9384-2AEF7EC0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9CBC0-CA05-4017-B60F-B06319D1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32F57-19CB-4ECD-A0EF-9AAF0BE9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88425-B933-4EF5-AB5E-2BD75BB9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7FE92-0B29-40E1-A08B-4C5C20EA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A65EA-D316-4958-8025-B6EB7F11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73BD3-6E57-417E-9E06-BC0CC045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EA0D2-0767-4DB3-863E-91108D1C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1E4A5-CC7A-4562-9684-71269135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26C66-5852-4E63-A1DC-600B2A17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58C45-638E-4106-8773-4168F60A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B300B-515A-4C0B-AC81-D0E962A1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0A1FB-E944-4CFA-883B-0507F65D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B536A-6F4E-4AA3-A407-D021324E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D6280-AC98-4626-AB2F-FD0811CA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AA385-BDAE-4706-8CBF-0DE878AE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543A7-C253-4363-AB95-68F88FDC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FAE6F-AED5-41BC-9962-E13BE8F3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C6138-4879-483C-BB89-8F0A9A49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038CE-019F-4C53-9798-1C1189D8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8E219-EE6D-49C8-A75A-DE648FC7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671500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AB0E7C-2B28-4E10-A116-C2BBC5E0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DF629-20C2-4CB7-8C8B-5B3A772A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AD800-8B9F-4839-BA18-D382F75F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92E5D-0F5F-401A-903A-E4843EC6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D8A22-FBC3-4B84-AAE9-F813D823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Ключевые экраны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45359-093F-4F6D-A374-70EAE106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D3A70-EFB1-418E-A1D0-3015CBF7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9B1F3-4F82-4A63-9632-DC74AEF0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87FA0-0A7A-4327-A020-6075C6FF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A0812-4C17-4076-8038-7B9EE6B3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рождения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B0617-55F0-4780-92C5-F19F45BB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B01A7-6191-4CA9-9F70-28BA12DF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/ время / место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текущий вопрос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79074-3E65-4D00-8506-2857A73F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6CC39-7D74-464D-9093-5E55D261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E2E6F-FA0D-4463-AECD-EADFA8E3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68E48-F19A-41B4-B9FC-E413FB16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FC940-43F2-4C88-84DA-F4D357CC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632D3-262A-421A-8677-685E52A1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510B8-985D-4784-98E1-4705E755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4D173-C2CA-4B55-9513-B758AA0C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сезона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напряжения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первое обещание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BCDE5-EB1A-40FA-8480-FB156429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3E581-DADA-4A76-83BF-6F3D8AD6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8CC75-1D79-4D2C-8C1A-E94BC39D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430A4-9FE0-494C-A351-0226399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40AD8B-13B0-4FA6-BE16-A1E59FF9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DB859-92BA-4E77-B52C-B771883D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5B658E-4629-4356-99D4-93240415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BC4E47-34B4-4039-B3C3-0C88556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сообщение ассистента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карточка действия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7C17BA-5C9B-4887-B781-81437789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219283-3783-48DE-AD9F-F49D3ED1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86B64B-853E-4251-93BC-1F0F21D4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70A79-6ACF-433A-A191-FF895695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E4FE6-8B72-4B40-8D6B-96BA9A42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D9F1CA-9C2D-4881-8180-88C1BA56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CC970A-827C-4761-AE97-4E336176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1F34FC-9E8F-4C6C-9CEF-4573F91A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2-мин практика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рефлексия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завершение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65A83C-12C0-4577-8305-61058210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E5CA87-E8A5-4285-99D0-602E00E9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3D09A4-E0BF-46F0-BC0A-AD0466BE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3FACA1-8A5E-49B0-80F9-FB9F75D4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8B6A1E-31D9-453C-B695-90ECD9D7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2222A2-AECA-4498-836C-9B2C327F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A8C6CC-CEF7-4A10-BF1C-61CA1594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F1FE38-E972-4458-B1D9-DD6905B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/ после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изменилось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изменилось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26956B-DEFB-49C7-AB90-6F199856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D4F378-026B-4C47-89F9-A968A060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290858-C1A6-4F00-9FEF-BA0896B4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8B2737-B371-472A-97BB-0AE86D57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1AEA46-C477-40DE-BCFA-F5639584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067C1D-B970-4FC8-AFA3-DBC7A7EA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E262E5-E767-4EAB-B7A4-501FAE26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08CC42-B92A-47E3-98A6-882233A2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продолжить сезон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/ annual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token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C6D290-1DAF-448E-A731-E4F05DA2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ED7170-EF51-45DA-B92F-81584B6A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выбрать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FA43D1-7108-45CE-823D-E364A4E3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финальный UI-дизайн. Это логика того, что дизайнер должен сделать видимым на экране.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02B7A1-92E1-49B9-9FDC-808A5D07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58327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CD9D64-4950-489D-9F60-3BB94B07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E5FA7-EECE-481A-9909-80DE8303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FE3F9-37B2-4726-B7F5-94696803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3FFFB-8EBE-410E-AE8E-E5521426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F689D-BAC4-4304-B5DE-6E96A537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640FA-AF6B-48A0-A6D1-D18C83BA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FBBBF-E80E-42AB-90B5-22362749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ED836-B196-4084-A4F4-F46236E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C625B-9911-497D-AF46-9DFEBC95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58BFA-B7EF-4F41-89C8-44915926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38132-8A55-435A-9812-B3541898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A1DF6-859C-49F2-A207-E7359627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5B4B0-C40C-4B62-B47A-CF5ADD40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38F7E-3E23-4DE5-8B13-589253CE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F9241-6942-436A-AC75-E8D9573E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CCEA7-0E8D-49CF-9603-411FE2CC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8BDD7-ED0F-424B-86E7-88084E5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E44AD-84D7-46D7-8758-23161F00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49B3B-49A4-4A40-84FB-765D8880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43030-9551-4F8D-B03D-E3C85FA6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CD72A-04B3-4F30-96E9-F0D8869B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CDCA6-01D4-4E9C-891B-67582179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1305500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CB9F7E-5D67-4FD9-9E1C-E406C6D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E6BD8-BF75-442C-9952-DEA277C4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C24D8-5BD5-48E3-B304-CA87088E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05171-24EF-4939-9FC4-2B635797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A0869-F182-450E-987B-C32BEBDD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C7470-9EB1-4417-9B0D-C313E2AB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F7562-C450-457A-8B26-508F5D1E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B2734-EEC3-4836-A994-5C84FB6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72024-1C7F-4BA9-BD6C-381D76A0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38371-CAA4-48B7-9BC5-FFD877A1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ECFB3-EBBE-43FC-9E3E-F16D738B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232BD-E0A2-429D-830E-5AFEE98E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BD038-B405-456D-BDE4-C72F0B8D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F0AD2-D5DC-42E8-85E7-CBDE5E46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1D8D2-6280-4ED1-A319-2BAE8262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D3A10-7A32-4669-ADB1-56E156F8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F8FBD-F0D4-48D3-88C5-3A39EC95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F7C64-5D31-43D5-A116-077C761C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94444-6AC8-4B34-AF72-F78DB283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841B8-0136-4B96-BAE5-A47D464F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F57F1-D12A-468B-83EC-232BE337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60B82-E9C5-43D7-A9CD-3DAF0A0F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6520A-8F4A-4888-996E-B999D2B6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9E5EB-158D-4857-9EAF-B85B605D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DE25D-58A6-477F-BEEB-48525178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7D6BB-7943-4EC5-904E-34B56E01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1CCA8-2232-47FB-BE18-BB386BA6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FC73F-20A3-48D7-ABC8-FDD7C2F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943D6-0271-4531-B2CE-32EEA27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741997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9E7BD3-0CA6-4D3A-AD94-B6D826E1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AA981-8ECA-4399-B0FC-A2551D34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75ADC-D892-4E31-BB8B-156339E0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AFFC5-38C5-40E9-B968-BF44B5C4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A6366-27F4-4CC1-803C-F0A280CC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85334-61F9-456E-B904-15E3B0BE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3FC06-14D2-4F02-8443-633059D1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98629-0F5D-4339-B9D6-1ABD049C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708C9-6C52-4722-B813-5ACEC012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C1987-25F2-45F8-90C2-8450DEE2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AFACE-11FF-4F26-9ABB-9E0CE270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10FB2-0253-4031-82CB-45F5B3F1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F97F8-02A0-4B91-96E8-40077091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540F0-9B1A-4AC5-939C-7C2178A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6D0E1-4A75-4101-ADEF-9B0A10D3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CF863-3951-4B7F-8637-600DA481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B3771-88E9-4829-B3D7-6F508230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26C95-3924-4C06-9B86-BE603398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469F3-D9F5-44C4-9AFF-5161CB72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26F94-1E2A-4B91-BE0C-67C6E259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99061-F862-4EAA-8F49-6E091B9B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39E63-93CC-4299-AF38-24D3CFAF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2C42B-40F3-4D4A-924C-FEB1A8BE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51EB2-102C-43B2-8C98-667E4C7C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018DB-5C9D-451D-9A9B-782516BC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5E6C3-CD39-4A39-B447-7D940884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A8A74-1DA1-4CFE-8E89-EE629679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85D075-CEA8-4755-9B5C-05C2D7B3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B3059-9060-4C8B-B5B8-D932EC39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65B87F-7DD9-41F3-BF07-EA7AF5BE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7F32B-245C-4A4F-A6C6-5772F455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669C4F-AE8E-4812-91E0-4D196D4F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146447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CD7864-08B7-49D7-9315-7546EDA3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23B02-6411-4022-A04B-97DC66CF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9068D-2CBC-4826-AD3F-68D49D78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BD86E-B4B0-45E4-8947-7CE4DFDB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44E75-DF1E-4A62-9BED-F16A7BB2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7DB26-8B9F-438D-B2F0-1ED6ADCA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A5FD3-24BF-4B4C-BCC4-58DE1A9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AB460-2104-4A22-B71D-05A3FD0A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C58DD-98EB-4AB8-A54D-CA5F07CE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5E650-ABA2-42F6-9F53-211E5FB7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EE305-7BAC-481F-AC06-0E974B8D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4B2D2-89F7-45FA-BF58-115B2EB5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65E73-B0AA-4080-A8E1-B1D4CF16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D9F86-93E2-4ED6-ADC3-4EDCDEAB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71884-7D85-474D-8A4E-F7F34A1D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FEFE3-91B2-4C86-AB02-42830386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00515-4ABA-43F0-8B37-6D53310A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4CD6B-2A15-461F-920D-354DF24C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18FE-060B-4037-9FEE-EFF6A81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4E5DF-AD5B-4E74-B84B-CEDDCD71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8D1AD-6972-42BC-900C-83223BC3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CDEA8-945B-4141-A955-B169F30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72B05-2576-46F8-B13A-FD08056A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89179-DA9A-4BD5-AA55-07034E3D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7F7198-730D-4CB4-9900-38CCED6F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1A2E2-7B5C-4E34-B7CE-6B7007F9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149C16-4FE3-44E7-A314-A2AE4DC8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92457-CD14-46ED-9647-1DF89D2D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4637692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03AC7-18A0-44A2-A3BB-69E998F9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6AFE3-C896-461B-94A9-6A27B816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83F25-C15A-44D4-A29C-0C8446D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D4427-CBED-49D9-B91F-92C07B07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337ED-D731-4148-B688-34FEE458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1DECC-5A9F-49BF-9C37-E495C280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09D3B-B3A1-4252-95DF-F7190111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E8F9A-7F5A-475A-8705-F4AFE138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883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D0B59-CAB8-479C-AB5D-481745FF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consumer mobile apps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12D43-8FB7-422B-9113-54CC998E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конкурирует за ежедневную привычку открывать приложение ради смысла, reset и самонавигации.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FA886-6F63-47AB-B32F-9EFE24D3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0D1E5-9DF5-43E9-A8AE-5B09CAD1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4713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BA246-9E40-4064-B022-051FB9B4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718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платных поведения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C963C-9A98-4716-8995-E0C71E96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навигация, wellness-ритуал, память AI-companion, визуальная идентичность/avatar progression.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2A625-0830-4A5A-813D-ED30C8B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EA91C-051E-43E5-A803-89A8E744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058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C2A94-5FA2-4562-B40E-595EB4BC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apps + web + AI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1FE07-EC8A-40F5-8B53-9A0E6A28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исследование покрывает app stores, web apps, paywalls, соседние инструменты и ручной competitor walkthrough.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D6ECB-FA2A-4D5C-8A4E-E6E297B6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AF283-747F-4243-988B-270EFFA2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68C30-CEF2-4A72-A2E5-236D13EB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71DCC-DE72-4365-A07C-7A15C9D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достижимый первый масштаб, если creator-led GTM, недельные сезоны и premium-визуалы работают.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CC42F-0ACB-458F-A7DB-27854804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31B7B-2A1F-41DD-BBFA-A0C1DEBE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4B820-E7C4-4D4D-8CB7-4F2B6AAC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$30-80M ARR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784DB-9BC5-4677-A712-EE22EF73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+ annual + premium tokens + creator seasons могут дать venture-relevant upside.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3EE3C2-4E7B-426F-98A1-DBCE2FB6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— это не один horoscope TAM. Это пересечение paid personal meaning, daily ritual и AI visual identity.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CE3A41-5544-436C-91BF-C0BDA537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2227851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17F5F8-D447-46A8-882D-5AA5FAA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233C3-07FF-4867-A2C1-5D02EA6F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4C3B3-771D-4CBB-A7C7-EC3C2537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3F022-9217-4B7D-9199-29C4FCB6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0CABF-FCBE-4193-9D4F-BA9BC28D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работают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5E9A5-E022-432E-BD8A-0AE646A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222B3-1587-4993-8F28-9A3F87D2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160A4-EFA9-4EDE-9AC0-ADB2C67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61734-68B4-4AB2-A8C9-99A9688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191F4-F5C9-4AE6-8CB6-BAD5959E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Внешние сигналы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AD6F0-798D-4F54-A73D-AE760F19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Rev.now / Sacra / press / API 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47533-8DCD-43F6-B0FC-2E4D7379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Revenue, MAU, payers, price, public COGS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0480E-02D2-4927-9A79-5BCE84CD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64DFE-3026-4099-9785-CF502568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F6123-47F6-4939-A737-609C39D7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Производные бенчмарки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BCDDF-F5DA-4FF5-BC2A-2D7B15A8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расчет из открытых сигналов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D9B0E-55EE-4C0D-BF3D-CB4A56FD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ARPMAU, paid conversion, CAC bands, COGS per 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7716F-D368-4081-A1B5-D6433976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2BD02-E5EC-4AC2-82E4-3A6D7305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2157B-8B95-426A-98FB-A708CAC8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23BB1-BFCE-40AB-8270-C761A1A6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conservative / base / strong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507B5-0641-479B-9D6F-C54401C7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pricing, conversion, token attach, no-free-video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8367C-E38B-479C-974B-CD3FEBB1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825E0-E522-46E4-B4B0-8DB7EDA7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64DF2-B0E1-47CC-81FC-5C8DF1DA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Продуктовые решения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5D6AB-CAE0-48F1-8428-FBF8D7C7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что реально строим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7615A-E2C3-4BD7-B439-10BAB3B4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Plus, annual, token video, image-first Life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97771-EF61-41EA-93EB-EDE3D766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Презентация не считает оценки конкурентов абсолютной правдой. Она использует их как рамки для гипотез AURA.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566642-4A5E-4E10-9096-E18C2D00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0076023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22BBD4-B6C6-4A03-83CC-05F638DD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A966B-76F2-43DC-825D-42D9BA2F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EF4E7-AE5E-4AD3-AEBF-2C19FDE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B0E6A-2899-4E0F-AA5F-152BDC9F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47378-F90D-46B0-8697-9F52299F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8A355-9B9E-43A6-9FEC-1D7CFF05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EBD54-30C2-4409-B9D4-3A735952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250CE-40E4-420E-AB7B-D00FE220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B8870-5045-4699-B6FA-0CBE9B99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06C1A-3562-4B20-B537-A2765FC9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9AF8D-C130-4585-84AC-8A35AC1D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59CE9-14FC-46C6-8B40-EDBDB7DF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A2305-5207-41EE-A0A8-0997003D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1B11E-3823-47F8-AB36-5BBEE946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5FA6B-4D5F-43B8-A361-C63B818F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055EF-5B74-4C5E-BE97-A9A9C0EE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65912-2317-4E36-84C9-E836DA39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7DA24-85CC-4D38-81EA-D7489DDD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51208-3B86-429E-8071-9F5022DE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1AE52-B0CD-48FB-9992-A74682B4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C2ECF-E224-4236-AB11-B22DE3AE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9790A-F5E6-427D-ACFB-B78ABCFA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ежедневная петля без видео должна быть достаточно дешевой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928CE-4404-430A-8954-132B7465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 до масштабирования.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798B1-E4D5-4F45-BD3B-6A0F6AEC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481808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0C18A-A302-418A-95BA-4768640D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63756-8217-46FF-883D-A7E31C2F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79824-45A6-457B-9FB1-BD17E67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08A79-5518-4528-B53F-3C11706D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B4902-1431-43C9-8DB8-71A79B42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Пороговые показатели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5EE78-432A-4E0B-B3D7-448673CD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3980A-D554-4A82-B4B7-7A09C9FD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KPI “на вырост”, а gates для решения: продолжаем, режем scope или останавливаем.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B5D78-B612-4C0B-9CBF-69818D85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97630-57F3-4727-9092-5B9839A3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9BA90-AD41-47F8-B17A-1F98EF33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AE74C-5559-419A-89F9-E809A760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85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Минимум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C4C9D-4098-4590-B769-ADF19B9F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55BD8-0DE4-4523-AE55-E7B68813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85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Хороший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C1D98-A6BD-4174-97E4-23577B03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F9CF7-3456-4FE7-A298-3DA0C186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85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193B0-6E07-4E60-A0D3-195BE28D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56345-E123-4788-B446-C125E4C9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категории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06134-14AD-45FB-8BDD-D5CDDA2A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E9FFB-9B84-49E0-A67F-92481FE0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19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953ED-E4DF-4A18-974B-DDB0519E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D4661-B8EE-440F-B13A-9A5F8701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56C98-B4F7-4AE7-B950-A5B02480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8A723-7A78-4558-99C1-891B1E70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объяснять продукт без длинной продажи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34FC2-E50C-467A-9B0E-52DA23C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C08A1C-F93B-42D3-B79B-37640DD2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77A04-1477-45C0-993E-ED7EF84D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F6542-0161-4BEF-A24C-C0A6D06E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527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C5456C-97E0-47C2-88EA-53A6DA7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AE7BC-BA0A-40D0-98D0-ECEC0C83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527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ABD46-CACD-4791-A174-6A2F65FD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9F6A72-D30B-464F-8874-FE6207AB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работает как ядро, не как случайная картинка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D278D7-C88D-4D3D-AFAE-53A00347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F7A0E4-77D3-4971-8E1F-30D17317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826A6C-A308-4819-A3F5-E74A53C4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71061B-4B28-459D-A56A-CB6367ED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&gt;20%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C7C6DF-1538-44D3-AFF6-28A8F50D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0B3954-197A-4717-A4E3-AE4E02B9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C588EA-A085-4D73-AE0E-A59A0EBE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A1AAD8-A407-4EAF-853A-7BB37216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 вызывает возврат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E7BC9A-03FA-4EED-9AE8-44CA3738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2A2006-0FDE-4396-97A1-5333566F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B0E1CD-26E7-4857-A684-53162762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C98FF9-3FA5-44AD-B879-3202C98A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95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946FB6-B786-4D13-8A59-A9F850A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75DACF-F6F0-4AB3-BBBD-ABDA0C13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95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&gt;8-10%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E7CB7B-83DC-48AC-94B4-0A2121E6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3F2DD9-FAEC-46AB-916B-0D480B6F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переходить к paywall / pricing 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93F9FD-1EE9-44F1-A191-35E94468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E67658-3ED4-4DD6-A900-2C2555C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платящего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2584BF-A07C-4328-9ADC-4DDBD4F3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B92C0B-99FC-41A2-9831-609DF159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&lt;$4/мес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EFB4C0-0834-4C4B-8E76-3D3A6552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400EC9-6A00-41A4-B613-4E142657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&lt;$3/мес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87A144-B17A-4CEC-BB2A-36F1C74E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71DDB3-98A2-4001-8334-1753428F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не убивает маржу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82CB34-7B0E-4EEC-A0D3-F919BB11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44ADC4-4DED-4135-BC83-800CF7AE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активированного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0E4FCF-2110-4E0C-BD51-3EEF3CB2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1FC963-4C33-4318-BF3F-507CFBE6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86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459326-99E2-451C-9D4A-2BC27FEA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190AD9-5923-48E5-A7E9-98B1AB8D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86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 при сильном LTV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D97F90-CE17-41B7-8FAA-90C516E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A28757-95EB-439B-BB85-35517695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86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маленькие paid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E9D63E-6543-48AD-B68B-49299214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646AB9-BD2E-457F-BE9E-F5E6B67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817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Эти пороги превращают презентацию в систему решений: не “верим в идею”, а проверяем конкретные условия перехода дальше.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0CBB50-F9EC-4647-B673-4D035AE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3068284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4F886C-7EF7-4F7B-8873-5CBC0E0A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5DB30-96C8-421A-8FA3-D8385792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4C373-BDC5-4411-9A30-9DCDB99C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641BB-A4B2-49B6-B971-9BB2537B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65CD3-D8D1-46A6-975E-8201820C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0F018-4197-4254-8DB6-FD39C103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17921-9764-4D70-9F81-72EBF3C7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A3E2D-FB89-42E6-B440-0C31A977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E4D62-B184-4BED-B971-780680E0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62ADA-45ED-4214-9683-CD9528FB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29C97-005D-4CCF-9623-3842D7C6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81226-AB33-40DA-BA14-F2FA7C65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8E5A3-55D0-4088-8B55-E51A6605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68023-90D2-497D-A429-8A89987E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FB8AC-218E-4B68-B444-C5A00165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E05D1-154E-43BC-BC66-A167D813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9D2EE-EACD-405E-9832-25AED5B3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47051-2696-405B-9197-0AAC3188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DC18E-0C7F-4B62-8DEE-C5997C8A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C0C32-20A1-4474-8F96-5CFB17E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FCD3C-3702-46A0-9427-585FE655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AC3C8-E4A8-43E7-BC4A-C7ECB7C2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BCD1C-889C-49A9-B947-ED4924EA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405CA5-65E5-4BAB-9109-52A6B8C2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EAEC2-085C-4587-9B33-FDF3E6FD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876D91-E982-4DE1-B37A-030F33F6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FD1A6B-E429-49F8-AA10-2BEDB79D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E33DAE-5C8F-4E8D-AA88-A7A1D6E6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93010A-A156-474D-8330-19A22306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8E8389-FF16-410E-A36A-DECB170A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6D1BD3-4512-4F9B-8AF5-458BC1D4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96CCD0-BC42-4065-A48E-E22E4766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C0EC6D-F60C-4C4C-B57D-7ED3DAEB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A36E-FA5B-4247-BBB0-F0BD573F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321F0E-ADE1-48F1-81BB-480BCF72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C6A749-E3AB-4E9E-A304-0D7CF85F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BF3C9A-F2F3-4505-9E43-C2BFBC1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418922-A644-450E-8C01-177AA3DA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13CE97-E12D-46F2-A009-CD56E838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6DF905-BCD3-44A5-BABF-C09F86B9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5325B4-FF39-4FCF-AA02-34E5AAC3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0371A5-73B6-4EA3-9901-DF064F26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594CCD-CFB9-42D5-8A0F-3CB9AB89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ED6C0E-7662-4DE7-8B16-F11512CD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467BF7-9070-4B43-BCED-257543DB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153EBD-2842-47A8-8F56-BA976407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43067C-9C8A-4F24-A8A7-7691BF59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BAA36C-6938-4221-A91A-2B308BCC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95426F-A40E-465D-A1DE-D7C78C91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3D50A0-256F-43C6-8DBC-C702365A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BF6DB3-2886-420C-BECD-B799C548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D5C59D-2B0A-4B77-BA5F-C9ADD26D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E632F1-A0A2-405C-A147-D47B2B93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B575B8-FFC6-4C8E-A0D1-0E5F8843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44DC49-14D1-48AA-9CC1-2C89061C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D92AF2-BBD0-4837-963F-01792CA2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8168796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95189F-3FB6-4D7D-8628-17EC936A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A9E71-486E-443F-B4BA-4B4A9043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C617D-7CF4-495C-951F-3673583A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16D79-32A4-4866-BA98-96D989BB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91B67-E4DB-4F9D-92F5-5B9DF7A5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astrology-приложений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D1D7B-AFB3-4355-9C2F-F509786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C5DC6-98D1-4067-845D-3C0C65F5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02FBC-F513-46FE-9448-90306349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09783-3D9B-4B43-AE0B-04EB2C9E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D5009-D613-4662-8A55-6A15C6F1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F10FF-E5D4-4B29-BDAA-3D11AE0D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C1243-EA2E-4583-9E1E-BE88E8F3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468F6-5BE4-4B55-A610-C8DB8961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2BA89-20D7-4EF5-B2FF-032A4C1F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41253-668E-4101-BE15-B097E001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0D95A-F21C-4F19-B1B0-49C5750C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C4D1B-E1D2-4CD8-B830-2ACAEA69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1F564-4D52-4F9B-8C45-D719BD4A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B0370-20F9-4433-A548-9B27738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2F901-3203-4F7F-9C19-DCD587B2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$797.5K/мес; 2.7M MAU; 64K payers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3C19E-1756-415C-B87B-7BAE3738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CB9F8-C325-4610-97CF-54D39B9C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~$0.30; conversion ~2.4%; $8.99/мес + IAP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8D3AE3-01B7-41C2-A461-941079A6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8FDFA-2AAC-4920-93BE-611B7D0D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 должен быть 2-3%, не fantasy 8-10%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28D59-E72B-4872-A60E-7E7CC2D9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3D888-7752-4F35-A14F-525A6056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00987-EB5E-48C7-93F1-36D3DC67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0C3E7-CC7C-4C45-A78E-18A2ADC2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$718K/мес; 2.2M MAU; 52K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B5A03A-B448-4F1A-902A-865262F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0C479E-0B01-4C8C-9516-BD709811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~$0.33; conversion ~2.4%; $9.99/мес + weekly IAPs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506CB2-E685-4351-8FFA-7910565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9B5707-EDF7-4777-B6E1-3B5DBCF2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guidance монетизируется, но trust paywall хрупкий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9435F7-AE06-4F3C-8F54-3E246E77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4489F0-2E05-4B3E-A1A7-07246C0F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Pattern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A3ED0-5DAC-4822-9B9A-D62A7721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74DEC3-8855-4C3C-B929-6C67F031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$36.1K/мес; 160K MAU; 4K payers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06ED72-30E4-4DED-91CC-58EF7068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A1C626-F625-4CF5-9701-5A44892A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~2.5%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ADFF8A-EC79-4986-82F7-360903B3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C8ABD6-B4EA-45A7-8E42-B0190860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relationship/self-insight работает, но depth сам по себе не гарантирует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BFF9D4-FBFC-4575-AC2B-A56F0894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8D02AB-CF53-4409-9755-14C33EE8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AstroSage Android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CF166B-59B4-4E15-9808-148ED6EB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B57C82-68A4-4673-B6F2-BCFE1BDE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$547.8K/мес; 2.4M MAU; 34K payers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242D6C-C4FA-410B-821E-43D8F333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D10F66-7D80-4716-9CCF-F89CEF94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~1.4%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5293B9-CB8D-4466-A2E9-FCD90442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A36AEF-64B3-4D9D-A405-5304ED69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birth-data utility дает большой reach при более низкой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37A9C1-2226-4B31-BF83-BDBF35F3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A0AE72-BFAC-4B89-B2E7-592EBDCB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EA5515-7D49-4041-8C5A-35642CBB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7D3EAD-7184-4735-9331-6C0D17F0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$440.8K/мес; 242K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BB170D-A9A4-48E8-BACD-A360E9BB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17DCBA-582F-4EFC-84FE-F16F67BC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~$1.82; conversion ~4.5%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478DF0-0113-44A4-93C1-D1E345EC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B50A44-1C09-44C2-9F09-47CB1771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mechanics могут поднять conversion и ARPMAU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84BB7D-24AB-48E2-A0DB-E3E4C510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E8727F-4359-4F37-BA2B-95BA5BEC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 company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48F490-624F-4717-9F00-23719731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A7B16E-9F01-47BE-BE68-6A33C64F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Rs 1,214 crore FY25 total revenue reported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666676-F7FC-4996-9028-36B74AC5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A9C41A-FCB5-494F-81DF-DD09B284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consultation marketplace, не pure app subscription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A83D2B-97F7-42E3-AB08-B1281CB4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436D36-0B10-4F38-A26E-2740C2AE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human/expert layer — upside later, не MVP core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D87E03-F9AA-4A78-9BC1-15353574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Источник: оценки Rev.now и публичные отчеты/пресса. Это directional benchmarks, не audited internal P&amp;L.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E9344A-5644-4405-955F-6E2D861F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3950117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44AA8C-A211-4382-81FD-1BBEAEDB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C40A6-C8DE-4D55-B0A6-B214C4BB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58481-4479-4498-8145-579203A6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E94F6-B879-4CE0-AA0D-E71FEBBF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47981-57E8-41FA-81CE-1E0E331D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mindfulness-приложений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13686-BCDD-4BCD-B597-C7CA8FA3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D76B9-486F-411D-9A78-8D57F1C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D6ED8-AFF5-44DD-AE93-A1A3BFF7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C39C1-FE71-4410-9232-B4441974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D0CA4-6D49-4C28-AB9B-BD5E9569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27A99-3929-4B19-BCD8-EB868E1C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7238D-B657-413C-9B01-5D3D4D16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A17AA-9081-4FBE-AB0A-4035D865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A00E6-6F62-44D1-ADAA-9E578031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46E19-EA79-44E1-BC09-40BCCE2C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5E8FA-A388-4576-9A21-62697270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4670F-B435-4627-9CE8-728AE279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7F32E-06A6-43F4-9E82-F6F12F28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brand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F82C4-2522-4217-8BF3-86EC469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FDBCF-C135-4F6A-9156-C23F5629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proxy $300M/год; 4M+ paying subscribers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17BB6-BED9-4930-BD55-6AB2C20E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C8999-9352-485B-B284-18F42F30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$70/год и $14.99/мес price anchors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5C8A8-BA4C-457C-8BEF-B2C28D95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D50DB-7C78-4A22-8810-767EDFA7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wellness subscription может быть большой при доверии и routine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7B506-2EA5-43C9-BD04-AFCC75F2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A578C-46CB-4407-9B9C-014B01B9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4263BB-AFD8-4F52-845F-E73324A9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C8DE3B-E1FD-4E9D-AA0B-E957C3F0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$2.35M/мес; 3.6M MAU; 85K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964D10-D5A0-43D2-87D4-C2FBF60D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3E9AD-B9DD-4676-857B-1EF08F2E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~$0.65; conversion ~2.4%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7642FC-199A-43F4-AC2A-A0BC2456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9ADA6-5D61-4CA0-B162-94DD5252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wellness может монетизироваться выше astrology ARPMAU, но нужна retention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E6D577-ADF3-436C-92D8-50837DA9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64ED61-CCC1-489B-AC28-D2E3089D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0ACBB2-547D-43A9-BDDA-FD3933E1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225D71-203F-4375-B550-91B03F04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~$200M/год brand proxy; app-store proxy ~$39-40M/год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1A68DF-2656-4954-92D1-47E47768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150D5E-7F4C-4959-9300-D41337BE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$12.99/мес price signal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C5E829-CC3C-4A4C-B728-A3D7D443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C5550B-7438-4B97-849D-6CC47A3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off-store/B2B revenue может занижать видимую app economics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788D48-06E9-4984-BE2F-EFD2D0B6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023F0B-8C5B-4718-A264-B1E20A40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Waking 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1F1225-91BD-4454-A7AD-A4DE2CAB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81E85A-5A84-4E74-965D-8FDE3650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$492.7K/мес iOS leaderboard estimate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A82F53-71C7-4EC3-BF35-0351A3EF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7D92CD-01DA-422D-8706-A242BF45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$19.99/мес; $129.99/год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8A6991-17C5-4787-9838-A9874FB0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3A2771-3E8E-4117-8D7C-E2FF31C8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teacher voice может оправдать premium pricing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0C85D0-F29B-4034-8F55-6F5DA6C8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7D6CCB-46D2-48F1-A71E-21B6D4E3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Balance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4484C7-A779-4EEC-A48F-814F8E06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0CC112-93E0-4EAF-AF9D-58A6DCF8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$180K/мес; ~317K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4E601E-C388-4299-80E1-DABB9397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90961F-645E-421E-8098-786362A2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~$0.57; conversion ~3.5%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0E7D4D-E18C-4293-B815-46D44C1B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61949E-16EF-4A7B-ADFE-67ADBC7F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personalization может outperform generic meditation libraries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242A90-9478-4C16-9D4A-E83E2B6D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E3C358-8148-43A5-8BD9-BE039E59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Meditopia iOS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72C50C-D391-4D20-9D34-9CD43805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F38950-A0EA-437B-B4FC-D62AA4F3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$118.4K/мес; 629K MAU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022E82-F836-4D5E-A006-54702599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EE056F-0FE7-4917-A574-1BF3AE13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4CB393-808D-471B-9AB8-5DE71E22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461F8D-3513-4891-8EE3-3415B9B9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большой MAU без сильной monetization все еще может быть тонким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CCF4A3-B119-4878-A441-F8DFBF4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взять daily ritual и annual plan logic, а не строить гигантскую meditation library.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492FCC-3BF9-4B9E-B69C-01A7AEEA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6114332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0B8EC3-906A-45FD-A18E-FF9C8DDD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AF048-5CE3-4D92-9416-278B03D6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0A34E-1878-4AA8-8FCC-CBFF4BAD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66E59-69A9-4E09-8E5F-640360D5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BBF15-1B14-49CE-BEB5-0964D703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AI companion / avatar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A76F2-BE27-4A1C-B6AE-C2E48B9E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1AF6F-94E0-4DD2-8F87-32D70FBD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FCDC1-7333-4C2E-9F63-43B23C58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52ABC-DE71-43A3-9686-ABED9B7C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F0CFE-3F70-4F33-A3DE-10EA9D7B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59767-5093-4AD5-8954-2F735706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C8F16-EA9F-4C30-ABB7-A9C8077E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712E7-CB17-4F46-9B80-58E2C7EF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56033-9DF6-4B56-897E-1F6CF4DE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 что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A2D6C-9A70-4A6E-8A75-BBB72BC1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43065-A723-4743-A681-4B4C4CDE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15BB7-4492-4560-A2BA-072C7AFD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8C354-6DA9-4D58-B50E-ED93A3EF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8866E-BD6B-4563-B858-D1C9A497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E3EC7-F72C-428E-B3E8-5E689BDB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$30M-$32M ARR proxy; c.ai+ $9.99/мес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FC1C1-3C84-4034-AFDF-29AFFE60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B021C-11A4-4CBF-93C1-B94E8D97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priority, memory, engagement, chat 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8B34C-B749-438A-AEBD-707C6BA9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92272-D0E9-4AEF-80AE-7DFC8EF0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может монетизировать engagement, но inference cost и safety доминируют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DD120C-AFB8-43AF-A6A3-43F4F250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D0EDE4-C82D-4551-8672-ABFBE340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09075-AB64-43E1-8507-352254FB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81E41-E13A-4138-8C24-A1802215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$2.36M/мес; 99K payers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052C08-4710-47EE-9E5D-DEA39AA9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B2F2FF-C65E-4B61-BFCA-D150171D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companion, avatar, memory, voice/video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56EE94-0617-4EA4-A928-C08533CE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B33FF4-2119-472C-AB57-D556845C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платят за emotional continuity, не raw text 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F21820-3D57-4DDB-876B-804BB255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EFEB35-C008-455B-B395-B88203D3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85DEE5-CF59-4634-803B-86DA6DD9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5A8C98-9C1C-4550-AE46-26FFE40A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$1.5M-$2.0M/мес public estimate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1B7565-6DE4-461B-AC40-CE556D8E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2B7E5A-3896-4C6D-BA16-A2A5CABC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self-care pet, soft progression, daily loop, Plus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8F34E9-6C51-4137-A1D1-E0CB8EB6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B3D196-01D4-4EFE-9199-6A861741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companion mechanics могут монетизироваться без scary “therapy” positioning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2D59DA-C9C4-4082-9E38-AE64B770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446FB2-C7AC-4931-B404-507DAEB0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D-ID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CAAABF-F1C0-4B6D-AE01-DD30CE7C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AE5359-2F55-47F3-ADA2-D48920FD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API pricing показывает, что avatar video — paid compute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015BAB-3C3B-4B2C-ABA5-8A23A8E5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C82AD5-CC44-43E0-972B-96335B00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$0.05-$0.0667/sec или plan/credit based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88CE4E-5657-4187-80DB-2A8BD88A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96E4D8-3606-4C78-8662-09E2A35A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 — premium event, не free habit 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027192-32FD-45C4-8069-2254E978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4A44AB-7C13-471F-BF5C-2F7AFF64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C67A96-5D9E-4F91-B879-5EABBA1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4BE191-39E8-4FEA-ADFA-747F1D4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$9.99-$14.99/мес + tokens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8547A2-5B24-44CF-8C26-099581AE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C73163-17D6-4D10-898E-D5BEA6C6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season, assistant memory, Life Canvas, rare video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D39FFF-8182-448C-8D43-7EBDE2BB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9A407B-4E86-4342-94AE-2FDDAF46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должна быть cost-controlled AI product под premium visual wrapper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664B13-6877-4AED-8242-844C0146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Аватар — не декорация. Он должен помогать пользователю понять, почему изменилась неделя.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2039C9-5DFA-42D1-A179-8957F549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1152702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2235E-4A1F-4E2B-B766-749366AB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D52B7-7230-4A94-9A98-69870617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ED495-E1ED-4566-BB26-61C2D7C8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8A799-6413-412D-A5E9-D6CF5550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F9596-0595-4901-9B4B-DB6281E0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7672B-1F9D-41F7-885C-F70FF233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E01C4-D868-4D9C-ACAB-DEE16F32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C05A9-7616-4876-B818-706423BE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D6BCD-0AA2-46CF-9FDC-253A8D4E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93ADC-9758-43F5-9DA9-9B54DFB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23100-9E61-4B9D-8787-4CBAFD88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4101F-F7E1-442B-8040-D8B21EDA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2CD16-DEA3-47F4-AA2D-C0E3FD6D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0FBE9-5B89-4623-B09C-CCDC5315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2CD33-A2C5-4A06-9477-8BD30945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9D78A-9334-4CA8-9E5B-E34A648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6D60D-3144-496D-80F2-3F1F471A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31550-FB05-4317-99A1-D32724DC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33F82-B38B-494C-8C6D-A2BED90C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36E74-26B6-45E1-9352-02922857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4E91F-5C90-405B-86D6-D7EAF74C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0F706-06D4-4FB5-9109-EB2F4C47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9F7B4-7E11-4113-8D21-59A1DB8B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6F596-92FF-4295-8597-02F1E38C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CBEB5-682E-4E30-BE01-9BA9D606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F3681-C17B-472E-90BC-8793EB88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6658D0-09D4-4209-B0AF-0C789FE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93CB2-147E-46A3-B84D-BE2DB9D0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2E974-EE6A-48A5-974C-BAAC1534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B14301-2B9C-43F0-8BF9-33CC37F1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C57DB-FB49-4C4A-8422-CEEFBB46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A9D9EC-8C45-4DEF-92F5-0A845625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F24995-BEAC-4737-A87D-AE3F4805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8E696A-F69E-4980-A2D9-E50D7E8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13238-50ED-4A76-A786-1ABAF1BD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44C543-16F2-4ADE-902B-A63BCE0D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E8AE1C-936F-43EA-9686-697B67F3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F75F46-614B-4F7A-9101-C37C7659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F27CEB-BCDF-46BE-8093-E6933894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EBD359-2B20-482E-B4F9-613AB784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3E465A-549D-4046-A043-BCBFA58A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31A4BE-84E5-40E4-9549-553B3EC7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9E047B-FD5F-4452-BA16-14A74A35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31B560-0990-488F-B515-E803773E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2F9BF6-9B62-44A1-9787-A638040A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9D6882-720C-4F44-93E2-7FAA5425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FBDA1E-6604-4291-8402-745956BF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A38D64-D71A-400D-896A-15F78B34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758C04-7E00-421E-800B-A397345D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E46FB9-EE55-42BA-BEDD-87773042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32A600-DD56-47DA-B998-6B1DB941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18BE55-3C45-42E6-AF9A-8BB452C7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BD9392-6F74-49ED-9268-DCF332CD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C1577A-9F78-4DB3-A7C4-82908DE5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086BA1-6C00-4467-8E0C-24161A95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FCBF00-0C4E-4852-9039-AAD737C9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2761D1-57E6-4EE8-9818-5079235D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8794595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C85C4-7FF0-447D-B8BA-CC1B953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97A5F-B9F5-42E6-9457-AE808E05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95089-D8FE-48AC-8C5D-9CDF71F1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267ED-8E3B-4E3B-BFFD-3A678334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273A2-15B2-4CB1-B58E-A36AC317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B354C-9A6B-4C95-9595-6C6A2F3B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23D13-5E31-4234-A254-5F41FD42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44EF2-9C08-484A-A4D9-A7F3F712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053E2-20BF-4117-AC72-3BE7EAD1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AC480-298F-4BAB-AB5A-D776A367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3656F-FD7F-4464-9FF5-F964DD78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28127-11B6-4D0A-BA43-24154076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342AF-C362-4654-91BC-C158E243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75AEB-F634-4165-9EFE-3144318C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18719-2CA0-4413-A228-A7FE5800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8347D-60AB-4CC8-9B9C-41573721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020E6-8289-48BD-99FA-026C9648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5DE21-9BA9-4926-AECF-80D0BA1A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D4FB2-42C9-4E47-993B-807A2AF5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9B958-B3F3-4B0E-A6DC-5E76D437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FB531-D340-4E75-9F4B-AC5BDE5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4028B-C42F-4B1E-97F1-2854F18D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6BC03-57BD-457F-9F27-0F742F20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EAA73-0F2A-4203-B20D-F9B309EF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8AD67-4FBD-4AD2-A97F-FA155123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765C70-277C-4420-A440-1100C1C0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1B9D7-0A92-43C7-8B4F-E4C29FE3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94AB0B-B448-43B7-9083-6856418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E212B8-472B-43FF-8599-4822BA9B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90982-6CB1-4D9C-9ABF-B7117A9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7CC65-24DA-4CFC-AC27-54D0E5A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D67A49-A85A-4F38-80BD-3A42F0D2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F1072C-0F55-4DA1-9EC8-81B9B807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88271A-CC0F-423B-804E-9FA9B9BA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DA90E0-6712-4097-B597-9D6F7C1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3DC2EB-ABF8-48BE-B06A-72578B62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28F87D-321F-4525-9889-51F24D6F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41FD69-56F0-45C3-93CB-775C655F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82633F-5AA5-4339-974F-1D0B109F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838AF0-D0BA-49DD-B44D-B833320A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574C39-7487-4D95-9FB6-5C206BFD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4E3258-2320-4EE7-B509-5CBF198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F9F7FB-38C5-4A10-8CA0-795AFF70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A6183B-57FA-4753-AB43-C97B70D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7BD6A5-DC12-4559-8F1B-A5722318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F1B6DC-DA9F-402B-A4EA-3857BA36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6CEBEB-E79D-4BC1-AED6-917C823D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9E4616-CFC0-43E3-B9C0-3981FCA0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645EEB-F3BA-450A-9C01-A46F991E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41F5B9-A06E-4A35-8E1F-EB1D3784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14DA47-7A7D-4EBE-AA2E-A46B2394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71CA62-8323-432E-BFF6-0A526263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102FF0-BF00-454C-BF20-83E77264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BB5AEB-1072-430B-A667-8427A7A4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F08116-C2A4-449F-A5C9-6D5218C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8B8336-5C58-41FD-8113-F22F33B1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B88C21-0E59-4BD8-A6EC-9D1518BF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3AB3E0-99A4-4991-BF77-C7D40C3E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81FCBD-3FA3-463D-9037-72D88FD2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0A3325-D347-4953-A976-EBDEE435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AD1AC1-3BB1-4F1F-A9D2-AE9FE80A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82FA21-ED86-4B8F-BB4E-F3E0286A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EAB4F22-CEBB-4E12-9075-3C25DF45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8DC691-DD1B-475D-8322-5CDA2EF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8C2734-F564-4287-B9D7-8D325920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14FD2B6-CABF-413A-8814-0CFE3C1C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500CDA-42ED-4469-8AC6-38A4D250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8586820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C311A-A88E-48DD-B388-82B07D9F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233B2-1213-461C-A75D-1898E510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D03D7-32C2-4D98-B394-E8431DCA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FC4A7-5B93-4087-997A-9B9A333D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82577-9998-4C61-A770-474DED25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C44C1-2B66-4FFE-86E5-6FBF222F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B1F21-5057-43FB-8A3A-082F6A63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06DB2-1811-480C-8A1A-E7106B8B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диапазоны conservative / base / strong. Смысл: какие предположения должны подтвердиться.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826F4-45E9-4396-897C-51BA860C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E3BD3-462A-4082-9D6C-E0081FA2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9A1C0-B0AC-4797-894B-1DEAE159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FEEE2-851C-428E-B849-0DB0263F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F6063-E70C-48EA-96A8-9FE6DED5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DD88B-3358-4175-888A-77490065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8AEE4-FF70-4834-A735-43B21BF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55F66-589E-4817-8D69-A365C567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5471B-A467-48D2-8147-B5B61AAF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6478D-F583-462A-9A9E-5853C54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15684-0BCC-49E8-A7D2-E32B6131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9966E-3027-4152-A604-7A27D650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77C68-C6AF-4064-BA48-5EEAEF92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2813F-933F-4ED8-8D3C-F2840E64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5ABC5-696C-4BD7-B2A0-7016FCC6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36761-A1AD-4A10-AF50-66814DA9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F097A-71AE-481D-A959-FB42AF31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2E766A-3D1D-47ED-A195-20F29C5F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4158BC-13CB-4D99-BA09-2E3CC96D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F66A40-28A4-4503-8B82-BDAE259B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B0128-8714-4F2D-8EB6-D2F6F5C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5A4550-33B0-46A2-B055-75F11955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E98037-09F9-4D93-A25A-A7612355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EA1E65-76CB-40F2-BE66-39ED43C0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ADE940-4D26-444B-9249-8BF13230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91DCBD-71D1-4555-BBEE-F1122A0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F74A4F-3FAC-4D3C-9E6A-C5060101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4F808C-D56F-47E7-B40A-932D314F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6F15E6-0F33-4FFD-97B7-CB58A359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A897D7-AFF1-4208-9FA6-5FEC1EF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683CA4-BE7D-4471-8B4F-BD1EF4A2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DA5ADB-B004-4682-A2D7-3A0F6460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29B0A9-3720-481A-A7B4-A1754A58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FD47D9-977A-4D6D-B8E3-AA254C4C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292B68-A884-4A6D-ABB8-49A37613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352D6E-F9A8-48AB-BA6F-630AB8C5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5E4ECB-D8A3-4BAD-B4B0-900051B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B872F3-7FE5-4796-A20B-08931E64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AB137A-0632-4614-A34E-6AEFC3E3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5B9C63-2CD6-45DF-8A8B-EA581B59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07FFF8-571F-488F-821B-F489A748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9EEFED-26AE-4505-877A-6A0EAFB7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06B92B-6283-4B70-99A2-A620336B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B3622B-B5DE-4C1C-8E9D-BBCCD2B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0FDF57-205A-4A22-9DD2-3E3C0D5C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217F1C-7E3C-4FA2-8572-0842F5B4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E33488-48E4-42F6-B6D4-7E01A7C7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983B7B-C472-4293-9E97-7030E0DE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DE6CF2-5846-4BF2-8D21-2F423BD5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ABBBE1-AE55-46A3-8244-1FB3F6FC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A57B99-F643-4BD8-981E-8E8D768E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97E31D-2B75-4FBF-ACA4-04B8C053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386415-80EE-4813-A6D8-25AB6B5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481E1B-A013-4FA5-A0F7-F514D7D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21AC2E-77F4-4FC4-9E3D-91696F4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4E1F37-5B33-4EDE-A6F5-28FCD5C9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B26A6D-2884-4F7A-BDCE-CF05DE0E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32B40D-2A66-40DE-B095-36AF80B8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917C1A-79C8-4A61-9DF8-3FEC7B08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4754303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FD550-47F8-41AD-B993-511D67AD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6A106-3B13-4F12-A475-6B9B6C3C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FE23C-20A8-4DBE-9512-1AC82185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55ACD-29C6-4392-A26B-57CE2690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18F48-0948-4557-B800-393483D8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От бенчмарков к модели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2446E-4E3E-4050-AF9D-4D8FE359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33628-6D0F-4881-87E2-BBBFBEB5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B7006-3643-4522-AA87-D717132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Вводная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ADD02-DF15-4C30-B40B-8C7CA12B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097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F517C-3B64-41D1-A851-12DFB568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763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 бенчмарков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30313-48EC-4ACD-9F57-551D6615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B147B-D464-4302-A94D-06D2834C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763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Гипотеза AURA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181ED-19C2-46AD-8E56-2F7D8E15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4097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CA5BE-7CD5-48C9-9B82-D88388CE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4763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это разумно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A658C-2EC2-497A-8D90-AD93A87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DC345-2DEA-49EC-B610-F1C96B65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7B66D-AC0C-41A8-8F3C-8B9FEF1A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574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0E909-3440-46EF-8EC4-895372F6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240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1.4-2.5% subscription astrology; 3.5% Balance; 4.5% AstroTime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5A972-4963-49FB-8A2E-00506706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574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A8084-E985-4C63-884E-8DB3C48D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240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CF033-D041-4C40-BC5E-3B759463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574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11E66-30BD-4780-8DBD-BE8D9FAD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240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case предполагает, что value доказана до paywall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7AAF4-9D5A-450A-8D10-EB02ED78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FD623-1B9A-47E4-862D-81134243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41709-C62E-46C1-9B29-2E25FF8B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051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F121A-A573-4E1E-9E69-11E1F385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717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$0.19-$0.37 subscription astrology; $0.57-$0.65 wellness; $1.82+ urgent guidance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6971E3-BCF9-4D0D-8379-201A3E9E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051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1F3A0-A697-47F4-8748-3AFAACCB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717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DAA323-DB19-4DB2-8B31-0CAE19F8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051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D4177-6EC7-40C4-B93A-77389759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717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быть сильнее generic astrology за счет visual/token uplift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164434-64A3-4BC1-9A37-13E5EBE6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82729F-FCD1-4684-B4D4-7795CE30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D9AF90-1CFA-4D93-94CC-F8FE8B85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528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19A5F4-4867-4DD2-B4A3-C75D109F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194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$8.99-$14.99 common paid band; $19.99+ premium teacher apps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7D1445-05DD-4FA0-B8D7-976DA0BC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528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BD8E9E-6C5A-4E43-B7C1-EC16C5C4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 base; $14.99 visual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AE05E4-5DBD-4F6C-9DAA-CA6ACF7A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528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1EB2C4-2C4F-4E6F-9048-3CB9BBDE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194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появляется только как верхний тест для video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563239-A504-4FCC-9408-41D80972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CBFF06-1A94-4250-A48E-CF96603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CEB906-0128-4E1D-90BB-B3AF5BBE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380D8B-185C-415A-B1F5-08087BE8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671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~$0.40 / 8s; Veo ~$4 / 8s; HeyGen ~$1.50-$2 / 30s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E1B9FE-FEBC-44D1-AE48-CFB3E781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EE5756-6370-4CD9-889B-B5235BE0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671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Runway clips / paid month; no free video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D68D4A-575F-4E8D-9B95-A2D24F78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005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2AB9A2-394B-4B22-B91B-DE21936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671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video можно держать в Plus только при лимитах и capped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EC205B-3ED1-4191-BDC0-F36A840E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18746C-EA31-44E0-B075-239617B2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E2122E-8859-481F-8E58-9D475B3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482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32B136-3B86-4820-BB1E-13DE0344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148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$50-$150 organic/social; $150-$500+ paid web2app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7713C6-0A02-4BBD-8C94-97EF87B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482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5E546E-7CA4-4EA2-B31D-16253517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148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 base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AD53FB-7A1D-46E9-8233-2B2081F0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482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489BD9-7454-4CDC-A231-69D10C6F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148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acquisition только после retention и paywall 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18EF71-2FAB-4D98-8111-04B4EE74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важный мост: данные конкурентов — не готовая модель, а guardrail для модели AURA.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E8C526-320A-4640-8907-32206567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0085689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BB2C3E-2440-4421-AF4B-C0907A78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D860F-F577-46E8-AD2D-B708A765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55F82-075F-4F59-A97A-C1A09EFF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0A088-6E4C-43E1-AE66-99B5EF0F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B7C78-8DAE-4960-98A6-AE293AD7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D1837-B2B8-4C02-8464-5048AC63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C96C4-2F42-4804-AB0D-EA531318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D271B-72BD-4EE2-84E5-256ED7F0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D1E99-31C7-40EE-8E16-9F0F37D1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241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AEA9D-9D27-4052-9B8E-F85E3FEB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D6547-2D6B-4E18-8672-389B3E6E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6789B-E8FF-4B24-8C5A-538909F4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F4EBC-E414-494C-AAB5-B9645BAD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97A87-FC00-4169-A073-7DD4483B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5ADF0-1B88-48FB-8677-AF58E0EB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B6302-7323-4D27-867B-0C0B4348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4C648-3303-44D8-9B63-F130E473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BDD17-DF8E-407C-952C-293882D2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9D72E-E37B-4127-9B64-B11C27DB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0EC31-0F71-4931-8506-A0333F85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54F50-DAFD-47F0-B57A-0B51EBB5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6B860-F617-49B7-B790-B63F425A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FDD0B-351C-4C39-86C3-E10AAFC5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81851-9112-46AF-AD8E-CF8EBF6C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33BE6-D199-4D97-AB8A-F68DA8C9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D2B854-D583-4492-99AE-ECF5FDD0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9EC6BF-0ED6-40B9-AAB7-3324C771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0FD116-22F9-4F10-B38C-B45A0DF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9712EC-EC90-425C-A522-EC2CD4C0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1A7FED-493E-4441-8204-062EF6E2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F8429D-6F44-40B8-934C-46F0F7BA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FE7E22-9A4D-4052-B7F2-54AC90CD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012080-BFF4-49B5-B01E-F3F7D3A9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282787-774C-4FDB-97F5-58F266B8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D8A66-5F20-423F-9F32-6DFEF1FB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A98C49-0141-4188-80BB-F7457C35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48F83B-796F-4601-9B54-2BE16D5F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497B12-C82D-41A3-9168-75E14042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181568-9941-4855-A581-CAF943EC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88968B-E327-4008-8E65-C2DF6B2A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7FE346-41A2-42F6-B241-F696DE4E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38FA90-5D8A-477C-A125-14F947A0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E732AA-F61B-45B2-B16E-86AECEB2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59ACDE-951F-445F-A926-5CA8596E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4F0845-963B-42C3-AA11-AF4AFC00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C768A5-AF94-49BD-B91F-A6F1672E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A22CA2-25EA-483E-9BBB-8C61BE36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02C6F0-ABB7-425F-A278-EFCD304A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416078-7907-4552-BDFA-5C74934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6723E3-8E1B-4A2C-A840-3B032BB4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039E09-9323-4928-9E32-0608FC49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43D6F0-27F0-4B39-BEB2-98D9B918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4896D7-A9FA-469D-A503-0407FBFD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B4E9C9-C2D9-48B4-99A4-91EC204C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6475C4-1348-41C0-8AC0-79C1AB8B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A99F0B-8E00-4B35-9263-C0EEF6E3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159AC8-0A95-48C7-AFF6-6798B1D7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802078-D549-44A2-B5B0-67C5F4C8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1B59EF-0C6B-4D35-AD79-34603B3C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30EF31-3F3E-4060-A57E-3C647CA0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3F4899-B9E8-445E-B3B9-F3D69176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647398-B311-46EB-9031-2D7AE12F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CE1E71-6743-4AB4-90BB-7699C99D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3D1B11-4FEF-4902-8F1F-1B557F7E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0CE2CA-6578-4D0B-A5EB-B98FD14D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4D3A51-5CA2-4948-ABF3-905BDFD8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34D600-B0E8-49C3-BC7D-1FAB6886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E24F82-1FED-42B8-9F5A-49E15276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408FAC-82B0-45D3-9B6A-BAFB581C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B43D0D-4243-422B-A094-01C56D34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F4F7107-82CE-4C95-B29F-E7EA95A2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BE75413-0779-4DA9-9911-80619C4A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12C26B-4FE0-470B-9B38-257A1254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CCE00D-18FB-4B43-B95D-4643A84A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F13B82A-B432-4A6B-A367-9447FCBA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D87394-5D81-4692-BB3E-03921F07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D03F607-0A44-4369-98CD-03F0FB3E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3411E2-11ED-4DC6-89D9-B594D229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9AE97D-A8BC-4A05-ADE8-5607F398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D004BE-9501-4D49-88B8-FB313C1B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F561825-E9A2-444B-B93C-8BE08783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D9BFA88-5BFD-4A7B-BB36-C639BB87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78BC63-3F49-4C17-9FAC-C78EC8D8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3AFB8D6-AAD2-45DE-BB84-A408A94A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9D1ED8-AA60-42D2-8A2E-AD1E3EB7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4372202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9764AE-3900-4E30-9CC2-8784B4F8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6899B-6FE6-4C2E-874B-5EEE715A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DB5DB-C2B3-4A7E-B4C0-0DABA1CA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058FF-7E95-4F9B-A9E0-8EB1804D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16605-FAC3-4D8F-8ECC-DCB4DA85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11796-634C-41B7-A625-B1BAEDCD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2701A-751B-4D37-A418-301EBA87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37BDE-F607-4687-A93C-1E98C0ED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CD733-E9A9-4D10-82AB-B236CC41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5712B-6765-4B42-A76B-2AB9D1A2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65408-9E62-4B1A-A9F4-7E5649CE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A62C6-86DD-4AA5-9456-E5D3528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76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89EDA-95D5-4A87-BD84-6EF2BA1E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09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339B7-0F7F-4DE5-BAB9-F917DDC4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76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EE91E-0976-44F0-AE8C-925D4844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9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D2D6E-2D39-4652-B759-9431CE50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76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523CE-8766-44DC-AF49-A29A55B2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AA7C2-95E9-4D1D-A6B1-8E7D4FEE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19D05-AED1-4A83-A752-561A551A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35A49-A7CD-4DBD-BCA2-6BD1B540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1DBD6-D506-44A7-8315-BF337ED2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7E5E9-4B3E-4FD8-A57A-1875212A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47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17907-4545-4BBB-AF95-20D2761A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32778-8B6B-4282-A8D9-6CA31307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47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0BA00-0276-4BF5-BF90-AFDC2220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801FB-AE79-4FA4-B165-245C0F59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9B993-1F24-441A-A50D-509E76D0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84273C-779D-4048-AD54-3F41D2B6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19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5C5842-DCC2-4A78-A5A2-AADA86AD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132A6-5E35-41B7-9D59-2BE79E63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83FEA3-F99E-4725-9D6A-A0C90EA2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C981B6-D547-429E-9831-680A2B32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D576E1-8D55-4A35-87F3-948F739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B5CC3B-8DD1-4FAD-867A-D37AFF57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38EF95-4B17-4F10-8600-BEA9AADB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24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BD7268-A018-47D3-A13F-78EA60E4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08D307-94BA-4624-B0D7-9464DCD8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5FE5A0-F6B4-4C32-9AAD-975916E0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90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C00715-85C3-47B2-9729-91D02AC0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7F7F81-46B8-4943-AC39-A119DF12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D00231-37EE-4CB9-8605-D5F5D365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B63823-89A6-479F-9992-C6F37899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D77B56-8709-49D4-89C4-DD1085FD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E83A88-E6DD-4456-A699-3AE8F660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47E97F-01C0-4B27-A4F3-C0EC3110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179CAE-B9C6-4409-A9CD-91903105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210BDB-9290-453C-8D01-1B2F9385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B4DDB0-FBE0-416B-BEFD-FD389E0D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62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EBA9ED-C7F6-4787-BB63-AB2C20D9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B7F74C-8ABD-4586-B649-22112E2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375CC7-97A3-497E-9562-B3247135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169E41-9B2A-47D9-942D-B5B73C6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270437-7BE1-4F53-86EF-4F27FD17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C1BA68-17D6-4166-9124-A178BBCE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D04639-7930-4244-A14A-B0820582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EF6543-CF53-497E-8EAE-C8CF3DD2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E5BCA6-E2A5-4D4F-B083-262F138B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6AAF3E-07AE-45C1-A6C3-F9557272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A01A9B-E2BC-49CD-BC2B-09757AC7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C9A248-8BF7-430C-8F8D-0E31F2AF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AB79FF-062C-4BF7-A6AF-2704E83F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38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D56109-D096-4746-BE55-3FDF0709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05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6041B8-8C54-42C0-AB51-4DF788F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38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279E7E-055A-4CC1-A892-95F6E655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05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F49806-EB52-4EBC-8A0E-92896AD5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2AC949-B4AB-422A-8EDF-3F73D90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1DF321-53B9-4265-8522-826A75EE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427868828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8CD329-29E1-4A70-A7F9-5D1CF1C1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44A9C-D115-4234-922E-A191E8B5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36EDD-B2F3-42E9-8610-2E54B584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80E5D-ACAA-4571-97B1-26656A55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509DF-7C3E-4F00-9296-DBEA8656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Бенчмарки стоимости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EA9D6-CF6D-42D1-891A-B6ED3719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285BB-2EB4-4798-AC09-B9F49FEE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5F74B-6429-410A-A0A7-80E20ADA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EDBCB-8A32-4DF3-8A9D-9E80DFFE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194B6-7DD0-47A1-A572-CD67EFEF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B58DD-F9CF-4D61-AE6D-967917ED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4287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0E655-6A1A-445D-A981-B87F5EB1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954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Provider /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88BE2-0B06-4CB9-9D21-BFC9EDDB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957A-3276-4878-9CDA-5D1DA75D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954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price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A11F8-238D-4A0B-9023-D2F279BC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A48D3-D9FE-43D4-A13D-FE15C92C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9FAC7-FFF5-4556-9B52-992DE137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C29E8-347E-4D34-AFF3-FF283457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9D4EAC-B6A9-4A55-ADBE-76A5DF8D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431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F83F4-8D2A-43ED-A568-B50848A8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097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GPT-4.1 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5F106-D9C4-47B8-9034-07E43350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897084-BF5E-4181-98F7-94350AAE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97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$0.40 / 1M input tokens; $1.60 / 1M output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87894-3625-440B-80EE-E1B77D64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A035F-8E80-47A0-B94C-F6517587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text loop дешевый, если prompts структурированы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6BF05-B112-4FD4-AB5E-EE25916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FABD2-73CF-4E0D-BB40-7F7303FB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8C36E-7C93-4355-A672-14334F17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574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87A80-9719-460E-9F56-324CBE57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241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Images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53F900-ACE3-4CD5-9707-3CFB55D5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66A4B5-334C-4296-8B05-850B8BD2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~$0.01 low / $0.04 medium / $0.17 high per square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B2E8BC-5284-4508-A88E-C0793841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EE0D45-B5E7-4144-912D-24703306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можно включать, если image count capped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681AE7-BAB8-47DD-90F2-7FCBE22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62F36E-0536-4543-B14C-3BA583B7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484309-9F3D-4786-A6A6-078971D0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718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58E705-E31D-4CA8-95DC-AAC9DD99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84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Google Veo 2 / Vertex 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E34EC3-3DB0-4C92-A6BB-5E73879C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A7BD8F-A1D4-4BD4-AA08-388C5DB6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~$0.50 per generated second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EBB360-E314-44FF-938B-F3F46B65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16F34B-0444-49A9-A5EB-F0D06B7F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$4.00; нельзя делать free daily content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EA51F4-7186-4BA2-9E50-E656B64B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62E709-B98D-4E1F-97AA-8FD917F6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825D53-DDBD-4B0D-812D-DD22BACA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861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D1EFFC-7743-4A1E-8FF8-FC7F5B0F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528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408E9A-E620-4B80-BDCF-BE3B3987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19415F-CD04-423B-9084-6672511A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 per 5 sec API example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60A4A4-1EF8-41C4-8520-3AAC0DDA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04EBA7-1807-4085-A155-C71B494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528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$0.40; подходит для тестов, но нужен retry budget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93AC94-A5FF-4358-8450-5F9DBE60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0270E0-A65F-4EA8-B2FA-29E8AAE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BB15BA-4DAA-420C-B8CF-361C5201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00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27775D-C483-4B38-BCDB-2C098C44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671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Wan 2.1 720p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9F06EE-8082-4E6B-AF0D-09CF6C74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680569-9A4C-48EA-8963-88494753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$0.24 per output second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D11EA6-F35E-4BAD-AB81-AFE943E5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04F446-D513-4543-ACE2-F4AD516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671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$1.92; лучше как paid token /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4085B9-A585-4EE4-A953-5BCF8407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AACFDD-6B6D-4966-9C9C-3CD8B13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B054E9-D0EE-4429-BA17-0E1FABA5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148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BE8F0F-B497-42E9-88A3-D28F904E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815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API Avatar IV/V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1C5517-C0BA-4A2B-9D1A-21C68B5C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281839-1A9A-4996-9242-C19D3D28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$0.05/sec photo avatar; $0.0667/sec digital twin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1F6A4D-C120-4058-87EC-DD89FAD7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3764F9-216D-42ED-A3CA-7FE2B0B4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815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sec ~= $1.50-$2.00; не default daily loop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D56CB5-6D13-48F0-86C6-A71FDD58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0E71E4-A461-46E6-A915-6B415B31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API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676517-5397-40D2-9FDA-E6264F4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292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1771397-4386-41AB-AA47-C7FC9FC1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D-ID Build plan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F4F011-0F3D-4907-9BAD-2B28E998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A2A9730-C4BE-4A15-A48D-0F94D7DE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$14.4/mo annual plan; up to 16 offline video min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E6E92C-2987-49B3-9C6D-3A62F9A6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A7EA23-2451-4130-A3D9-61AE0038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958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~$0.90/min plan math, но limits/watermark/credits важны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7B38DD-F85F-4268-95DE-9FA523FB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цены — public API/pricing-page signals на июнь 2026; exact billing нужно перепроверить перед закупкой.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0FE3A9-7166-4DFB-AE85-D75E0319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Источники: OpenAI, Google Vertex AI, Runway, Replicate, HeyGen, D-ID, Luma public pricing pages.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3118317-462E-44E0-B693-06B273E9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465105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6161EA-1E9D-4838-9802-8E486DCC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215BD-356F-4302-A52E-F81C7ED9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0F199-C7BD-4B61-83BD-E1BB29D7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C99A3-A941-4E9A-A1B5-F85B22AA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6BE2D-A16A-43FE-A06E-BDB656DB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пользователя /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BF72E-C5F0-4D05-973F-5019C15E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0893E-4ECA-4FD7-8307-FD24DCEF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A010F-5ECF-425B-8EF0-729C2E5C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D909D-FBE3-416B-A727-ABEDC648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2B916-7CA2-4AD0-BBA3-D5C484C4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Тип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2F5EB-5CCD-41A4-919C-4D6BB5F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668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08B9A-605B-44E4-B4E7-3BCB1655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335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Usage assumption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E5F20-FCAD-4004-A7C4-238D442A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668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4B144-456D-4AAA-9E71-2929FF6C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5335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 AI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A7253-9672-4AA2-B7F4-BB27829C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5540F-1562-495D-8054-7AEB5F16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335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Бизнес-смысл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A43FB-E23A-4E2B-A707-F3D893B5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AE32E-1E6B-4CD7-96E2-82367472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active 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AB831-953C-40E7-AD6C-B30358AD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D5100-2F0A-4AC8-A75E-AB5BA81F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859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text loops + 1 medium image + no 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64F52-7855-45A2-AFE4-5663677E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193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2AE69-DFBF-4C82-AC87-AD37FD1E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859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$0.10-$0.20 / MAU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E70ED-907E-4295-BB73-5F600E55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45D70-6606-44F5-9127-E9D2EB91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безопасно, если onboarding capped и нет free 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BC038-7593-42A6-A676-32D29F0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C9A8B-84BD-464D-9651-6F105C78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Engaged free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BE03FB-2800-4ED5-9BA7-8B8E68AA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794590-EE8B-4D8D-A66A-C9F128E0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384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 text loops + 2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D3EB6-C4F6-4031-9196-72C17F97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717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6FEA59-383A-40D0-8F11-68A98C4B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384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$0.25-$0.45 / MAU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A05B7-44CA-4BBB-AB93-A6DB2241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36696-E6E7-4ECA-8D24-08084619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384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допустимо только если видны retention и conversion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3163B5-EDD4-4D60-89CA-472EAC01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1E95B-59EC-4FDF-82E1-8376A142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с Runway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6A0CA6-F5BC-404B-B5BB-9AB3C29E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A22A6A-4BC8-4BBD-853E-64522C61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cards + 30 images + 4 weekly 8s videos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C1BBB8-BFB9-4B35-838D-2B52ECA2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242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F57911-2DBE-4DE1-AAAC-F8A6BE10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908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 / payer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43874A-8957-4D4C-83D5-6D4992AB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EB7B9C-E865-4E18-A415-5071FC82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 может держать margin при capped retries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490258-CD29-4CDD-98D2-4F4286FE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EF09EB-7679-40D7-896B-6383F585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с Veo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DD3EBB-DBF2-47E0-A606-DAA0657B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766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20A375-D5B4-4DF1-BC71-CD652D09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 four weekly 8s Veo clips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71F619-13FB-414E-B302-7E4DB955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09EE33-24F3-495B-AFA5-20D0F086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33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+$16.00 before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CD2EBC-5519-4A89-AECC-9E8EF42E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8E3176-B990-41E0-9664-84BBEA8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слишком дорого для базовой подписки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02863B-A524-4913-BDBC-2ECEFE80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81650A-97C7-4678-BCF3-18B47169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avatar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BD5E9A-194E-4084-89B7-A1158D6C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291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A4705D-B8D7-4919-AE14-E6E96CD9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talking-avatar moment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11DD9C-1568-4232-A084-35F7BCF4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F84988-0155-4372-9EAA-3A91D1F2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957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$1.50-$2.00 per 30 sec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E822D0-9FF2-4933-BD8B-D37BBC39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B7F600-FD1C-41E6-9FC3-B747A30E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957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отдельным pack или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854B06-92B7-47E9-917E-B15CF575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99F5D8-C1CF-4A6A-9FBD-74DC4B5F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High-quality video token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E1B3FC-D2EE-4DE9-A338-72E44276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815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575537-A22C-41BE-9B4D-EA65698E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/ Veo / premium model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6EBE82-DF11-43A3-987C-53499969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815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35B073-EFF6-467E-A5BA-628BD262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482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$1.92-$4.00 per 8 sec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F91833-9E89-4AD6-950C-357339CE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815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2E0D44-DBB8-4C3F-8678-3AF41ED1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482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token by model quality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096079-03FA-48A4-AFAB-A131B06C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5C5EA9-DD56-483E-8473-061771C4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50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= LLM tokens + images + video seconds × provider price + storage + support + failed-generation buffer.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FFFCF0-7BEB-4B73-A971-CF9A1BD3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product может быть дешевым. Weekly video жизнеспособно только как capped paid subscription benefit или token.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1C02B4-AF2F-4884-9B62-7CA63BD0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68167464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B414B1-B3E0-48C8-8BB0-5326A68D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67005-6D25-40AD-A2FA-E9E61D03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7C69E-C361-402F-83C7-F13B2AA0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01564-2415-4DFE-8135-F882CDD5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ADABA-37AF-454E-BF7F-E5E1682B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Stress-test стоимости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A58DF-C6E0-400D-AE2F-F62808CB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30D80-006C-40A3-9D48-EA94D204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3F906-466C-4BDA-9068-31E7DE01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43C42-CD06-4060-BD67-29C5A882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E5D44-E910-45FC-A5BA-91FCB157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373A1-672E-41B8-BDA9-54BED6C5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049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1C1EA-4F86-47B0-8FE0-9AB17F19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716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B5D0C-3AF5-43B5-8179-B92050BA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AE4A0-D1E1-408D-9429-15B9FBBD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1,000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D6CEC-4A0A-43C3-AB2F-23899F3F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74967-A318-486D-99EA-803CD087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10,000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C48E0-7F71-4352-B061-A12BCFCC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13BAE-B2A2-43D7-91C5-769CD12D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5ADF4-993B-4A04-8631-11068E2B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47AFA-AF90-4D14-BBC5-81817084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Runway clips / payer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2B5BF-B1A9-43AA-B75C-CAAAD54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574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35AB8-48D2-4CCB-AD48-E1A15C21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240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1B592-20B1-4C8A-AAA4-AD9BB6FA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85420-EB3A-49A5-8384-AB1360DC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9BEA9-BD7F-4C12-85FB-76009A00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70D0D0-B72F-4350-840D-AD01C6A3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C66F2-ED7B-4AEF-96EB-9D0C2361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1ECAA7-1449-45CD-8743-DAAF7E5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240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жизнеспособно внутри $12.99-$14.99, если paid cohort реальный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D6EE61-C911-4498-B38C-A7A72884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FFDC45-9BB1-439B-8BAC-3FAC3ABF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Veo clips / payer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A49034-5B97-4EE8-91DD-1BA69C1F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ECB70C-C309-4B18-9191-A0FD87C8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765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23B0D4-4A5E-46BC-840D-72576948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588F75-5C78-46A3-9E7E-CA679B52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765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D267A7-87DE-4F09-B150-3CB30E92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272DF7-46EB-4346-B3CA-A8106714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765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$160,000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2EAF31-7296-4D6A-B125-33A54D90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BACBD3-0B81-4F27-98E9-9E138C76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жизнеспособно как base subscription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A3D155-B797-4221-A47F-8BE82585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31F7DF-2FE3-4E5C-9583-98A99140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Runway trial clip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08B18E-E90C-4E01-A1D2-D8A7D135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623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C9E9EC-E2DF-49F5-BD66-B2DAF644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289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BCEB9A-AC9D-48E7-8C6C-405C2617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8F3126-268F-44DB-A1BA-3006E2C3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$400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BC7062-2D9F-4F71-AC99-F92EC352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4739C5-1851-4325-8EBA-F61A0D5C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$4,000 COGS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27496A-7062-467E-A8AC-CF3CCCA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63AAB7-B914-4BED-BC08-FB199E43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резко поднимает paid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81E5F5-4C2C-4216-ADB5-59F8D148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54B89E-954A-4042-8BC0-8BE06685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premium Replicate/Wan clip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D35667-C8F0-4850-AA18-4A90892A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147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A27123-68E5-4D59-944E-775319C0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814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$192 COGS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8ADAB9-DCDB-4589-A029-A8AF5FDC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202348-C663-498F-8AD3-2DEECB01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814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$1,920 COGS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153073-946A-4F35-8B32-48CB45BD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67C2EA-9B93-4CCC-AD29-92709017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$19,200 COGS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709FF7-9C14-4A6E-B6E8-B3105608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351872-1E99-47F9-8585-1BF98C70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 $4.99-$9.99 token или bundle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9A1063-0F61-4C2D-BB89-65AA4605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1CF36B-623F-49F9-A862-81624D1A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paid 30s HeyGen avatar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FE4D92-AA46-486C-BE19-97137A17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672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2573FF-769A-4309-94AC-5258584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338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$150-$200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F9E5D0-7D01-484B-B88B-386F392C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89C49F-0C4C-4FDA-B788-FB08AB46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$1,500-$2,000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60BDC7-71BD-4AAD-9D0B-67B7D378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C0420F-9553-4CE4-81F3-030AFA79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$15,000-$20,000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CC67B3-21B4-4FA4-846C-953DDE2A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5F1E33-00DA-4DF8-B589-04C22085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для premium forecast / assistant moment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2A50CB-4176-4215-843E-9DE10E1D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7EC786B-543C-488A-AB1E-B62AD582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Life Canvas images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E0E1FA-470E-43CC-BF7D-B1C7FB4B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96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7D28F9C-E4CB-494B-A365-3F929E1D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863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$60-$120 COGS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09C1EB-E0EA-465C-94D2-46C76E9E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F82FD7-791D-41C6-BB16-57368289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$600-$1,200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037943-2A58-4C44-8B2F-A20906AD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D703593-6C02-4858-A58E-2B7539C5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863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$6,000-$12,000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59692FC-3E3B-49B8-9C81-F416412F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F5E1CFE-C881-43E5-B9B9-8635E73E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863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только для paid users, capped retries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DD3918-16AB-40B4-8D9E-4C82C513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Решение: Runway может быть weekly subscription video; Veo/avatars остаются premium или later.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780A96F-FC5B-43CA-A52D-8D42379C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37591878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3CDF4-39F2-4E13-BEA0-EB716493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E5B09-23D5-4050-89BE-1653B058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CB0A2-206A-4CF0-B18B-DBFB71CE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C4F02-A5FD-4670-B420-536874B8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69FA4-1776-4297-8A50-F3EC98BC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Базовая финансовая модель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0D91D-18F6-4B69-A8BC-EE1C7738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CC058-DBF6-40A3-962E-666C9401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CA780-C20F-42EA-B1E6-9016695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59532-CA26-4950-A082-C222915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3FA44-9AA6-4D76-AC2E-BE577D65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E8197-D40C-45CE-B264-56F1413E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B4683-D7F7-47FD-8EBE-ECB9603C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50051-E2CE-4FCC-943B-3060626B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3C823-2773-4F6F-8C19-FD145419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36091-A18D-45F1-A605-A793A2B0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F08CE-928B-4E7F-9C33-A5502B6A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A8F10-9339-4D10-BB7C-EF47DB9D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5C70C-8E44-497F-8449-6420CA7E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44CF8-7FED-451B-93A6-8ECC8351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0FDBE-399A-4ABB-B86B-8DAFDB9E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16F2A-A4E3-43D5-BD6F-32726F0D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FD319-12C8-4134-85DC-9F6C9B08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DD171B-6AC3-40F4-869A-29B19E12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EC302-6451-497E-98DB-2032331A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07DBE-9144-4FDF-8C98-301DFB5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19F5A-6048-4AF9-A210-09F813CF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F92C7-3D5B-4476-BDAD-4841D8F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CEA10-8B0C-4C31-961A-56BA41FD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0990E-EA21-4376-8712-090D5987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69098-2F6D-4A45-9DE1-FBCA653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C9F8A1-B2C0-42DE-AF05-3234C889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463613-1B7D-4A3C-B6E8-B62B43FC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ABCABE-E8DA-44AC-A427-D37C93E1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F65F23-1DB1-4C77-AA58-565C2BBC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Gross subscription @ $12.99 blended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BA7448-5833-44B3-9197-BAAC58D3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66986F-3248-4FF1-A85B-757574E9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41EE82-BA84-490D-BCC4-239004F2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D1B7F5-0E2F-423A-B65B-A94A714B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$19.5K/мес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7987FE-F38F-42E3-8E58-A7151ADE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7513C2-8E94-4098-B5BC-7E611C7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$87.7K/мес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076C7F-6418-4C45-A3A1-CF75ED8E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A58E73-79C7-4BC4-A14C-B17F0A4C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 после 15% fee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67CAC2-97E5-4469-80FA-6BEB41B6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E26826-DEDB-4483-87FE-B624697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$1.7K/мес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386191-9B56-400D-8CCE-B1C48459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B3FB2A-649E-4E42-A8DD-98459F8E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$16.6K/мес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C56D4D-505E-43C1-9824-7933C4A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A0ABE3-76F7-447A-9A1C-A62105CA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$74.5K/мес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A5C424-EC4D-4FE6-A273-E74E111A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FFDC65-52B4-4BF0-859B-801DC322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A80E43-EB73-4F5D-AD30-2DA9FA68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C2D067-15A8-4835-97F8-7E4C07DB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$0.4K-$0.6K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6A490E-C6E3-479C-9447-2323AB02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105AC4-E3A8-4F69-9BAF-EE8920F1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$3.6K-$6.1K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FE8CB2-7F4C-403B-A877-B9D4BA50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B99A13-FE64-4B4E-BF38-A8C3418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$16.2K-$27.3K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6D03E4-C1D3-41D1-8CF2-3B1F0CE7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45C17A-0131-4CCC-A797-C4270A1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5E85A5-BCB0-46C1-872C-B4BB8366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E64E72-4F20-4E36-BC3E-E213B6B5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тонко, пока не доказана retention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08C070-7CDC-4A3D-A416-E7FC1778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7FEB7A-FB2E-4EC2-8F00-BB712565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при capped free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4C55EE-964D-4803-9F46-2D8954D2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33D5E03-AD9D-4560-8A21-BB0349FA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сильно, если annual + token upsell работают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BAE494-D0AB-4C53-878B-E86CC570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model считает blended price $12.99. $14.99 — верхний тест для полного Visual Plus с 4 видео/мес.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ED5C8FE-6F83-4E00-B4A5-319D3191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B07589-A4A2-491F-A165-6A71411B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9125671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E52136-8E89-4674-AF32-27578E8F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6621E-69AD-49A7-A069-D32BC52F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B7EC2-1CBF-4E79-8FBB-094F650F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3E4D4-D58A-4567-AEC0-BDEBB321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14627-9E1E-4C72-8722-CCAC0858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читать финансовую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90B53-ED59-45EC-B9AA-0CC987B9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5B707-826A-479D-AC29-3AB491C7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5EDD6-AA4C-47FF-B381-6FF3A31E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76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MAU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5FB46-F75D-4C9D-9000-A244B8C4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276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активные пользователи в месяц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48C20-A4EF-41CE-A139-2B7346A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реально пользуются продуктом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3AB2F-77F7-4B90-B4B6-61026C8B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620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42EC7-29AD-48FB-9F70-7DA6A662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276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Платящие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91643-E41A-4CD6-94BC-8DF12BF6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76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часть MAU, которая купила подписку или токен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F7BEB-5228-4B9A-8E4A-A82D987B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источник выручки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7AD22-D409-4F42-B2AC-24F16F53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3FF5B-B8E9-4805-8BB3-97003D60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D5A8B-CBB6-4CA4-930F-B1D5735B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7650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от подписок и платных генераций до/после комиссий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67ED1-E475-4B0D-8318-135A2946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 потенциал бизнеса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AAB97-1E78-4595-9429-28FD0C90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2610C-C1A7-493C-8050-0F869B15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4A653-7077-426B-9131-4979CBA3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переменные расходы на AI, картинки, видео, storage и ошибки генерации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A21AD-985B-47D0-87BF-7094EEA4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чем выше COGS, тем быстрее съедается маржа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F6AC1-715A-401A-BC32-A3FB9835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4EE54-6CE3-4920-BA91-840EB368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5205B-F861-4099-B764-9408C289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одного пользователя или платящего клиента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F945B5-6599-48D1-B1DD-C1E3395F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CAC выше LTV, масштабировать нельзя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854A82-F510-4D7E-87FB-CD0E229E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1CFD3-21CE-44DE-B093-88A3C52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45A3F-1873-4D42-A59B-BE30900D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 до следующей проверки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0A7D7-F5B9-4637-BC00-B5E61D7D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бюджет риска, а не обещание прибыли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AECD1F-32CD-4568-9D15-328C991A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Финмодель ниже — не обещание результата. Это рамка принятия решения: сколько нужно вложить, какие метрики должны сойтись и когда проект может стать денежным.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6CDF9F-D120-4F9C-884C-8BE260EE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92295510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D57BB-4939-46DC-9551-F16F771C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2CD25-2579-4298-8B09-980B38A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84284-F4DA-4ABD-8269-689AA1F0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7A73C-4612-479B-A74D-18E8ABB2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F671B-E2E4-423E-BCF8-2D5942AC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E9824-7610-4853-8B64-5A2AA77E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95AC1-9C9E-44E3-9685-EC6083CD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6EDB4-80D4-4F8C-9368-7157B9DF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Стадия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B45EC-5F2B-4C5D-8689-7FD1EF98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BBB73-3F32-4727-B7BE-8106B2DD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Бюджет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39859-1B7A-4D20-AEE6-7B75262D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EA6D2-CAFA-401F-A2EF-5131939E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91F36-7E83-4774-8845-C924394B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4B6E7-E73A-41AF-B54F-EED2CA98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покупаем этим бюджетом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F5EA8-CFA4-4E1F-8F77-61527790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9D5B5-091C-427E-928A-B111AED2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3948F-3621-4B2A-9371-8787CC40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AD910-3206-4424-A1BF-06B74F40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77ECC-5B49-418F-A5C5-1F0006B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6B16A-6C8B-4625-A761-EB7CA296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486CA-21E6-4B46-9007-59B5B222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73200-9F23-410B-B379-77B5DD61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7C815-F693-426E-B99C-8795AF31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0B680-00B9-4D6F-BF13-61467751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5A78E-21E4-4BAE-9F50-AD1D3E97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C4E82D-ECF4-4FB2-B2EE-53993658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46E84-8D83-47D9-A5B8-22DCD4D3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5EB53-899B-469F-90FD-5A529348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1869A-0557-4319-A5A5-646DF22F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D68BB5-F211-4621-A1FE-23BD64D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6CBDFA-CAD7-401C-A444-B8D891B8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44473-CFB3-477E-9C62-FDACBFD3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9ED6BE-2CDB-4CEA-8D62-340B4FB7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457510-960A-4FA0-B5D7-1D945F61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CE77AB-1ABE-4C77-B4A9-BA33459C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47BBF3-DC37-4FFA-9EF9-F66B2597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985129-CC96-4FE6-8877-DF601642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BAE552-5F64-4B5B-B78B-A03E9747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FF5CD6-CC9B-4BC4-BC7F-7C667A7B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4329D7-8AF3-4768-8735-425C01F6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F1CFB9-AC61-4B75-AE13-4D1E12BE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03760F-CB4E-4622-BE83-E0CB8B0F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€150k-€500k+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9A067C-A7AD-441C-8696-BC258CF5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2CB6E6-2DB4-4CA1-914C-EC88A25D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F12C56-247F-42DA-9738-EA2E3D8B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221000-A1A4-4F0D-AE72-C4FED47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 без разрушения маржи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1D7718-F238-493A-BD67-67D15AD2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27279905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F2BD8A-3563-485D-B2E3-0C90ED4E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81D32-ED2C-485A-A348-3B75BBA0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49A98-674E-480D-9A71-22BD8870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62CE2-9144-42D4-9332-784E465A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2946F-C4D2-4BB0-911C-13D39FB3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Операционная экономика при росте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7E941-4A86-47AD-85F5-317D6366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F99A2-B5B7-47B0-A97D-FE3087A1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342B4-897D-420D-B01A-8CAAC0D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3D34D-F1AE-499A-8705-7ADA90AF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A2D68-23B5-43A9-BC59-4DF1E598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C02E1-5B1F-4703-8325-D23E4B47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170CC-BA57-4E17-B3CB-44F97694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6C258-CEB7-4590-A11B-656954ED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41AD6-8CD1-4404-816B-371007A9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6A442-F7B0-4241-82E6-C62F8315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3A21A-85DB-4B66-9610-F9E69D41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537E7-4364-42D6-9E39-2CBF40E7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C156A-801E-4B89-90AE-0C8CB199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Платная конверсия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07B8D-9599-48BA-B802-54E62F2E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DE7C6-B322-49E8-B325-905BF7C4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966CA-B90B-48E9-AC05-44A264CE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5A586-AFA0-4774-9655-CB981B2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3C2E96-980C-4CAF-B67A-5C65FF08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E0D74-019D-4BE3-B86A-19597767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609D6-04C1-453E-9807-A9BE9F7D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6BE3B2-CA1A-4D8B-938F-9A5921E7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пользователей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8F4D53-9C16-426E-A621-2C17454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A07778-C605-44E0-A367-89902A45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DEFF9-C0BE-4AC2-AE02-55A9CE7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09D153-DE11-46A4-A987-A2C5FA87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8556D6-4A8B-4B72-969D-2405EBE8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2AD802-AA38-401F-B82A-DFD98610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F1C6C1-9D2D-4F33-A3E6-2F9854C5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73E8D8-EA8C-4FD0-8554-A754DC06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после комиссии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6039E9-2C70-4989-938A-F1D524AE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8BC40D-E6D3-42AD-B102-594A9145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~$220/мес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DAA490-32D6-45D3-BCEB-2D8AEE08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A12EFB-EDE2-49AB-AD1A-3BD5249F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~$3.3k/мес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579F21-4876-461C-B083-A447F557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E81BC1-B63B-4656-B9E1-24DCE239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~$19.3k/мес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0D1399-D2EA-4A10-9AD4-B53C9731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5FEECB-78C2-4AD8-9DDC-E33567A6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23184E-4F83-4238-BC25-9B68F6E7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8D8584-BB2A-4149-BC5A-71225042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$50-$80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616903-B8D6-4326-AB60-152CD18C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060073-C392-447A-AAEC-488222F4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$0.7k-$1.2k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8B0A70-2502-402C-A140-68538988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D9B923-976C-4AD8-8834-43A597D9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$4.2k-$7.1k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D6F9BF-C90E-4261-AED8-232A5FC0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D712A5-5F36-4C62-926D-A7EB7841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free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016269-0FFD-4555-97D8-C47DA470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E83A33-31F6-449B-B2BD-18F82E52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94F84D-244D-47EC-BB59-1D391638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B16A49-3AE9-4D2D-941B-318314B8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$1k-$3k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A1D27C-E581-4E5F-A339-A53BE2CD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9E3BD3-FCA6-4CDA-B7DF-2779795A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$5k-$15k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2F488C-D13C-4FF5-B738-7237ADF8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31DC5F-8732-4E42-B8AA-DC1B5A50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Инфраструктура / support / tools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F75695-78A7-46A0-ACF9-B6BDCFE4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44FF2B-5D17-429C-BF80-6E90520F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4B99DA-8DCD-45AA-B8B1-2976C282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1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E98950-9074-4320-860C-378C1F02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57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$500-$1.5k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E23D1B-A6DD-401D-A49A-B20DFD0A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91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3C67391-3E93-443F-B412-E2EC6AC0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57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$2k-$6k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42F117-7FE3-410A-8CA6-5E35C084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9D4553-AD55-4609-BA12-197D5409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4342E8-390D-4297-968C-C6A74DD6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2312A99-D31F-49F3-B2BC-6C8E001A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обучение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A693AE-C381-4FA2-BC37-18FF875E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477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DE1171-E39B-40F7-9432-4BE29F12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543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revenue-сигналы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90F4FC-53A9-48EF-BC57-9C83D2D1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77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0705385-658D-4FA2-9778-FF96EB12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43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может стать small business, если CAC низкий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FACF7F5-4FFD-4C8C-BA25-280D21A7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927596694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A705BB-1A22-45B2-9D70-C932DB29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99832-A738-432E-A25E-D39AD073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8E00B-F111-43F5-8B0B-398DA3DE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D728B-420D-4DB7-9D1B-1C849A2E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72CF6-F21B-4FD4-8203-8F32CD0C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Финансовый путь: от проверки до cash-out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55E59-21CB-43CB-A3E9-55A0D737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E874F-156A-45BE-B3CA-FF6AC4DA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5EB60-6C78-4C4C-B9F5-C9186817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83AB9-D2EB-44A5-B1D4-3707CF88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7CEEF-DC21-4BD4-843A-45E6A360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C4880-F991-4B5E-BC74-7A24DE38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1470C-E892-4FFA-AF97-D6DEE899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93CAC-3F82-491F-A279-EDD85C74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38C92-AA94-492B-8AC3-1F4E646D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Финансовый смысл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E9CCA-4CC6-4E4B-AE56-1A7DE6D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85463-0A6A-46AA-BF77-7EB28FD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73431-3A75-4D4A-8865-D0DA3892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BCBEE-8AC6-436F-9F10-BB34FB05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06FBA-EF34-408B-8DA7-902786AC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0218F-4E05-47D4-9706-F553A2BD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paid intent &gt;5%, Canvas causality &gt;50%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69FE9-C00C-43E5-B2C6-95BB3F5C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12EFA-7F93-48A1-901E-9488A19F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выручка, а снятие главного product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C78AA-EBB6-4D78-A010-D9748843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ECE4F-842E-477E-93CD-BC66ACAF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делать / не делать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5F41C-4807-4603-994C-1106474E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09CB1-E7AC-49A5-81CB-AEE40CAB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выручка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A4A25C-2A98-4C1A-8079-B8CADD4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632C05-8FFE-44EE-A8E2-3F40C21A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payers, ~$1.3k MRR gross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2BEBAB-6491-46C2-8676-13CC8269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14FCB6-9CAB-47C3-8CDF-B7EDD506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подтверждение, что люди платят за формат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47CE1C-7FE9-428F-8397-2A741F20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E24E0D-FBF8-4C49-8778-AF676250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оставить price / поменять bundle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7FF17F-B463-4CA6-9A34-87126213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904428-448D-4F12-BAA4-8D82E9C6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Путь к break-even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2F12A1-E3B4-4EDC-8FD5-5AD58AD4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A2900B-A2CC-4B27-BC25-2426F641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1k-2k payers, ~$13k-$26k MRR gross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8B4DCD-3DCE-4CCF-BEDA-8815BBCD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FB79AB-E383-4E4A-8090-AA0BCAB4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покрывает небольшой продуктовый/ops костяк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479094-5AD5-4D9F-87CA-1ADD866F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52E295-36E4-41BF-B1FE-BA74DEBA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нанимать аккуратно, не раздувать burn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315CE4-0928-4862-8FAC-AF8472A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73DC43-B953-4E15-9D2F-ECA54C5F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Seed / стратегический рост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9AE477-13FD-4932-99E5-A8BD760C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C1EC13-74A1-4C44-9683-91EB96CB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5k-10k payers, ~$65k-$130k MRR gross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DC6D57-B90E-4C80-B5B8-F036004F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79AFE1-4C88-4AAB-B00B-5896698E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инвестиционный или acquisition narrative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715AC8-1718-4890-86B7-553108A4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D82E7F-AD65-4FC0-A853-651990F6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масштабировать GTM и creator layer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3FE5F5-4495-4BD0-B627-D2E3B56E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7664D1-307D-46B1-93CD-FE62ADF6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Cash-out опция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3B24F9-CB1D-43CA-AD64-35399FD8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2FA7D2-94CC-4B09-9AE9-F73DCAAF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$1M+ ARR, удержание и CAC доказаны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E559FB-BFAE-4DC3-848F-EAB4167A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213119-EE7A-4F52-9DD7-76F12541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обсуждать продажу, revenue-share или рост как standalone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B2D575-99CD-49B9-95CC-7A732209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77D6AE-A2FC-4BB6-9E6D-E2F626D6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выбор: cashflow business / seed / strategic exit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8D264A-B5E6-4B25-88CB-FA7A3B15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044649344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075B72-7398-4852-9CE8-0E5AC7C8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FC276-1212-4E9D-BEEF-F82B3596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1CC08-E3A2-4350-A432-5CFC66CF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86EE3-2017-4DAD-9715-07C00612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25001-A588-4241-8D83-1111950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Финансовая модель: главный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E6FBC-FD46-436B-9899-C54E125D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ADE87-7291-4DB1-B517-EA132190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3AD08-D2AE-49D3-8124-58E6FC50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49A91-6D0B-47EB-80EE-20D269F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A50A9-DEF3-4AED-9208-0A8375B2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92C63-364E-4DC9-B48B-63A64455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0EA04-1398-487B-8B40-119D19F5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визуалы, лендинг, 30-user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AB2E9-CBDE-45D7-A877-DA3ACE48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023D7-954F-425F-A99E-A09DEC47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Pre-scale runway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C1075-B801-4C66-9F4D-BCBF6C17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€80k-€150k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105D3-9E0F-49AE-A32F-D5BC30C3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бережливый бюджет до сильной MVP-проверки, не весь путь к 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63987-7254-42CC-BB4A-715377BA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7C7DF-0804-4D06-82A8-BE5CA3AC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Base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A88DF-8930-471F-831E-1781FEFE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735EF-A320-4C29-9F1E-2360B9B0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основной тест подписки без перегруза видео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D7A62-32A2-4240-9EF1-B6B8979F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F52C9-0C51-46FC-9605-B357707A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C93BE-B8EB-4E46-B87E-CA4376A4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9CD2E-D563-4D94-A474-A2A57626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4 видео/мес держат COGS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691C5B-03AA-4A05-8D08-BC89C57F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D3D804-D7FB-4921-B09C-2503C776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F5B6C2-1973-4BFD-8526-3B8E1778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424E39-D597-40CD-8ED6-0F68AC3E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 + 4 Runway videos + retry 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4E9CD9-1F74-4015-9F56-744F4F67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60D9DA-C6E0-444F-9598-7A86FD0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ACCB2E-3511-4A84-9767-C3E8B9D9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</a:t>
            </a:r>
          </a:p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intent &gt;5%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CEECA6-88E6-413D-93A4-AC3DBFAD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иначе режем scope или останавливаем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D5DD0E-BE11-46EF-9B9A-779589E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9FF31B-59EC-4C32-AC52-2608D432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865A34-B4AB-4F78-BBD5-958E11CC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M1-M2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F13CF9-2BE1-4252-9122-65C486B8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proof of desire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391E26-EFBE-41AF-863E-026B2C96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9531D3-5219-4459-A06B-86E94F08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M3-M6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54188A-2D8E-4286-8A39-E7046C24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761F8C-2C23-4017-9D70-A6C56BC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ECBB39-DA40-4A3C-9B7A-2135C9A8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M7-M12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785240-93B6-4D96-AB81-C01849F8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9171DE-B0CF-4B5D-8F7D-244CBC96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1BB7DC-06CA-4A06-8975-85BC80EF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D1DA22-D6E3-4F37-82E3-AA0184AF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9C40B3-3164-4324-BE83-02558A5E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— не “сделать весь продукт”, а купить право принять решение о MVP.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44C92C-C047-4692-AEE1-5C00E9E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856210634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7DBF4-43CC-4525-8683-6066623C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EFBFE-F50B-4492-94E4-0B26C936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4E9AA-DA6C-4BC8-A91E-A778F381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DFF24-3440-4E46-B180-43A075C7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9BF05-E49C-4F22-8D0F-2F802842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M1-M6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A9CDA-0B86-4D0B-BDB8-1DEA3AE3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BE345-BFF5-4158-89B2-AEAC9B1B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634D2-0B67-4C94-A3D7-CD8F9E3B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76FDB-FF37-443B-8723-AA7EE419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9341B-0C6F-44E6-8653-B0A64E1C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6235C-7500-472F-AF0B-B0B96B0B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225AD-8B1E-407D-BA2F-EC5DCD4A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05728-E611-482E-9306-BE4B593E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4D015-B163-47A7-8ADF-6C45BBB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285A2-BC0F-4C68-A4CC-D0CB0C35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63B8A-55A2-4C17-A208-45C5893A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73EC7-9EC1-4D25-97A2-569B1732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18A57-DA38-4064-ABDB-D1E54B41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51031-36E3-405C-9BAE-B4043C55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AD47E-2584-44DC-BD97-86A2BE64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029C4-2C5B-46BB-B2C3-31414C1F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CEB85-D842-47D8-8B80-0338F47F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3ECA1-7DF1-4BA3-91CC-9D143A15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DEBBE-3308-4164-B746-6F4ED8C3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 sprint: визуалы, лендинг, интервью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541541-0B48-4C39-B718-04639DD2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35185-49E3-4826-80B3-DAC00C96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0.1k /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2C2F50-182F-4DB5-B421-89D87A69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ED3A67-CD1F-4833-A7E3-916BDFCD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B9CD3B-2380-414F-906F-0A2BC18E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4B566E-C9FF-4C8E-B04C-CA67657B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FA429E-DE48-4DAD-B95E-2FDC71C8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DB8B83-E84E-4B7F-8EC5-F2EEF8D0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BF0E76-AB4E-4BA7-B091-138A592D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FC9486-9C0F-4971-A9BD-4F923C2B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90996A-AC01-49AA-B9C7-57B266E2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AC23C8-E18C-48A1-AC36-C52970EE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+ first cohort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465BEA-2887-4D37-8B06-70DA5C8C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E10470-B248-46B2-9B7A-B1E6F380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 / 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9F9A0F-1EBC-401E-AF86-2DBA430C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CDFC5B-28A7-40D9-9424-3CA40A1C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$0-$0.1k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0B6FF0-223D-4515-896A-B9853CC8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5DED61-5367-4748-A6D2-A5DDB73D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056382-42AB-4C76-909C-94EE922D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D2D0E8-DA96-47F6-87EB-071DC6D4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1A9DFC-5E03-4C27-8265-7D041A01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097DC3-C2EB-4D66-AD02-FC39E941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95A087-F5C2-4957-B4AD-244E166C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028581-F1D1-4E7B-AC13-895C966D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build: weekly loop + paywall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625986-E224-4613-97BA-E6076C8D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E952ED-AF64-4140-B72C-DE15AADC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 / 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14EF6B-779C-45F1-A259-9EC0FEE2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77B4C9-AF3C-42EC-B6AB-D209784B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$0.3k-$0.5k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ECD941-E30A-4A40-A8C1-9351DADA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282713-BB0C-4951-9A31-4C011288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753D35-67F8-417D-9FFB-0B59D8E7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B0095A-1BC9-41B7-A270-C1682B5A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€20k-€31k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238F00-FA34-425D-9856-300319F1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C21D8E-7541-4277-8437-E4ECD725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FF7E43-657B-4333-B66B-2A46E662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8B627E-F94B-496D-A050-D026DD02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private beta + manual generation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A6B241-7C68-4869-8402-A2D0542C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C4B790-0754-45B8-B120-E218244A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3k / 80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E8CCBC-710D-475F-93D4-367B9E7B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81ABC3-C231-4AFA-BE88-E04A68BC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$0.8k-$1.5k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36BEF9-122C-41B4-A662-DE2A4B56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24710F-1DC2-4E0A-9938-4B6F6D86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BFCF39-38F0-4F40-9FC6-A1BAE599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B53EE0-C10A-4A64-840D-D259B30C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€31k-€50k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9234F1-88BD-40CA-8D3B-3723336E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8E23DA-E8B0-4B50-80F9-14B1C9F5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1EA9EF-7887-4441-A284-FB3F75E0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EC9F31-2E61-4FBF-B2C1-A8656F71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tests + COGS tracking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4F8F21-C02B-4532-A000-9049A45D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BF0106D-B8C2-4855-ADD3-0E4212E2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6k / 150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D29FFCB-6E15-456C-989F-22E8D12D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627AD52-3E6D-494A-9A5D-DD815CC3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$1.5k-$3k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530FED2-D3C5-4A27-A2A3-F2D8A0D5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AD39D1D-E9CB-4B42-B2C5-A922F0E8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€15k-€25k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7883FE9-1E23-4C83-9625-6077148C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DA1E7C2-F9E1-4F09-B0DC-70CB90A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€44k-€73k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EF38A7F-4881-4D35-B123-E1E7E181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FE1E5FA-3E4C-4EED-A610-DB04AD10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8AF6F75-5454-4D01-83B7-D4CEDF96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879E7A-298A-4936-B764-98EAEE26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paywall iteration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5AC37C-E12C-46D6-B722-C9183DED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34797AD-C8D3-41D1-AC91-C12DFEC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/ 300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5F1CD9-ED18-425C-979C-2190A770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56DCBE3-0D60-4341-8887-0B0AA144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$3k-$6k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8A73B2E-C786-4BB6-A737-AA86C89E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8C9765A-0BF0-43AE-8100-077B5E26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€18k-€30k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B96229E-B894-4120-8C45-480263F2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9B4957A-826B-40CC-9D3E-30C39FB0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€59k-€97k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32860A1-41C8-487B-BD4E-17B09273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6 месяцев — это не cash-out, а поиск петли: paid intent, retention, COGS и понятность Life Canvas.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2BB0C2-73BC-4026-9FC2-A1FADDD0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06893140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45B4E2-37F6-4CD6-955A-7B32F241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EC443-28FF-40C0-964C-47AC02DE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560B6-0A4C-4B63-AAEA-F1FBAAD3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86FB9-DBDC-40E2-BF45-B9D78A74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22E66-8D06-40A1-9113-694F2D4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M7-M12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E9C90-5227-455E-A584-97D4FCCA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F97EB-D08B-4196-B60C-79E40F86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21743-F0EF-4B8B-959E-4055EBC1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D014B-A137-48BE-8F37-2718626D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A6F45-CB63-4CA6-B692-991044DB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1CCD4-5D80-4D5B-BCD9-95243E9F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622EE-9E73-4983-9B17-2BFD8312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D3CE3-E7B9-49CE-B11A-57B576CF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5A507-6C79-4560-8FB3-B08AA30A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2B0D7-6A3C-475A-BED5-EB675196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7FE72-C156-432B-8F15-DBAD81CE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20451-4466-4E0F-8A08-90228EBC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84B3E-1738-4716-94F3-3C7E6370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07E0C-05D3-43BD-A8D6-D819766F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6E76C-6D11-4892-9746-EA907E73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E9DA4-9D21-4AEA-BA18-97E1F4D6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32A92-7160-4669-ABFF-603E58A6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1B8D0-AE9F-4EA9-906E-3D8B0DD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2DA03-8375-467D-AB9E-A59398E5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beta + paid creative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50DDF-D824-4D15-B5A1-1AEFCECC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E0110-3B83-4D68-B6BA-AEA33434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15k / 450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DEEC82-8C1B-4633-B966-8DCEE602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125735-A91D-4192-AB1E-CC7A94F4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$5k-$9k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2209F-4A5D-43FD-B8A5-00A1C535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067A24-49AF-47EF-B332-6F60E3F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€20k-€35k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3E8567-E302-435D-9986-B0A374CF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F22A51-09D5-4655-8896-D9542DF0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€74k-€123k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2436EA-0E50-4BB5-866A-2E1C271C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17B803-6DA8-4DD5-B003-4FD6EE6F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65C2D-CB38-45A7-ADB7-A34EBFD6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EFD0D2-7673-4E07-9876-857ECD22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annual/token 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FA6E60-884E-4A62-9898-970BF65C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839454-1778-4A85-86EF-469C3EC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 / 750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0BA516-DD59-4235-BAF8-EC24E422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ED9599-C281-4205-A117-EE9386D5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$8k-$15k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715B1A-FE14-48F6-9254-C2A69116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B1A6A0-BF0E-4EB9-9877-8C0DF2AE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€22k-€40k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324A5B-9FC2-4EED-B937-C46350BC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E9C2A6-5B74-4BE3-93B2-5EC9CDF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€88k-€148k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877687-1330-4D4D-BE95-4EA12499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BE9C7E-A99A-4033-B4D4-5A0A54B6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E08F5C-0DEF-4403-96FC-6072290D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811FDB-9CF7-4F2D-AD16-24C87B3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cohorts + creator pack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C4D0CF-AB8B-407B-BD7E-C9688900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D77331-0B55-4B07-A6FD-06546E17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40k / 1,200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573A0F-112E-42A7-A14A-605E3ABC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119612-6068-4DB4-9B99-3ECF5343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$12k-$25k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66094C-D213-4246-83C6-05499705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FC5F9B-9346-4F0F-A507-22C25C7C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€25k-€45k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A14FD7-C42A-4872-B768-C4EE9C34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9463D6-0F5D-4087-A621-C8468CA2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€101k-€168k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A73AF2-0344-4410-B02E-26C6E601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EF4204-43ED-4800-B55F-30EA34A1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2F56E9-DBB0-4964-AEE2-1911B73B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2E720E-0663-43FA-A183-38AD8121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system + careful CAC tests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E0631B-8310-4777-A003-4B68115A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E7ABB2-B909-4B17-B6FF-F5688BF5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60k / 1,800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162429-418F-405E-83A3-96DA5FCE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ED2E83-E984-4078-BE88-0E83FAC2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9FA47B-18DB-425D-B3BF-8B573164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81C8A6-08AD-46C2-A916-4D4603CC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168515-B69E-45AC-BA9C-FC7EDF45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7071D78-49B1-4B0F-B64E-4AA0CF1D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€113k-€183k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E985ABF-5637-4FE9-89B0-619B9B8F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D72389-7D0D-472F-AFC9-A76C483C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416516-C321-4BFC-8B4F-00C40C49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903235E-4E83-437C-BCE0-DBE3E954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only if CAC/COGS сходятся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7DFA48-6E32-4A10-962A-8AF25EB5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DFE4A0-CFF3-4A59-A27A-6D63446A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90k / 3,000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F44FEF-E9B3-4A87-9CD3-D294EBD0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1AF018-8823-4BF6-BEC5-25DFC99D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$30k-$65k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853F556-F4EA-443E-8D71-8B7224D5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6B5793C-73FD-47EE-B9F4-3BFA2036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€35k-€65k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3F7DB29-2E7C-4F8D-81DA-63E052BF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2BF38F-6E7C-48C1-B3A2-C57231AB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€118k-€183k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CAF422-0575-4F1C-A3F9-6F99A8CA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B8C281-03D5-4867-BD3B-8B16DF5A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072DA0E-DAEE-4BAA-8014-74BC7DD7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77268F4-4C57-424F-AEA6-FC368684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 / seed story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31D15C3-2D35-48FB-9838-4B8293CD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0455391-CADC-4364-A50B-4884B71A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/ 6,750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9A78A92-BC0D-46CA-A0B2-393D630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370E9C1-6920-4928-A4B4-775E484A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$60k-$100k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5166599-8BE6-4558-81A7-E48AF2EA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8EAE01-C5C7-4155-B687-EB7DFED2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7C51E55-66A3-4ABE-B72F-273D6528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12DC08E-2B52-40FC-A9E2-FAE2E4E4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peak €500k+ при полном scale-пути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1933334-FE43-474D-B7EB-D59B309E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€4k-€10k — первая проверка; €80k-€150k — pre-scale runway; путь к 150k MAU требует отдельного scale-бюджета.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B8C01A-632F-4FCC-823A-FE6FA0B3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10571472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F0DCD-EA69-4B2C-94F6-D2A12E83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DEAA4-879A-45A7-9AF3-97C1032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169E7-CAA1-43EB-BAFA-BFCDC32B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90AFB-8FF7-4ACC-B1BF-5C267284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18687-AF49-4AA2-9008-985FE449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Квартальная модель: выручка, расходы, runway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B907A-DCB9-4482-99DC-7DF5CD6A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61E47-69B1-49DC-ACCD-D9D699B5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37760-03BC-4281-9CB2-7AD679CC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F1BAC-8889-45C4-9806-7B0D2071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B6DAC-FD7F-49E1-9A2C-4BF1736D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3F875-178B-4C9E-8E85-21A260B7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504A9-376F-436A-97CA-53A83DE6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95CFA-4047-481F-875E-557A1B0B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0DC24-E345-41EF-97CA-8EB342E7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8885A-E68A-4EA4-B388-D9986824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5E873-5932-4218-BCAC-7A268617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4BF80-094E-423E-A60F-72DF1112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F712E-B768-49A6-AFBD-4752AC43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7D1F0-C8C9-411F-BBAF-75EE2B32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61A96-56EC-475F-B58C-D955B92F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88B70-B76C-4319-9EA7-BE6D7E69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9D0FE-779C-461C-8A31-03CAA581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на конец периода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24DF9-11A3-4112-94FE-57FB1942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4C84B-8815-4509-8728-0A91C0C9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0.5k-2k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82EAB-D5B9-41A1-A1F0-47767027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77B09-55EF-4296-AD57-A19D9CAC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5k-15k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E38EC1-D0D2-439C-90B2-917E1E30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ABADA-CFEB-45E3-A521-D02FA507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20k-60k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D08999-5CB4-481F-A0FB-02C55EE6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2A2156-EF79-49B9-8781-DC37EA54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50k-150k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5D6600-9B1F-4324-AAD8-D52B6886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4D62F9-1BBF-4286-A252-01DF0F5C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цель: доказать 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2F1416-3407-4BE8-A504-E697F195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2BBC82-F406-461D-A22B-60B3AB6D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на конец периода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EA7146-1AB2-476B-B620-800CFFFB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149A30-80E5-41B4-B97C-340EDD6D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37A51E-20AD-4A90-8973-0B040BC3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A268B6-62C5-49AF-AAAD-0ED655E5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150-500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6BB046-1621-47D6-8623-1877D25E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C111DC-D0A4-491B-8E07-C36BE085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600-2,000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539F49-7A91-4BC0-9035-AB8CAB90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59ABD4-A41F-4FC5-B062-00CC1E49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1,500-6,750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221629-094A-4C45-974C-8EC96771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F4E9AF-8461-4482-8921-295E9DA0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2-4.5%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5FAE5E-9E44-494E-B43D-76A398A9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79DDF9-A364-4E99-8399-B325D0E9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Валовая выручка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DDAB05-B648-4662-987F-6AF1E30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014FEF-0D06-4BA7-8359-6BA6F9B3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$0.5k-$2k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23C15E-6616-40FB-9856-B4068291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53BF60-C74F-4BEA-8574-9909965B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$3k-$10k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81E84A-911A-4CBD-8BD3-5B902565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373838-EEE3-4A77-ACA0-2AAC7872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$18k-$47k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4756DF-BD34-4197-85E4-51F02DFC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4B7F36-3BDB-44DB-BC78-3880AE96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$60k-$150k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419CE3-E85B-4EA7-8F60-138B00C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69BE14-B3D6-4ACA-83BB-DDD2C758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$80k-$210k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8E9D55-75CE-472F-8304-F0D482CA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C247BD-6696-466F-B86D-F1E66D20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+ AI + infra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BBFF3E-1D4C-417A-A503-939BA33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4A748C-B988-4C85-95F4-55E3E84C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€12k-€22k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16BE00-6D57-4DFC-A4C4-B08149EC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7B470F-2273-4FEE-80F6-D3A1C722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0C038B-E6B9-452D-9982-5FCDCA46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590AC9-F056-4DD3-A24E-8EFD487F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9C5A85-5EA3-4CC5-9012-00735BA4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84324D-DBA5-440A-9FF3-7B7D1DB2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€55k-€100k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4B2036-8A18-44F6-9323-3CE5A65F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25F00B-2AAB-483D-AF9F-6020F0A1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€140k-€257k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9710F69-BC89-46CB-9575-8ACD6C09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3EAD3B-9A93-4D8D-89A6-93C2BCCB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Marketing / launch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3C9CFF3-62FE-4C30-9EBF-069F3B8C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631CAD-8EE8-444A-8913-2F41EC8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€3k-€8k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198CBE-4E6A-4787-A544-188EAD2C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FD5429-4E28-4D4E-B930-694D6A25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€8k-€18k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5B66D9F-C9E2-42A8-8DAB-6C63D270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6FD30A-275F-4778-B16B-C224E466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€15k-€35k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348F375-E515-4434-86ED-0BD72D26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8ACE0F5-C25E-4446-AD62-A72B661A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05B3638-001F-4846-8C0C-3FDE8AD8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37B98CF-C267-4484-B7B2-D0621670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€51k-€121k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B68006C-6878-4C05-9596-921C8AF7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A40566-64E1-48AE-B5E7-DD17AD1F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Чистый cashflow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8015DA4-18F8-4812-AFCA-30E142BD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47772EF-4A43-443A-9CFD-E11A4C51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-€15k…-€28k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A537276-5E28-49A8-8A06-6DCE2F41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25BB831-8E35-4E99-9B98-6CB54D57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-€35k…-€60k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97A108-CED1-480B-84DB-6B5450AE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5B0A875-DB91-42AB-B252-59AE9614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-€40k…-€120k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24FE022-442D-4198-BC7C-8D4FFCCB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56098A2-9DEF-434A-8F39-2E00BD06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-€10k…-€350k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DBD8BD-44B8-40A8-801B-A17E4592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9C16161-31C1-4F58-BB9B-E560118D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 need: €80k-€150k до scale; €500k+ при 150k MAU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897BD43-707A-489A-9D71-E3B05B99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в base-case не гарантирован в первый год. При агрессивном росте к 150k MAU нужен отдельный scale-бюджет.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60B2D02-8E7F-4F00-982C-6FC3452F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85862224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44BC27-D8B8-4A2A-9153-379D77EF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71F6F-A70B-4F82-9C74-9B07E31E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27966-C37B-429A-A77F-F2184DB1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3656D-138E-4A21-9217-ABE3342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39773-4D24-468F-9974-26EDE025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90141-9806-469E-8774-131D44B3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F7CC4-5F3D-4E72-AD07-9D0763E9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B3EF1-5C5D-4518-ADF7-47FA63CC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57D65-767D-4066-80A4-474BB6B0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D52B2-33DE-47CD-8C58-3867DF2D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AACA8-17D7-49DC-9EF1-25C7940E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D3905-2A2E-4806-B344-E113DDCD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34616-040C-49FD-8426-5DE69150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8F93E-7AB6-464F-A88F-D0D11748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7AE79-482D-442E-9DC0-7619EEDE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F5D78-7F92-45F0-8DCA-6B64BD8C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21F7F-3B6A-4B60-9D0F-7F4EFE96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3E5C0-A6E4-402C-8104-05DA806A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3C374-1D43-470F-B390-CE4F26FE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9A3C8-E806-470B-90F2-549D479B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92E01-AF9C-48C0-A9EF-A15F3AC3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45932-251D-4EA2-9B05-D5A176A5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F9245-121F-4B4C-B486-CB4E01A8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8848F-0E08-410B-AB95-2763DE8A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838ED-77B2-4293-AC96-D34CA0EA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A462F-0897-4B7E-9D9A-802609E9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78838-2CEB-4E7F-BC35-1ACF05D4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70AA2-C41F-49C8-BB08-24A56B9D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23343-AF37-4F6F-9AD0-4BFF6944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D0E849-035D-498B-A889-404BDAB7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72A33F-DD33-48D8-8CEE-692E0726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D6E659-0F2D-45AF-A7F5-35C969CC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650B9F-6496-44F5-96DC-8048519F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AE51A9-A6BF-422F-88E7-AB0366B9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9B7583-3DD9-4281-96EA-E6ACCD69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EBBFC9-847A-40BD-B760-BEECC1DE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6416C7-4B3B-438D-9566-3D8C3613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14427F-9C21-4987-97F1-D5F88A4B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4B6DA3-DEFD-44A8-931B-9EB47729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2ECCD6-04DF-4D97-A970-734F5A52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AAC441-35D2-47CB-A5E0-95A69E3F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640FEE-D47E-4B1B-BA5B-736FF21E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4B9FFD-B939-464E-9C85-B6932879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787B5C-29A9-48D7-A68B-DCE6ECAD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038ABF-DD14-4961-8331-424AD0C5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0D1338-AD14-4A7A-A2DE-29001668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62256F-79DD-4749-9C25-A730C158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0A10BA-712A-4FDC-B858-E418A964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DBEF6F-4418-49B8-97A8-F6A6DA47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D34625-1ECB-4978-BF46-3A631EF6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310CC0-6D81-4DF5-BB54-7E0F8A8B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72B72B-E388-4385-8F3F-92D30C95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2AB977-519D-49B0-85FE-1BAE6594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C70F23-E2A8-43F2-84C9-48D6DB90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E117E3-C71B-4B2C-8C98-16A14305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71F7A3-7CC2-4EBF-8FD3-40656A71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E01B1F-5AAA-4102-A824-5FC1279B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47CFD2-C3B5-441C-BE2A-2780D85D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CA164F-A950-4BE3-844E-ABFFF508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536262-A388-4977-A48B-9D90753A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BFE61E-C5B8-461F-90A9-5EF6DF1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B9CFEB-0C36-4E09-B114-8101DA9C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FA4B96-BEED-43F1-B799-75129AA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D33D2C-FE00-4666-8E63-E2E2CDA4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26976E-A566-4C90-9506-8F1D5466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69B965-3EAA-4AD9-917D-0D8CF3F8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5706B9-5F54-4D13-98FC-A3A0CB9C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381954-AC42-4EE1-AFC0-94E007E8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3F29E3-F6C0-492A-8FBF-A20799B8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E4A90C-6E6B-455B-906C-6655ED2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705726356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78C31A-F48D-4335-AA2B-3521BE4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0EBC1-31BE-4ADC-A4F3-8A4F9FB9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40CB4-6E49-4F72-BCDF-37EF8CDC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65BD0-8D15-43D7-9481-00F44775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A19D7-59F6-4AAB-B951-6509401B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Маркетинговые бенчмарки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F7422-CA01-4A86-9CEC-5328D8C3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C3C46-5529-47AF-8A25-6BBA513E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3E7E8-6986-495C-AC63-7320619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64E6A-406A-46E8-B9B1-76585A3E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F6432-354D-4FA4-8C09-0418077E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Конкурент / архетип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22208-E18E-4F40-A294-820EDAE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7E0A9-D60F-41BD-B159-0A3752A6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marketing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6B7B6-6235-468D-8635-9D5261B7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81329-6C36-4F2F-9729-938B34E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8FD32-DA9E-4FFF-BD9D-43530A39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2B05C-943E-4091-A0F7-CC1E9440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использовать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D1839-1A08-48CD-94C4-BE4AD2F5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D1DE3-D4A5-4AEA-9F89-5A957C32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53E29-4FB9-4FA9-B228-3D956762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60ED4-A8A9-47F4-AEA7-E77CB894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$6.8M/мес estimated YouTube ad spend; 620 creatives; 18.6M visits Jan 2026; 50 landing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98D39-4B2C-4C1A-963B-9C0074CD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358DC-5596-4C83-AC20-097C9997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требует высокий LTV и агрессивную funnel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B9CFA-EE6B-436D-A3C2-E379E080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A3F5E-7B57-4F2D-B41E-255F32B4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как paid-test inspiration, не MVP operating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92853-C8A2-4D30-AB11-A46C19EB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5C666-6A95-4A57-8047-2FB1465F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prelands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1E3F1-6137-4462-8134-B29C9D1A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0E8230-0E7D-436C-8BE5-87FFED7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 10% ad traffic; marriage compatibility 8.2%; aura reading 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E5F16D-B6D7-4C98-AE3A-EF547C7E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DA599B-AB0D-4558-AABA-6526D0BF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curiosity hooks могут выглядеть scammy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B082F8-FC40-4472-A583-15571A50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BA039-3C1D-415A-AB3D-EBF4828C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аккуратно тестировать future-self / visual week / relationship hooks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27E5EB-5D53-491D-A56C-028FFDBF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C42475-6433-4CA5-93A7-C46DA1D7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E5B7C4-54D9-47E2-93F9-DE30BD8E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FB097A-68FE-432C-8196-C005F77D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20M+ downloads без real marketing spend; 25% young US women 18-25 downloaded historically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1FF909-F35A-4DE2-9D66-B2D9BDA9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AA77B9-AB40-442D-ADFA-8EA0F854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virality сложно повторить искусственно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95DE84-C2A6-4E1A-86FD-150D760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84EBA6-0D19-4484-9234-7521839F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строить shareable identity language и relationship/social hooks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A39F80-A3E0-4049-914F-1B740A84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DC4192-C676-44D5-8145-2519ACFF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768933-1885-4DF9-B536-5968112E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8ADBD7-750D-4DFE-89E4-750E89A9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FY25 total expenses Rs 1,129 crore; marketing/tech/ops/talent growth cited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32E13-0707-4A19-9A3F-4115CB3B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DBFBFC-6F1E-410E-8A7B-24865DE2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marketplace growth дорогой операционно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C67CA1-31E4-4D7D-9AF1-A02AE123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DE5C65-A802-47AA-B60D-2421A49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начинать с marketplace/expert model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867D70-9F7C-45C4-A669-FB99F700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9C33D4-A55A-46AE-8EDD-7427D86C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CHANI / Waking Up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C1B173-95C5-4E5F-8CCE-138C9E9B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FD1F77-953F-4C57-B259-C9916462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founder/teacher voice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C36264-8D1B-422D-976A-A89377AE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2F3133-B9AF-445D-9FF6-CE3E946C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требует настоящей authority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ECE626-B102-455C-8DE3-E677CAF3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8B4303-7F84-4794-93EC-339AAFE3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экспертизу Алины без guru 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A6B73F-91A5-4B05-92B5-989C948D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Sources: Web2App World, Axios/TIME, Moneycontrol/ET-style reporting и qualitative product observations.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81E654-9376-4780-BF52-C74DBBCE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042008682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CC634-36F1-491F-9C32-AEE81EDF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CB15A-8E3A-4C36-9954-C19F6D29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F713A-1839-454F-9D1C-C0D9C486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5E129-C8BB-40E4-A9BA-2FBC4385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F4D9C-7807-448E-8F4A-82744690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920CE-0861-4815-8749-B8A00165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00527-360C-4BAB-81DA-0A708F50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38919-F808-4E20-92CD-6CF6031D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B97B2-6ED0-495C-B582-CD73EF5A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E86A3-796E-471A-9F79-C759B971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ABCE4-112A-4F95-891A-AA350DE7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C16C2-850B-4165-9DE2-88E17563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64710-17EB-4BF6-BF9B-462186A6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74212-1C53-4638-8BC2-7D8FA5E0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0579A-5365-4FF1-BFAD-B3653EA9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1961E-3BD1-4911-A784-8D89B6F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4BFEB-666A-45DF-963D-2A695B6A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217E7-B460-43FF-BEDB-3F1889DA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95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37122-4874-4523-9D82-8F59327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6B431-D1E5-4032-B249-B35001F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F77D8-C0BE-4103-9760-632270C6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209CB-E240-425F-815E-B49B2C7E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29CAC-DC34-4268-AC82-3449B72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5D892-F46C-4FC7-AD65-99EA6BB1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BA94BC-40F3-46A7-9B00-2E8262AB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7528F-F256-49B3-8357-86852C8D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B1204-AB46-4257-B50C-0E6D2F9E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62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221AC-4F8B-4AA5-A5E5-89A2A1C4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28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DE9DC-1EC7-4491-9C5F-88463C10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E1E393-C1F1-4091-8201-A116D3E3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9BAA03-49A1-4779-9A65-15BCF75E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CB8A25-618C-41B0-8882-B34FCE62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C5F22B-E56D-411B-ABC3-151C389F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CAE1DE-9BD7-4DDD-8284-F81C0CF9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4F6C23-4776-45DD-A021-4B331BB5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24DF9A-8925-4846-92AD-6A90DA9A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F82535-4786-4677-B05C-0E05314A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EFE4D9-73AF-4759-A4C3-7FEE3637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18333F-CFEA-4264-915B-767EA05B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1AD15E-65D4-430D-BD77-A588294E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D9FC01-309E-4254-87B2-E05230B5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571D32-E7E5-44F2-A127-FF18336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924CD4-E7AA-49BD-A83A-13D729DD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9E0A2E-7FD4-4A71-B385-1540781D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EE1DD6-8031-47B7-BE9B-51D7E0F7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5157F2-928E-473D-B454-FD2F6156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7E15D1-E75D-4A02-A9E3-522E1BF0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CB837D-1D81-41F8-81C5-13A82FC0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D225C9-729F-40A6-92A4-DC084B7F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6375CC-CC64-4382-987A-1175080B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B363CD-D208-4714-9381-A789D87A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B07D04-955D-47D3-AB0D-C24780E0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D46522-F011-498F-B461-D24566EC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CCB0C2-F340-4589-BC4C-BACCD2B3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E7BAD3-2426-461F-B229-CB387E9F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2C9240-35B4-4408-AC9A-4B7D1528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66D983-30FD-4C5D-A73A-A6836D64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62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E2A0B2-5063-4761-B56F-A3D36E24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036712-078E-4007-A9E2-43DF8FC7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AB4A57-8888-40F4-B461-6FE82917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A05242-4216-4F87-8C5B-82F2B3D2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AC3899-67DD-44C1-A8FD-29ECDEF0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4F9671-1610-4BB0-8E56-9C65BFB0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DEA746-CD01-4317-B2A4-271343A3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BA3AB23-2A88-4765-A04A-BA84627B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E1EE98-2249-4DC8-9294-D5288200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9617BF-339B-4FB3-997C-DD6304E5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A37104-5964-4E44-8567-1FE53C54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62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DCDA6A0-80CA-4D8C-85A1-35F83913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EACA12-41D6-4677-A53E-9E25E759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27CA79-E533-48F0-AF61-26D7EBFA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295D8C-2BC0-4160-8883-CD1A4BC3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9E71AB-9BCB-4993-9F04-E69A8F46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B1DDC3-5FCB-4235-A023-6E1C6635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FAD1E51-43F6-403D-B72B-BB83D30D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7304387-D3ED-4C0F-AAE4-761A7265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19D374A-65CD-4C66-9DE8-7EDB2371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A84D57B-306C-4F26-96F6-EA14FD54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5D0E29F-ACB9-422A-8FB5-64E6403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57203C3-1051-4E93-908D-9DFDAB61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517363970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AFCCD3-EBC0-4BB3-8339-36D7B04F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3A2C4-55DF-455F-9A13-48E8AFBC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00F66-119A-4BAE-9AFF-35F1BCFB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EB4E3-D87E-4989-B329-8DF5631C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B9ED9-52BB-406E-888B-3D82FD3D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70CDB-8ABB-4338-880A-A228597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4DBDF-634B-4770-B7B8-FC057499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BE22C-3BDB-4862-983F-D65B9341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BAF54-7749-4472-936B-341D1E0A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C5726-6EB4-4D36-ABFB-E800E092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02F00-E257-4AE0-BF7A-CAB258C2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A804E-868F-444B-B936-9A4BDEC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920AD-D32E-47BE-9C02-1836466A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E6FF8-6253-4E80-9544-7F9A01F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делаем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E9C92-053A-4F2F-8A81-DDCB33D6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5DFEC-A721-4F49-982A-F1D7BA5A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стать понятно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62282-CEC7-4B40-910A-F588B5D2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BB81C-547A-4FBF-A4CC-436C53CC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29DA1-B9F8-412D-9BF1-D4EBF134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229F6-8CB0-402D-9BA5-49CC3F0B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D8880-5478-448E-AF04-82A4862A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AC3BD-71FE-477F-81FE-BFB1DD56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A9276-633C-4588-AE46-823C29CA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789F6-87DB-4D22-B893-D7D825AE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84C81-8DA7-401F-807E-78CFAC32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87093-3F5F-4A25-A9C4-C566B361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45F24-7AF6-4E4D-AC4C-66E21112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09FC1-849E-4617-AB6B-E3FB6837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B3F434-0041-41DD-AE10-4E5CC17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F42DC3-C9C2-44BD-891C-54D41D6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96689-823C-41CE-8E88-12C3783B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77535-4B2E-4F5E-8890-E16B6812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9885FC-7883-4CA8-9092-6FFDA24E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DBC969-8A8E-424E-8FFE-DB054900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319385-9066-49FF-8438-3DF109E6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4AEA00-0777-4818-83EB-D8F46C74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4B5673-6706-47C9-AFD3-1FA9D537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819717-20D0-463C-BAB0-5A6B0458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689C14-8188-4718-87E1-0FCBD90F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1A8AB2-2D8A-4E57-BDF7-7B77E26B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CD547D-A926-477B-981C-6D143099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FF29F1-B9D4-46C4-BC11-924484B6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8AF412-A44C-413A-BEA9-AFB680C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E1F3E8-C3E0-4444-9783-96F76415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7442E4-C827-4D4E-B970-810E9E97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0C9E22-BCB1-40D8-8127-8CDC9669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B44146-6065-4B95-99BB-EDB8A4AA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7D4393-7284-4B1A-8266-AACB4A97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FAFAFF-C221-44C4-816B-CE361BB7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050C23-FFFD-4848-B3EB-BA8E5833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A0A21F-0343-4D62-AF15-D7150290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97AFCE-5FF5-49B4-9A85-2DE65552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65AF22-4638-45F8-8C64-60E69CF6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C837DD-9DFD-4B52-B42F-621A00CF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D48768-B380-4FEF-877B-07BAB8E1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8DC2EA-1DD2-4B6B-A78E-DC030A1A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B59649-03FD-4C54-9A8C-8D83BA21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6385352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1C6CB1-B08A-4A6B-9D60-6D34E434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E4170-A8F3-455F-9082-E83ADB95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E67BB-5160-41FE-92EB-36DDF151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7285C-89E8-4B52-B608-48294312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C0718-C78B-4EA0-880F-16AA1FB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Матрица маркетинговых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A9A8F-E0BB-4116-8C60-047B6D21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11C71-1A93-49E1-AE3B-A2E6E77F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EC8CF-0E93-4EF2-91CD-3A0C9166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493E4-3411-40DD-832B-B6075553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14623-D591-4422-8BAC-A74DC2A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A2A14-D016-46D7-9A4F-7BDFC01E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42CC0-D79C-41A4-8A72-37EBC9CD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C785A-6269-4010-A850-DE733013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4EA4D-4637-47AF-ACB2-DEFC089D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859D8-1203-431F-93CE-E17142A5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1512A-728C-481D-8427-071443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073D0-8B65-4128-B2EE-A07916D0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1A2C6-7393-406D-B524-CF1C9876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“Твоя неделя как трейлер”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5FB9C-2251-418C-BF22-613C0CD9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27124-DF7C-41F9-B02C-D6BF113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self-growth 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10EDC-ECAF-4849-B1A4-0766A6B5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B080E-F37B-4158-B358-20F0DE1D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short video before/after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76876-2070-4E25-B582-96F7B672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18EE1-EFC5-433F-84B7-A95926E8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свой week trailer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87E37B-4F55-44CD-A7F6-A076548B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25592-BC9C-4E0F-911D-2D5A8E2F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“Не гороскоп, а план недели”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F83D0-8873-44D9-9DF2-6626B5A9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88397E-2C4C-4C5F-9A25-442D148E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астро-аудитория с усталостью от generic прогнозов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B96A5-3285-4606-8EBD-90F9D973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8E3FA-2734-4BD5-94CC-6A1CAFFA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explanation + example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47F4AB-DDBF-45A0-9CEC-3FE69C4A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7B086-B383-494D-AD84-9F2C2197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пройти 7-day season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300A8-7F90-47DC-A955-E308F129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D112FC-8A16-4A45-B666-125C5C60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“Future self изменился”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32F042-BDF1-4701-AC23-3309531D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518B59-2FF3-43AE-8A93-9B498193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women 20-35, self-improvement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94C848-385B-480C-AA27-A4C1EFF2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096C3-70B6-4003-81F9-31D5972C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до/после Life Canvas + действие дня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62ECFD-2187-41CD-B1F2-0AF33743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974044-0D47-458E-8EB5-3034146D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увидеть future-self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5B202B-3BC3-4ED3-B771-D7458417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49BB64-64C6-4325-ADAB-982B6972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“Карманный прогнозист”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DE685F-EE26-4091-A6FE-17D24A9C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6AEBB7-179A-45E5-A8ED-DB5B93C9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люди, которым нужен личный ориентир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56125C-4321-4FF8-B7F8-F4814850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54C368-7A8D-4A74-82F9-433B29A1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screen walkthrough assistant memory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8D357D-53F9-432F-A690-59D8CFBB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4E7F68-4F10-4994-9216-E519791A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прогноз недели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CCD114-609E-4E54-A4EB-8DD38697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D8F8E2-DCE9-4698-B58D-81B2975E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“Relationship / decision week”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1FE9EE-B8D2-4834-A8A8-DB4EEAB8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DE7B88-9A94-4398-9310-B4949D91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high-intent emotional moments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2DF64F-4CCC-4C0E-986C-BC19873F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FAC4FB-656B-4BBB-A92B-E6ADF716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недели + персональный вопрос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608259-8A2C-46D0-8E72-0D81BA94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F1F8AA-EC44-4EF0-9EBC-D2F7525E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разбор недели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5E4FA1-B2D0-40C3-B6B2-F8DE1464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43477422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1F0898-D116-4DD0-8150-832B6D10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9F7E1-287F-4C5E-82F0-F2E0E02D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FAD9F-3EFA-479B-9DBB-62DFBBB2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216D2-0290-4739-B709-913DBEED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1E089-0365-42D6-8338-767F9F72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Go-to-Market стратегия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44BE2-7B1E-4FC3-8554-602F8131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A78E5-2C83-4F05-AFEC-091A21B0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1. Первые 100 не покупаются рекламой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CE0FF-B67C-4232-857B-8DB291AC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 users, interviews, ручные weekly forecasts и concierge cohort. Цель: понять loop, а не installs.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E82AD-6BAC-4D81-9579-65D2B7FD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2. Creator-led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C6AB4-4319-40FA-BA70-7761B995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micro creators в astrology/self-growth/visual AI проходят 7-day season и показывают опыт, не generic 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C8885-6C35-4B55-896D-98CC0C95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3. Short-form hooks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B2E72-386F-41B6-89D5-8F420187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future-self, weekly forecast, avatar transformation, “not horoscope”, before/after Life Canvas и paid-intent CTA.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40978-2764-49A4-9850-89F554B1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4. Shareable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18FDA-283B-4072-9295-E81613BB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card, season recap, future-self poster и trailer week как viral layer после value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55DAA-9D0E-4A27-A5E5-4031365B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9533211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87448-AA40-473F-898C-FDC512BF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9B60D-0069-4D6B-9446-AB1072AB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A8B38-422E-41D2-A643-74C12B86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67FCD-A84C-4F86-9A6B-CBADF23C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B6EFF-FFA0-4791-8000-F66A54B3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5B05B-2A59-4C97-A9A0-4F4D9F0C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E5D30-E213-44F9-87CF-695E75E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EEEF9-B9EC-4946-896B-64C835B7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E2F4D-21B9-4D40-8ECD-7EFF1347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60091-D813-4824-B782-A4065E25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88EAE-F237-4847-9DD0-DCC93694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F427E-134A-49E1-8DAD-B1EBED73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1EF0E-1394-4086-B1EF-7E22B021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6A151-8594-4268-986C-C3E716D4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8E7D1-5C52-495D-A5C0-A28724C4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1BD4A-EB95-475C-8C2D-339B1D44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5FEA6-F4C1-4BE6-9378-35C91E03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F6151-BE9C-44D5-9A0A-99DEF1C3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6A7DE-1CDE-45B1-9C36-0C7F09BE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7E477-24FB-431E-904E-43BE51A1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7AC5F-52DD-4507-B834-3927E260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C00D3-833B-43BF-8B1D-C7C8640D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021E1-9ED3-4938-9844-376A2046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10594573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476E3-52DB-406A-83E0-1BCE7FC1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96409-2195-439F-B0ED-8F27D354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F4B38-8E67-4BB8-88D6-4E3D1F01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0E4CF-D5A5-4987-9EC8-E32E6391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6B71A-6472-4A9D-B387-97DD7E74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71EF7-351A-4495-AA01-1A10D4C0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01CC8-724C-489E-A7CB-9E0FD8C6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2B678-646B-4C39-B3ED-708D572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C175A-C492-40CE-B11B-BF122FEC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DD733-B739-4C45-9D18-4A250AA4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0D3B3-4D16-4E4D-AA1F-AE1CDC09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546BC-A16D-44B4-A4BB-DFB8638A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DC503-86E2-4148-BB78-157C4A57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216E9-70C0-4CB2-BAC7-3ED0DC80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2627D-3B1F-4983-90BC-5B1B095A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FCBD3-F7F4-4453-A1DF-5EFE52C2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28DCD-563E-4E7D-8333-64B7B40D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C33B3-6489-4312-9BC0-54120986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AD6BC-DA8A-4C24-AF61-B9F67E47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69918-B1BE-4E40-BD4B-B28928F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AB320-FBFE-42B2-ACA7-D2694265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1F742-2766-4F5F-BA34-9F31B189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8773AC-AA16-4CE3-8CC8-7A0FA2B3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C53F5-D39C-4B6E-84B9-ADEECF18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2EA70-333A-4C9E-BC59-2BA72939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48BE3-4FDD-41CD-A77A-AB4610D7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DB2B66-ADDE-46F7-B870-6C2305D7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19732-14AB-4064-B753-133C2D2B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C269E-8466-453A-A0FE-9B94DF49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C6370E-8E22-45A3-ABBC-5237596D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1FAF16-D9C0-401E-A1FC-D9E84AD2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D28D0-BA4C-45D1-A321-D4BF7567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7255C0-0E61-4364-8F15-B77FB60A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0E9A63-0E8F-4149-B773-8CBCDF4A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789886-04AC-4D6F-8280-82DD2AF4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170558-27B7-417C-A91E-798061BF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ADC92E-DE2D-4593-A536-05D9027C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223C35-8BFF-498A-B24C-97FFCEB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качественная обратная связь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21B699-3C50-4A9B-88EB-1D30BF75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E412B5-CDF2-49CA-94DA-36FE2135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B82DEA-E86B-464A-BC82-C6DA0569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1A02FD-0268-4978-BFEE-BB527D7C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BDF472-235C-41D8-A774-22DA34E7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163E83-1674-40D7-AF04-C3B1CEF6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694330-2417-4427-B202-27E1ECE3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A53165-8DAC-44E3-8983-75BD923D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618D93-2B34-4E6E-A2EB-05B1AFDE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840E6F-6722-458E-9482-3982BF4B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AB7E9F-6EEC-407E-A048-80EC00DB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26608309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E8C807-6CC0-491F-A3D8-C2B744CD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B5669-32F9-4F93-984B-2892D4F6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E1586-36F0-4E07-A68E-13BECBA6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82910-E8F4-422A-B65E-FA6153E3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02F33-C525-4677-9847-48BCF058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E6250-896E-43F8-9BB3-865E1287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D080F-63D5-467F-8FEC-7ACA8FF0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2E342-87C4-4278-92F3-74B8C7B7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76157-55EF-43FD-89F5-C4C35CBF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610D4-A4A3-4859-B4ED-4F61E9DB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FFC50-5E4C-492E-AD75-A0E06501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07CF0-F538-4537-B961-7E740AC5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D24B0-1B9E-476B-8BBB-37724033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D0C4F-053B-48A1-ABBF-889F4CD8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AD91C-F39E-4254-BC45-124CA628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AB04A-0054-45CA-9054-ABA500C0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49E8E-9994-418C-9215-E6DD9CF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EF8D8-C1AC-4308-AD1C-509E52FC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D72FC-301A-4EDA-9FEE-025EF2D7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3BB11-9B5C-43DE-A35A-60D4EAEA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A24E2-427E-4AB2-B77F-FFE3EA1A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D2E49-719F-4AE2-BB73-5EDA56FA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95723-C759-4EA0-91E0-FCD901BB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20D3D4-F36C-416D-96FB-0604BA7A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1F808-5F42-4754-A387-1F158ECB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AD078-3E4D-4FAA-A4BF-7A6F30C0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7C892-DD1A-4A71-9A4C-B71FA491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96C8D5-2868-495F-8330-225B80F3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16AE0-B6B7-4757-A9D8-37AB4D33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EBB3E5-7552-4AA3-9EF3-0ACFDFFB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8729A9-35A9-4762-ABEC-39B75A28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0A24DA-4833-473E-882D-641602E7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F416A9-6578-415C-A2B5-BC4A6C1D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46E697-F89F-427A-BC8C-A23689F8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8C5549-22E4-4032-AE68-6F0F8BC8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2EFAC0-E421-4993-BFFD-EF0DD978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1E57B2-D7D0-4AAB-B737-8F43F1E9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D37661-5ED5-4498-91F3-093E0304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979692-2715-4C30-82D4-28AFDD9C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AA17E1-49E5-4DE8-A938-716FC813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6C20F3-552B-482E-A64C-20A7FB02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170211-0592-42F2-9E0C-A9E97445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F114D4-AB70-4346-9322-4FC1B8C2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2F4543-40C7-40A3-905E-F9FE68DF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BCF68B-679D-4795-858A-6718F69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CF76A7-D494-4E5D-B97B-118E18D3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E7D458-9DC6-4703-9166-C9B57853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5A7E00-E08F-41B0-A96B-3979D9BC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1380D0-CA3C-4871-A0B4-9AA8C28E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3C6FA8-77C1-43B5-948D-E8CA4ACC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9A9023-9B0C-4642-B43D-DD3D11F3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5ABA03-AF7A-400E-918C-525F5689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3C6F29-B8E6-41C9-B57B-41FE4681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817291-51C5-447F-BE26-FB9F6F5D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6961DC-E472-44F5-B1BE-7778B239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0F542C-1F0D-44CA-923B-B0E72840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8A8DE2-31F1-4E28-AAB7-125EB93A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305872013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27ADEA-3A1A-4AE3-AB9A-6811E59E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2A445-BE79-4E3F-80A1-87F6EC1A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0029F-6A16-4323-A272-0B385A05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0683F-4B1F-4361-8679-D7B31781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A7D5E-23B6-46F3-870F-88AECE08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принятия решения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D62BC-84C0-4BF2-8A8A-728B1314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F36A9-8BB3-4534-ABC9-31EDC3B6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8AE06-1CA6-4975-A3CA-F0E8F12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CD3C6-514C-414D-A369-74A4D811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869EE-3738-4C71-91DB-FD5C2DDD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879E3-3646-4B9C-AE8D-4F0ECEF5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34AB4-6901-41E8-90B0-E0238E37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FE312-3BC3-465F-B21A-E0F11047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 и week trailer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6B905-468D-4E7D-9AEA-7362421D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D2840-1E64-4380-B92A-46F33934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вау + понятна причинность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2BA4E-6B04-4D61-BADA-3E39679F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E819D-CFFF-47AB-84D1-4FE3BB08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A6B84-C8D6-40AC-A8EF-3F41AE5A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49F4E-EBF3-40A7-A376-32A2B9B6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8-10 экранов и первый сценарий недели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A485E-02FB-4E93-A97C-AF1A7C4F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E4AE2-0217-408E-8EAD-876FB6E5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проходит loop без объяснений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1E072-6F62-4D25-85A0-DD982C28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D8AD2-B1EB-4F4B-B0B0-B4CD9C17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15D3C-E344-4D40-B9C7-2ECCF9F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Cohort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0B678-BA27-4508-996B-0D8432D1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users, интервью, paid-intent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225E2-4B94-4EFD-9AD8-D504F320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168B0-D332-49DD-9B71-6D131064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&gt;20%, paid intent &gt;5%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2E30B0-A004-42F2-818B-5717A107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1D0B60-84EE-4E09-8D73-3CE2839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EEE288-039C-4C0E-8628-AF0A5F8A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CA972B-CEB8-42B7-B498-2E7FBB68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billing, analytics, generation logs, paywall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37F755-8DC9-47B2-B882-89798E27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652677-9DBE-4B92-8A92-18163D67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CE2921-1545-41EF-816C-D1FDC25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6F3E95-D81C-44A1-9148-449F4BB3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C1BC30-9BA2-41A9-8D5F-2306BC9F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0D49AD-5FB6-4BE5-AF35-A3664ABB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hooks + маленький paid budget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FD88BF-4855-4AF9-A81E-BDE351D2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024E8E-D6D3-41B8-9386-443E50D5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5F0C81-B8AB-4E09-B985-F03D05D8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0125"/>
            <a:ext cx="7858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2F366A-45A6-4A1C-8C73-DE5AC869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72050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Каждая фаза заканчивается решением: продолжаем, режем scope или останавливаем.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3A1790-D356-45A9-903B-7D8AF297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28131854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E06325-391A-4876-B135-9282713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CBE9A-28FA-4DA2-A904-7C2A3CF1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E8270-4859-45BC-90B6-61C19957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4EB3F-4128-4F3F-97AB-8BFE05C5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16835-88FD-47A6-83BA-47BEF13E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Scope продукта: MVP vs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FD086-026A-4A13-9A85-1FC8A6A7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CF77B-FE40-4B51-99D4-DC16E43A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50BE6-F229-4BA1-B9FB-06DB0C28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86817-9C42-4CB7-8960-E60EC021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C2B84-4BE8-4E42-B1A7-6B4ED83D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C9FC6-41BC-4B74-8100-B8E637EE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6F990-33FA-4019-A66D-573409B5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D7DA6-BACC-4ED7-AB6A-6355EE1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B2E30-218A-4A29-8EE7-C3A2615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B37BC-984B-4E3E-BCBD-85D67F53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FE6DA-9606-4577-A4D0-C39E79D5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883BD-580E-4F03-AD68-EF36466B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1A0A4-EC23-441F-95DA-0B8698FE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Core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12AD8-24CF-44DC-A33A-C4FE060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45256-8112-407A-82E9-AFF5AF19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Reflection → 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08942-A33F-440A-A441-0160565F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5A711-7374-4384-884B-FAF3D8C9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 branching и deeper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EABEE-1AC8-4776-9A59-A709A222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ED2F0-9490-4957-95A6-EC907CB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нужно доказать causality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EC3A8-EBD3-4604-8EB2-031BE567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3FD5F-0CCE-4FB2-890E-B43B707B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C60931-4A65-4241-A8F1-CAC5EB7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5F0FD8-8C22-471F-A902-7D5A7056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chosen tone + weekly context + memory summary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C33CEA-A873-497C-8DF3-0BC4D931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BFA7D5-1144-4781-BDFE-0185ECE9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creator voices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2F9AB-E95B-450D-931F-A76E2052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86B492-19CF-47AF-BDBB-54DF1F8E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 memory дешевле и быстрее валидировать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30ACF2-8D19-4868-850A-E65BA2BE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A7C28-E691-48BB-8496-BD240477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2E912E-4409-422F-A441-D5F6FA8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370090-B849-40ED-9FBC-3077BB22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image-first Life Canvas + avatar style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50F758-BB37-4EC2-9846-72A5246C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C0839D-8528-439C-B11B-C59436ED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759033-D737-4E1F-884F-54D5A217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8D07B7-2ADF-4819-A8A0-14F1863B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— premium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F00855-1BFE-48DC-8E18-7EA4CAB8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01D175-52D9-41FA-AAB6-AAD650E4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Monetization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8342C0-1B7D-4FA3-A90A-EF662FD8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4BB1E4-8F30-415C-9570-4479776E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one token 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92E078-7896-4080-A1AA-8D4062A3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9FAC6E-B5A1-45B9-A3ED-E7038C36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B21464-0E7D-49AD-9C34-B5703308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B56B90-48FA-4624-B9C0-25D822E7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избегаем complexity до retention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8A376C-EFD9-4A93-9F05-6B9005E1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081262-FA26-4959-BC4F-832546A8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8541CE-A9F3-489B-8AAF-72C392A6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09B94D-3C3A-4616-A6A4-391EA96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1D7F1B-05F4-4755-8C99-2B9AF619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A3966D-FC1F-45A5-9D44-C3B50B40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E3208F-6535-47F0-8D4F-23C54054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15C8DD-EB3E-42CD-A780-D3337CD5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social network до доказанной core value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914AE3-1942-4BFD-9D64-4968DEC8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402324287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00E06E-AB85-4118-9A1F-9DBEADB2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3B716-CF55-4CB9-A1BC-3E9EC151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1A972-5AAB-448F-BC92-DC71D323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14CA2-AD6D-416E-9353-74FD6321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08669-9A6F-43F5-A1A1-9BB52CE3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800F6-BCCB-4F4F-89DB-C817206A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12F68-D187-4935-9333-B9C0FB03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C2728-595C-485F-81AC-90D1F295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0289C-C3BC-4BE5-9B18-32D15CD6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9E746-7868-4BFC-A5FA-C070F1D7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A71CA-6075-4F03-A09C-02B36F79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06C69-1438-4921-B586-67FEB398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81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ломает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9FCED-C36E-4BDB-B08E-D07E3A07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002C1-6B24-4573-8ED9-B6E98190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81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Митигация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98ECB-1EA8-4B95-B71A-748F6A26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99E64-4FF5-4DB3-8425-6D735653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39E03-0625-4F2B-9354-3FFA146F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3873F-F50C-4D5B-AACF-A2863D7B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669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thinks it is generic astrology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C6D40-21DE-4EDB-931D-936B41EB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A6A6D-EAD1-45AC-B4A3-FFE5D5C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669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weekly life-series и action, не fate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36EC1-98A8-4B90-88B5-C4367BFA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1F231-D7E4-4912-A425-6CC9350C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feels random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7B579-7417-4790-9457-BC7A3EC0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2F34F-642C-4D87-8DFE-5FBEE550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527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cannot explain visual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24AB8-4CC2-42DB-A498-9C41AD33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5BB573-FBCC-4BFC-986D-43E4CAD8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527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cause рядом с Canvas и связывать с action/reflection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8AD74F-CE13-471F-BAAA-209C6479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06F4CD-92F6-47E5-97F3-22A39524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cost kills margin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5CE0A-387C-4447-9BB1-2877F8EE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B0AC59-AC13-4784-A7DC-A659DC31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385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generate expensive clips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F379D-1C75-4EAA-BB5F-320C69A7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BDCD45-32D9-47C5-A8E4-F2B1273E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385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premium/token video only; log COGS per 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60395B-CC31-4C8F-893C-C89D95FB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908D2-C888-4BE9-ACCC-33026877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sounds generic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0328F2-874C-4104-92D3-6E286470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145232-E2D7-4A0C-A3CD-AC36C222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243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low trust and no return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9FF4D8-A575-48A7-9E76-F15D5E4F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A189C3-8313-4C5A-B7FE-8DF32AC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243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user feedback и memory guardrails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16FAE1-6A78-48BE-9E4F-32625825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8CF3BB-F422-4E43-957F-9E78CBB0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paid intent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172AF3-755C-4F75-A275-F3843389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51351D-F2C2-4031-BAE7-98C57174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10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users like it but do not pay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489443-B69D-41EB-9027-1BB74C3F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BF9B16-4886-47BC-8726-126650EB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10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after first completed loop и price tests by cohort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A71E66-D24F-4A70-B132-5D0E1FD1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427703702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8D3C1A-9DA4-490D-8598-99BA64AB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876B8-223D-4B06-90B9-42EC26F0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8D338-68E6-4BBB-B64F-41836859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AB857-7BA3-414E-969C-5CCF33F6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C0C57-C4FC-4ADB-99AC-5CB6A3C0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Условия перехода к запуску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91772-B40C-42D5-94A5-B70A2D20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E873D-86E5-40EF-A0DB-3EA8C3DC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B847E-FAF1-46C6-9289-F6A8017C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001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Вердикт: можно использовать как план проверки и основу следующей фазы, но не как доказанный бизнес без данных первой группы пользователей.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E43AE-8543-455C-89BC-A8D385AC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6D291-E6B5-4151-8D36-B1CFC53C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BF236-1115-4414-B5A2-7B7E50B8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857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B1017-1E06-4A77-9F4F-DE10E857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240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уже понятно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F82BC-1E1F-4DA8-80FD-D89BFAAF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573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C322F-4809-4D55-91EE-C33BD7AD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240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остается допущением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E2ED9-86E9-4A97-83AD-EF4FF652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573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278DB-A92A-4994-A0F2-091C5645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проверяем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E22E0-F801-42AC-A32B-C3142262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9A0B2-0AEC-49AA-B8DF-0084A558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Продуктовая логика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FD6FA-9658-40B1-A3C1-8D93E90F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3907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A749A4-E386-478B-B5F9-991CB688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574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понятная петля: эпизод → действие → сброс →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1EF51-307D-465C-ADC0-0D11EAE1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907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7120F-6D14-48D1-AC9B-B70E0DC4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574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насколько сильно пользователь почувствует причинность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604C0-41D8-4329-8B53-C2E10CD5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907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7CAC3-9BB6-4D41-8DCF-1F6FD483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визуальных примеров + кликабельный прототип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A0C62-9F29-4FB6-AB35-3EA38C2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241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E47E7-AAD4-48AA-82A0-DE2A8B2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Финансовая модель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F63A9-C94C-42B5-888D-F61440D0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241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F15A8-517F-4626-8A79-371526A3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9908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цена, себестоимость, бесплатный пользователь, привлечение и сценарии разделены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9FB22-A100-4FC9-96ED-B4484F2A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9241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4A03C6-3246-4C48-BF68-0A93E806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908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точная себестоимость зависит от провайдеров и фактического использования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464511-6719-4C61-B301-C86A46E8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D43C54-B0B8-4BC1-AE12-25F0CFA8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908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логировать каждую генерацию и пересчитать после первой группы пользователей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309D03-21DE-45DD-91FC-0EFF8C9B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02ACA8-4F96-4B89-B11A-2778BA9B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66F74D-5AF6-4E7B-B0CD-73496FEC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575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817369-977C-4BF9-AC21-4C9A6D47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242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лучший старт — авторский контент и теплая аудитория, не закупка трафика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70EBC3-CA83-411A-8C3D-C5A7C467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575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CAF2EF-3028-414E-9AAB-830EF38B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242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неизвестна до тестов креативов и лендинга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DC1D2B-EC7D-4924-AAA1-1A74F309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575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9F6C8B-0F65-4F5E-BBB5-E1BA0A01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10-20 креативных hooks + маленький платный тест после сигнала оплаты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3B18DF-FB5E-4B99-BE14-6BBF741B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909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539A15-1235-4924-98CA-1184A062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Технологии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6FA2FA-A1CC-4621-A1E0-6C7F47AD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9909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35E000-5688-4984-9D4E-B3169A4A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576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должен начинаться с изображений и лимитированного видео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6005EC-CC66-444A-A0D5-7F3F461B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909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009983-E787-4A2F-B300-B6E2BA94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576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выбор провайдера влияет на маржу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C51287-2E1C-40A8-BBC1-B3A433E2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909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ED5975-C042-433B-B249-2AB645D7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576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сравнить провайдеров перед разработкой и поставить лимиты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431D47-1FC5-4738-B2E7-3842AB7E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58AAC0-2941-43AB-BE58-012C4689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Следующее решение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E2E80D-C423-4327-B05B-4F660653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524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6B2913-393F-4F2B-BB33-3E512B2C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5910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фазу проверки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7E071F-4CFE-4887-A1DA-3AE0DB2D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243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5EA99A-2A95-41E7-8E4C-8410F528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910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еще не доказанный бизнес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12CE40-FFE2-4382-B40C-31FEF55F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243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E34231-CE8E-4239-B14D-7879DF71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910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по возврату, готовности платить, причинности Canvas и себестоимости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C1E5B2-D136-4F8B-9688-3C4732E6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579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29A4BD-137F-488F-B4C6-10E75260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24575"/>
            <a:ext cx="889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следующая фаза должна не масштабировать идею, а быстро проверить петлю, цену и себестоимость на реальных пользователях.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0798EE-FFB9-4C86-A586-CC5D99FB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879491324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0889BE-EEDF-45AA-98B1-1A8A100A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CA94B-97BA-48BE-A8A1-26176229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61740-A78C-4980-A7E6-79837E21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2ACD7-922C-4B61-98F6-5820DD89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F695E-27AD-4984-82E1-41DC1C60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роста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3DDE6-D9C7-487E-B2F0-C4533460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F211F-6EAB-4946-9592-28373102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4BB2E-F84A-4AA1-8705-E61E9BF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7821B-150D-4400-BF68-A7705E93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F8781-420B-44F0-AC6D-2A3E6F9D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86128-83C5-4279-89A9-988C3ADB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ИДЕЯ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36CCA-BE1A-4D2C-BAD2-E3BC9A4D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+ аватары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88E4A-795F-4259-854C-4E796E09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B20D7-E5AB-49EA-A826-D115F027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16BA1-7D99-4C2C-9040-51CA744A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 + Canvas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FE644-2904-4351-928A-458DBE13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CDC29-0B8B-4F37-8F7D-6807FB49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ОПЛАТА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CF5DB-E086-4895-B38C-ECE725D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первый токен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C5A41-EAF0-4033-828D-A25E525D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AC07E-E247-4AAF-9672-18C58CB5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УДЕРЖАНИЕ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7AA60-C5BC-495D-B257-230CFE9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и итоги сезона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CF460-44D8-4B83-8256-3BE15432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91F85-8AEA-44B4-9C1B-3D1DD4C9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62CF2-8FE2-443C-9872-CE9FF34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авторы + платные тесты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E1326-93E6-408F-A3FD-2B6288B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F3D0C-2321-4149-B374-ED4EAB8B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2419D-7D13-4C6A-BCF3-3CD1A79B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визуальный движок + годовой план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D4AA7F-DF4F-4F9D-8436-34277766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Roadmap остается узким, пока петля не доказана: сначала причинность Canvas, затем удержание, затем платное масштабирование.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601C0-85F7-4435-936D-6116F55D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523911524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8B32F-02C1-4B71-8F0E-51959EE8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53C22-79ED-4A28-BDAC-9D429114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06B9B-469B-4708-9B5A-DA24BBFD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55E1B-0815-44D4-85EB-8A001A1D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12F4F-008F-40F7-BAB2-2CFBEA32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нужно строить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ED699-DA01-445E-8139-E49C18B9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4FB80-DE10-45CB-AED1-2E722923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A5F38-66EA-4C40-8074-77249FC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Персональная визуальная навигация недели: пользователь вводит данные рождения и контекст, получает прогноз, делает ежедневные микро-действия и видит, как развивается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CC804-AE0E-4911-8614-D410A69A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C3686-0917-4019-BDD3-6EBF720E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Текстовый помощник, недельный сезон, ежедневный эпизод, действие/сброс/рефлексия, Life Canvas через изображения, платный Plus и один тест premium-видео.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2435A-EE84-4137-9A02-2AA75B03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BCA34-21F9-4B82-AE1B-E1DFED7E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 стартовый тест, $12.99 базовая подписка, $14.99 визуальный пакет с 4 видео/мес, $4.99-$9.99 premium-токены, без безлимитной генерации.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20D5C-9946-44F0-BAEE-FDE565BC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Запуск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3C2A0-C1FB-44E3-92B8-A99D021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Начать с интервью и ручной проверки на небольшой группе, затем авторский контент, затем маленькие платные тесты вокруг “визуальной недели” и Future Self.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5920E-8693-44F3-B5B8-6A0438FA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Стоп-критерии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B2BD8-E877-42DC-B8B7-DA09D1E4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Останавливаемся или меняем продукт, если пользователи не понимают причинность Canvas, возврат на следующий день ниже 20%, готовность платить ниже 5% или себестоимость видео нельзя контролировать.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8F7BC-3095-4953-99A2-1638F345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3F4FF-657F-4724-9373-E227ED32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Сделать 3-5 визуальных примеров, кликабельный прототип, группу из 30 пользователей и один тест цены / premium-токена.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50AE4-8580-4575-9691-4BE1C066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959135268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1D86C7-A9BC-4070-A7F9-4FD3191D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E5B03-B37F-41B7-85A1-24186FD8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373D1-2998-4567-BBE7-7C52515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578B9-6C96-4009-B389-DABE9514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ECD25-539C-4221-8BA0-808AA4A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Контакты /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A0321-A540-405D-84D6-7408927D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2B598-71CD-4964-B31B-FAF20F5B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CA807-D8BD-479F-B0C0-A630321F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визуальные примеры, собрать кликабельный прототип, протестировать первых 30 пользователей и проверить, понимают ли они причинность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5CCCE-78AB-4021-83B6-8B73159C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 → интервью → ручная группа → готовность платить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5C9C9-E2BD-498C-8119-DBCB997B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625373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2026-06-06T10:51:39.5250000Z</dcterms:created>
  <dcterms:modified xsi:type="dcterms:W3CDTF">2026-06-06T10:51:39.5250000Z</dcterms:modified>
</coreProperties>
</file>