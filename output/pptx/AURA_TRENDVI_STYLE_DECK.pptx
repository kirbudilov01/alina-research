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675090e9a84708" /><Relationship Type="http://schemas.openxmlformats.org/officeDocument/2006/relationships/extended-properties" Target="/docProps/app.xml" Id="R45258ec8d9b54a4b" /><Relationship Type="http://schemas.openxmlformats.org/officeDocument/2006/relationships/officeDocument" Target="/ppt/presentation.xml" Id="R63449f83334844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ef89a8378d4a79"/>
  </p:sldMasterIdLst>
  <p:notesMasterIdLst>
    <p:notesMasterId xmlns:r="http://schemas.openxmlformats.org/officeDocument/2006/relationships" r:id="Rfdf5cedae08b497b"/>
  </p:notesMasterIdLst>
  <p:sldIdLst>
    <p:sldId xmlns:r="http://schemas.openxmlformats.org/officeDocument/2006/relationships" id="256" r:id="Rd335dd79c69d4e3a"/>
    <p:sldId xmlns:r="http://schemas.openxmlformats.org/officeDocument/2006/relationships" id="257" r:id="R52d74d962a3347ba"/>
    <p:sldId xmlns:r="http://schemas.openxmlformats.org/officeDocument/2006/relationships" id="258" r:id="R3a726f08a24543bf"/>
    <p:sldId xmlns:r="http://schemas.openxmlformats.org/officeDocument/2006/relationships" id="259" r:id="R20a5d0b92ba44d2d"/>
    <p:sldId xmlns:r="http://schemas.openxmlformats.org/officeDocument/2006/relationships" id="260" r:id="R6034441427994b68"/>
    <p:sldId xmlns:r="http://schemas.openxmlformats.org/officeDocument/2006/relationships" id="261" r:id="R52d5fedb8d89486b"/>
    <p:sldId xmlns:r="http://schemas.openxmlformats.org/officeDocument/2006/relationships" id="262" r:id="R4e3cb88087dd435b"/>
    <p:sldId xmlns:r="http://schemas.openxmlformats.org/officeDocument/2006/relationships" id="263" r:id="R88675e40c6be4905"/>
    <p:sldId xmlns:r="http://schemas.openxmlformats.org/officeDocument/2006/relationships" id="264" r:id="Rfe482f7586424bad"/>
    <p:sldId xmlns:r="http://schemas.openxmlformats.org/officeDocument/2006/relationships" id="265" r:id="R063bf9c08a124661"/>
    <p:sldId xmlns:r="http://schemas.openxmlformats.org/officeDocument/2006/relationships" id="266" r:id="R4bae17dc268e4465"/>
    <p:sldId xmlns:r="http://schemas.openxmlformats.org/officeDocument/2006/relationships" id="267" r:id="Re21b249d5eac42e2"/>
    <p:sldId xmlns:r="http://schemas.openxmlformats.org/officeDocument/2006/relationships" id="268" r:id="R627e1b9d3e234b85"/>
    <p:sldId xmlns:r="http://schemas.openxmlformats.org/officeDocument/2006/relationships" id="269" r:id="Rdbeed09ee4344f38"/>
    <p:sldId xmlns:r="http://schemas.openxmlformats.org/officeDocument/2006/relationships" id="270" r:id="Rfc5c1fe5d0b047ea"/>
    <p:sldId xmlns:r="http://schemas.openxmlformats.org/officeDocument/2006/relationships" id="271" r:id="Raa8347c3aef843ed"/>
    <p:sldId xmlns:r="http://schemas.openxmlformats.org/officeDocument/2006/relationships" id="272" r:id="Rfa837a702b574d4b"/>
    <p:sldId xmlns:r="http://schemas.openxmlformats.org/officeDocument/2006/relationships" id="273" r:id="R787ff623c57d4e99"/>
    <p:sldId xmlns:r="http://schemas.openxmlformats.org/officeDocument/2006/relationships" id="274" r:id="Rd9e3fdf6eef14e39"/>
    <p:sldId xmlns:r="http://schemas.openxmlformats.org/officeDocument/2006/relationships" id="275" r:id="Rd7e22d9104a44268"/>
    <p:sldId xmlns:r="http://schemas.openxmlformats.org/officeDocument/2006/relationships" id="276" r:id="R302d1d28a76948ae"/>
    <p:sldId xmlns:r="http://schemas.openxmlformats.org/officeDocument/2006/relationships" id="277" r:id="Rda67af93ac334687"/>
    <p:sldId xmlns:r="http://schemas.openxmlformats.org/officeDocument/2006/relationships" id="278" r:id="Rbe5af7d92fac4c7e"/>
    <p:sldId xmlns:r="http://schemas.openxmlformats.org/officeDocument/2006/relationships" id="279" r:id="R12ee92bd4e944a5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ef89a8378d4a79" /><Relationship Type="http://schemas.openxmlformats.org/officeDocument/2006/relationships/theme" Target="/ppt/theme/theme1.xml" Id="R29a584e31f1640c9" /><Relationship Type="http://schemas.openxmlformats.org/officeDocument/2006/relationships/notesMaster" Target="/ppt/notesMasters/notesMaster1.xml" Id="Rfdf5cedae08b497b" /><Relationship Type="http://schemas.openxmlformats.org/officeDocument/2006/relationships/presProps" Target="/ppt/presProps.xml" Id="R7120a83a9a34455f" /><Relationship Type="http://schemas.openxmlformats.org/officeDocument/2006/relationships/viewProps" Target="/ppt/viewProps.xml" Id="R6b3d37876b204b2a" /><Relationship Type="http://schemas.openxmlformats.org/officeDocument/2006/relationships/tableStyles" Target="/ppt/tableStyles.xml" Id="R81ab868639b44fa8" /><Relationship Type="http://schemas.openxmlformats.org/officeDocument/2006/relationships/slide" Target="/ppt/slides/slide1.xml" Id="Rd335dd79c69d4e3a" /><Relationship Type="http://schemas.openxmlformats.org/officeDocument/2006/relationships/slide" Target="/ppt/slides/slide2.xml" Id="R52d74d962a3347ba" /><Relationship Type="http://schemas.openxmlformats.org/officeDocument/2006/relationships/slide" Target="/ppt/slides/slide3.xml" Id="R3a726f08a24543bf" /><Relationship Type="http://schemas.openxmlformats.org/officeDocument/2006/relationships/slide" Target="/ppt/slides/slide4.xml" Id="R20a5d0b92ba44d2d" /><Relationship Type="http://schemas.openxmlformats.org/officeDocument/2006/relationships/slide" Target="/ppt/slides/slide5.xml" Id="R6034441427994b68" /><Relationship Type="http://schemas.openxmlformats.org/officeDocument/2006/relationships/slide" Target="/ppt/slides/slide6.xml" Id="R52d5fedb8d89486b" /><Relationship Type="http://schemas.openxmlformats.org/officeDocument/2006/relationships/slide" Target="/ppt/slides/slide7.xml" Id="R4e3cb88087dd435b" /><Relationship Type="http://schemas.openxmlformats.org/officeDocument/2006/relationships/slide" Target="/ppt/slides/slide8.xml" Id="R88675e40c6be4905" /><Relationship Type="http://schemas.openxmlformats.org/officeDocument/2006/relationships/slide" Target="/ppt/slides/slide9.xml" Id="Rfe482f7586424bad" /><Relationship Type="http://schemas.openxmlformats.org/officeDocument/2006/relationships/slide" Target="/ppt/slides/slide10.xml" Id="R063bf9c08a124661" /><Relationship Type="http://schemas.openxmlformats.org/officeDocument/2006/relationships/slide" Target="/ppt/slides/slide11.xml" Id="R4bae17dc268e4465" /><Relationship Type="http://schemas.openxmlformats.org/officeDocument/2006/relationships/slide" Target="/ppt/slides/slide12.xml" Id="Re21b249d5eac42e2" /><Relationship Type="http://schemas.openxmlformats.org/officeDocument/2006/relationships/slide" Target="/ppt/slides/slide13.xml" Id="R627e1b9d3e234b85" /><Relationship Type="http://schemas.openxmlformats.org/officeDocument/2006/relationships/slide" Target="/ppt/slides/slide14.xml" Id="Rdbeed09ee4344f38" /><Relationship Type="http://schemas.openxmlformats.org/officeDocument/2006/relationships/slide" Target="/ppt/slides/slide15.xml" Id="Rfc5c1fe5d0b047ea" /><Relationship Type="http://schemas.openxmlformats.org/officeDocument/2006/relationships/slide" Target="/ppt/slides/slide16.xml" Id="Raa8347c3aef843ed" /><Relationship Type="http://schemas.openxmlformats.org/officeDocument/2006/relationships/slide" Target="/ppt/slides/slide17.xml" Id="Rfa837a702b574d4b" /><Relationship Type="http://schemas.openxmlformats.org/officeDocument/2006/relationships/slide" Target="/ppt/slides/slide18.xml" Id="R787ff623c57d4e99" /><Relationship Type="http://schemas.openxmlformats.org/officeDocument/2006/relationships/slide" Target="/ppt/slides/slide19.xml" Id="Rd9e3fdf6eef14e39" /><Relationship Type="http://schemas.openxmlformats.org/officeDocument/2006/relationships/slide" Target="/ppt/slides/slide20.xml" Id="Rd7e22d9104a44268" /><Relationship Type="http://schemas.openxmlformats.org/officeDocument/2006/relationships/slide" Target="/ppt/slides/slide21.xml" Id="R302d1d28a76948ae" /><Relationship Type="http://schemas.openxmlformats.org/officeDocument/2006/relationships/slide" Target="/ppt/slides/slide22.xml" Id="Rda67af93ac334687" /><Relationship Type="http://schemas.openxmlformats.org/officeDocument/2006/relationships/slide" Target="/ppt/slides/slide23.xml" Id="Rbe5af7d92fac4c7e" /><Relationship Type="http://schemas.openxmlformats.org/officeDocument/2006/relationships/slide" Target="/ppt/slides/slide24.xml" Id="R12ee92bd4e944a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fa76940f12142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a0f991f7044ba7" /><Relationship Type="http://schemas.openxmlformats.org/officeDocument/2006/relationships/notesMaster" Target="/ppt/notesMasters/notesMaster1.xml" Id="R22fba8ff466f48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031566220a476a" /><Relationship Type="http://schemas.openxmlformats.org/officeDocument/2006/relationships/notesMaster" Target="/ppt/notesMasters/notesMaster1.xml" Id="Rb54d0fa6762941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1f2f88e01f43d3" /><Relationship Type="http://schemas.openxmlformats.org/officeDocument/2006/relationships/notesMaster" Target="/ppt/notesMasters/notesMaster1.xml" Id="R92e9955fffea46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cf1d4c5cf84e72" /><Relationship Type="http://schemas.openxmlformats.org/officeDocument/2006/relationships/notesMaster" Target="/ppt/notesMasters/notesMaster1.xml" Id="R91dde28d1ad847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2a74d7a3fd4a26" /><Relationship Type="http://schemas.openxmlformats.org/officeDocument/2006/relationships/notesMaster" Target="/ppt/notesMasters/notesMaster1.xml" Id="Rd070441d667948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c2a0dac1264ed0" /><Relationship Type="http://schemas.openxmlformats.org/officeDocument/2006/relationships/notesMaster" Target="/ppt/notesMasters/notesMaster1.xml" Id="Rbdff8c38ad3d43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35e65bb99b4249" /><Relationship Type="http://schemas.openxmlformats.org/officeDocument/2006/relationships/notesMaster" Target="/ppt/notesMasters/notesMaster1.xml" Id="Rd36878f4d59e49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7e75fa04374054" /><Relationship Type="http://schemas.openxmlformats.org/officeDocument/2006/relationships/notesMaster" Target="/ppt/notesMasters/notesMaster1.xml" Id="Rc7559fff8d524e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37d653e11f465b" /><Relationship Type="http://schemas.openxmlformats.org/officeDocument/2006/relationships/notesMaster" Target="/ppt/notesMasters/notesMaster1.xml" Id="Rd541534435384c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ae7b897ce04456" /><Relationship Type="http://schemas.openxmlformats.org/officeDocument/2006/relationships/notesMaster" Target="/ppt/notesMasters/notesMaster1.xml" Id="R87a7d781b49342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80a5eb05134bc5" /><Relationship Type="http://schemas.openxmlformats.org/officeDocument/2006/relationships/notesMaster" Target="/ppt/notesMasters/notesMaster1.xml" Id="R48005cd7cdf84e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85372d03294b44" /><Relationship Type="http://schemas.openxmlformats.org/officeDocument/2006/relationships/notesMaster" Target="/ppt/notesMasters/notesMaster1.xml" Id="Rf3fab495dec541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f13eb245b04d66" /><Relationship Type="http://schemas.openxmlformats.org/officeDocument/2006/relationships/notesMaster" Target="/ppt/notesMasters/notesMaster1.xml" Id="Rf37d5d9d56d24f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400673c1a8d4eae" /><Relationship Type="http://schemas.openxmlformats.org/officeDocument/2006/relationships/notesMaster" Target="/ppt/notesMasters/notesMaster1.xml" Id="R580b748a17554fa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e357b824eb4fbc" /><Relationship Type="http://schemas.openxmlformats.org/officeDocument/2006/relationships/notesMaster" Target="/ppt/notesMasters/notesMaster1.xml" Id="R998cd1855160421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55561672dc4cd0" /><Relationship Type="http://schemas.openxmlformats.org/officeDocument/2006/relationships/notesMaster" Target="/ppt/notesMasters/notesMaster1.xml" Id="R38cc49ef138f4b1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3bcd1f7d9647eb" /><Relationship Type="http://schemas.openxmlformats.org/officeDocument/2006/relationships/notesMaster" Target="/ppt/notesMasters/notesMaster1.xml" Id="R1e870d4fdc5f497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7fefe8b7cb74ef9" /><Relationship Type="http://schemas.openxmlformats.org/officeDocument/2006/relationships/notesMaster" Target="/ppt/notesMasters/notesMaster1.xml" Id="Re3c7acb78b1643e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f42e49c5bb42ae" /><Relationship Type="http://schemas.openxmlformats.org/officeDocument/2006/relationships/notesMaster" Target="/ppt/notesMasters/notesMaster1.xml" Id="Rf5f712d3b8324a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9171e144a194d69" /><Relationship Type="http://schemas.openxmlformats.org/officeDocument/2006/relationships/notesMaster" Target="/ppt/notesMasters/notesMaster1.xml" Id="R09c57c051bae483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f7d05ea39c243e7" /><Relationship Type="http://schemas.openxmlformats.org/officeDocument/2006/relationships/notesMaster" Target="/ppt/notesMasters/notesMaster1.xml" Id="Ree65b0f1946e425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a4099bc84e44a7" /><Relationship Type="http://schemas.openxmlformats.org/officeDocument/2006/relationships/notesMaster" Target="/ppt/notesMasters/notesMaster1.xml" Id="R1b92dabd002b44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9c6a47a829c4cf8" /><Relationship Type="http://schemas.openxmlformats.org/officeDocument/2006/relationships/notesMaster" Target="/ppt/notesMasters/notesMaster1.xml" Id="Rbaf7a7cb361540e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8e6485ce10e4678" /><Relationship Type="http://schemas.openxmlformats.org/officeDocument/2006/relationships/notesMaster" Target="/ppt/notesMasters/notesMaster1.xml" Id="R06993d7bf16547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407339bba343d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ae91cd78bef4e76" /><Relationship Type="http://schemas.openxmlformats.org/officeDocument/2006/relationships/slideLayout" Target="/ppt/slideLayouts/slideLayout2.xml" Id="Rb32479b2749b4d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2479b2749b4d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05084ecc0d484e" /><Relationship Type="http://schemas.openxmlformats.org/officeDocument/2006/relationships/notesSlide" Target="/ppt/notesSlides/notesSlide1.xml" Id="Rff65e9c90b834e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781746fa1744aa" /><Relationship Type="http://schemas.openxmlformats.org/officeDocument/2006/relationships/notesSlide" Target="/ppt/notesSlides/notesSlide2.xml" Id="R2d1c05b18ae749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1d9e16d51645b7" /><Relationship Type="http://schemas.openxmlformats.org/officeDocument/2006/relationships/notesSlide" Target="/ppt/notesSlides/notesSlide3.xml" Id="R6ac14d3018d840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d83ec14e2b4438" /><Relationship Type="http://schemas.openxmlformats.org/officeDocument/2006/relationships/notesSlide" Target="/ppt/notesSlides/notesSlide4.xml" Id="Rb528ebcc6a8f45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be8150d5c145a5" /><Relationship Type="http://schemas.openxmlformats.org/officeDocument/2006/relationships/notesSlide" Target="/ppt/notesSlides/notesSlide5.xml" Id="R085c61617dfd43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497063a22b48fa" /><Relationship Type="http://schemas.openxmlformats.org/officeDocument/2006/relationships/notesSlide" Target="/ppt/notesSlides/notesSlide6.xml" Id="Ra422696d0f5a49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53092c8b1a4d95" /><Relationship Type="http://schemas.openxmlformats.org/officeDocument/2006/relationships/notesSlide" Target="/ppt/notesSlides/notesSlide7.xml" Id="R572fae412e0248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1c1574d6b6424a" /><Relationship Type="http://schemas.openxmlformats.org/officeDocument/2006/relationships/notesSlide" Target="/ppt/notesSlides/notesSlide8.xml" Id="R85a28d9ccb894a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e0bf11752a447a" /><Relationship Type="http://schemas.openxmlformats.org/officeDocument/2006/relationships/notesSlide" Target="/ppt/notesSlides/notesSlide9.xml" Id="R97c1bb1280284f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758fa2389b4d78" /><Relationship Type="http://schemas.openxmlformats.org/officeDocument/2006/relationships/notesSlide" Target="/ppt/notesSlides/notesSlide10.xml" Id="Rc6921cb2f8aa44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453425ee8e45d4" /><Relationship Type="http://schemas.openxmlformats.org/officeDocument/2006/relationships/notesSlide" Target="/ppt/notesSlides/notesSlide11.xml" Id="Rec4fdb3d70b846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cc7465453f4176" /><Relationship Type="http://schemas.openxmlformats.org/officeDocument/2006/relationships/notesSlide" Target="/ppt/notesSlides/notesSlide12.xml" Id="R8e898af869b847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6831bbea2b439e" /><Relationship Type="http://schemas.openxmlformats.org/officeDocument/2006/relationships/notesSlide" Target="/ppt/notesSlides/notesSlide13.xml" Id="R4e974886501c44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da12be369a44b0" /><Relationship Type="http://schemas.openxmlformats.org/officeDocument/2006/relationships/notesSlide" Target="/ppt/notesSlides/notesSlide14.xml" Id="R75e3cb6cb7ae4a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61089eb762421f" /><Relationship Type="http://schemas.openxmlformats.org/officeDocument/2006/relationships/notesSlide" Target="/ppt/notesSlides/notesSlide15.xml" Id="R38182453b42840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1707ae91334373" /><Relationship Type="http://schemas.openxmlformats.org/officeDocument/2006/relationships/notesSlide" Target="/ppt/notesSlides/notesSlide16.xml" Id="Ra68d5277962e480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e1e5f17a224271" /><Relationship Type="http://schemas.openxmlformats.org/officeDocument/2006/relationships/notesSlide" Target="/ppt/notesSlides/notesSlide17.xml" Id="R4a093028f415400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d4d3aeeba347a5" /><Relationship Type="http://schemas.openxmlformats.org/officeDocument/2006/relationships/notesSlide" Target="/ppt/notesSlides/notesSlide18.xml" Id="R3e7c9e46bd1743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d1037ba5a44dbb" /><Relationship Type="http://schemas.openxmlformats.org/officeDocument/2006/relationships/notesSlide" Target="/ppt/notesSlides/notesSlide19.xml" Id="Rc117c2b37a51404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b3979df2694f88" /><Relationship Type="http://schemas.openxmlformats.org/officeDocument/2006/relationships/notesSlide" Target="/ppt/notesSlides/notesSlide20.xml" Id="Raeec576c98c04f3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29013a8b094cd8" /><Relationship Type="http://schemas.openxmlformats.org/officeDocument/2006/relationships/notesSlide" Target="/ppt/notesSlides/notesSlide21.xml" Id="Rbc3d1e74a0fe459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21ffdd3a744c8d" /><Relationship Type="http://schemas.openxmlformats.org/officeDocument/2006/relationships/notesSlide" Target="/ppt/notesSlides/notesSlide22.xml" Id="R3d2db17c337b40c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d90549de26464e" /><Relationship Type="http://schemas.openxmlformats.org/officeDocument/2006/relationships/notesSlide" Target="/ppt/notesSlides/notesSlide23.xml" Id="R540534705e40435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6ff77f69754fe7" /><Relationship Type="http://schemas.openxmlformats.org/officeDocument/2006/relationships/notesSlide" Target="/ppt/notesSlides/notesSlide24.xml" Id="R21c25808e8874b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E43660-D687-47A2-9D2A-8F54F640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FAAB8-227C-4FDC-A781-EE739DD6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2A6BCE-5A2B-4E8D-AD35-D484621B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602228-FCB7-4093-A1A3-0CB652C6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0D7B8-15EC-4D61-90AD-0553E514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A05D1-DC39-494D-855F-40B5E0D2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4850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0831A8-8827-4159-964C-7B3466E7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CF4A5-0A17-4271-B405-2F5CC7B9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846BA-F204-4414-B7AA-3F8BAE62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0CBED-2CEA-47DA-9CBE-EA83AFF6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07FE0-8D38-44E7-95FE-451B06BB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54A5E-49D8-4785-8F4D-E893F747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audience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A9963-EF95-453C-B9B2-56EFCE49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которые уже потребляют astrology/self-care/AI-companion контент, хотят персональный недельный прогноз и видимый образ своей траектории.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DEFF5-F2F1-4436-B502-8EBFE65E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Current alternatives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6EC002-01C8-44C0-B740-E8638806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Nebula/Co-Star, Calm/Headspace, Finch, Replika/Character.AI, habit trackers, дневники, Telegram-каналы, ручные консультации и AI image/video tools.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275104-D2AD-46F0-B527-1C23C758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Problem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4E695-A96E-4E88-8135-79F01C94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дает фрагменты: смысл без действия, действие без личного смысла, avatar без причинности, прогноз без памяти и продолжения.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3DFAE-D401-465B-B9BA-BCBFA100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Solution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00A489-F786-4670-A6F1-09231D57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собирает weekly life-series: дата рождения и запрос → прогноз недели → daily episode → действие/reset → avatar/Life Canvas → продолжение завтра.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DA84C-0125-41FA-9A3F-B02BD21C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works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D5D7B-1356-4C4D-B548-3B90411A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выбирает контекст и помощника, получает недельный сценарий, каждый день проходит короткий loop, а дорогие AI-video moments открываются как premium.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DD5FA-9B27-401D-9315-949555E0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Key differentiation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323CC0-C71A-4176-9F17-F8650F92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horoscope app и не avatar generator, а карманный прогнозист и визуальный сериал о собственной жизни.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CA8FC-9C51-4823-A277-BC8B91B5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312719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8510D-13EA-4C8F-A966-1D8B9DEF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F942A-8C0F-4A82-9838-29E4E31C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72F57E-A737-4A6D-BCDF-BB361BD8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8D181-288B-49F2-831C-B0AB8F15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917A1-474B-4A01-B03B-8F062BDE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989C49-A19C-4447-ACCE-4B569751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человек уже пытается получить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803A63-0CB9-4D81-8F9C-105E4D00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6E4B1-FD90-47E6-91F3-E8743461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смысл: “что со мной сейчас происходит?”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2ECEB-D014-4E9A-BB5F-0DAD6820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B4426-21BC-4A57-8483-3268332B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на неделю без жесткого фатализма.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B1AE7-C53F-4329-9235-F512E573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7102CE-40CD-4048-A16F-D8E8681A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Красивую future-self / avatar визуализацию.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9E32A-3888-4C2B-BE3A-6F1228FC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B6C59-A4E8-4B99-8278-F92C64B6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Мягкое действие, а не сухой productivity checklist.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D1004-9340-48C9-AF93-B9A46DB1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это становится AURA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5040F9-8E39-465B-8D61-51737FDC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FA4538-2FB1-4359-A2DC-257586E6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 становится season arc.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27E5AB-83AC-4C9C-B9A7-24A41A71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A628DC-B475-484E-A1D9-1D4EE971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 переводит прогноз в сегодняшний фокус.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D6832-F97F-46F9-AB75-E5277EE3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BC3635-CC77-4E84-BCC9-91F198A6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 говорит с пользователем в выбранном тоне.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139E76-00C8-461C-984F-91F88BEF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694454-CAF0-439A-96BA-C6CE76E9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показывает, что именно изменилось.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0987B8-292D-4E2A-822A-6B459B04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11D1F5-D11B-4325-957A-ED0B11DD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продается как special episode, trailer или token moment.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D610E0-ED57-4CFE-BBC1-F4B83ECD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76EE57-D350-49C7-B3A3-056E4169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373158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D2C6DA-7488-48D2-B03C-EEDB8327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B5E41-CA41-44A4-9181-2F29BC46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B06EC-3BAC-4E68-A9B8-8717B949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6394F-3E51-4C97-8347-4C8AAB32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2B546F-5D85-468B-9D7E-8D645D83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0B544-45A4-467D-8B60-09A135BA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5D6C22-DCDB-49EE-9F6E-DEF23827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DC919E-D34E-42BA-B31A-80B20587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 consumer apps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53FEE-63FA-43AB-BBBA-FC24366B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привычку открыть приложение, пройти короткую сессию и вернуться завтра.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D3E63-D383-43FA-971E-94F5F3D4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CD5CA1-1A37-4962-917E-3BCE7AA0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71D04-3E6D-49E4-ADB6-D54D3D87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 adjacent markets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5E4D76-6E34-4409-A0CC-E72C67B9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mindfulness/reset, astrology/self-discovery, AI companion, avatar/identity, coaching/habits + progression.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61D08-189C-4734-BBB3-A85829A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37385-A8BA-40FB-A949-EEF2C631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54C811-962E-445E-A902-C19B849F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68,085 objects reviewed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C1FCC4-4CD1-45E4-91F8-6BC1708E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 исследовании собран широкий competitor universe across app stores, web, desktop and adjacent sources.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B16B9A-4EFF-4F91-BAD2-CE47FE2A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469A5F-C102-4F05-9619-E968BBFA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59F8F1-D6C3-45AF-BDAF-8959C610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346D86-E96E-4915-AC32-3022B7CF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реалистичный reachable base на 3 года при creator-led GTM, подписке и premium visual layer.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D6DC7-7167-4FE6-BB36-29011FE2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64F36D-6B40-4CE1-80BB-8E419DEB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181672-DE6B-45DA-AB0C-99A52C3C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CD3391-836A-486F-8384-8C1659D4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upside через подписку, premium video/avatar tokens, creator seasons и годовые планы.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9FC5F7-FCF3-48A8-981F-4E54FDA8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рынок не один. AURA должна считаться как пересечение платных привычек, а не как узкий horoscope TAM.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AB5D07-C8C5-4676-98C0-42F6AEBA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204487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0C32D4-7ADF-4800-BE7E-A31DA3FE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CFEB06-7C5E-4712-8FB8-7DCE3417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6F89-6694-44C1-80E0-488AD0F6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81DC9-4D26-49D0-B75F-0268F530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F407BE-0F80-4693-AB35-0B36004F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Size ($)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B164E-2F02-430F-BE7F-586159A4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E14FB-1B15-4F33-8FA2-01A5AEB2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4A161-8015-43A1-B053-710C9426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BA850-9BFD-43F5-B6E3-BA91948D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430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 revenue / 2023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4DA5BA-57B6-4035-8C1B-CB816E9A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676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8936A-FC3E-4CE5-B918-9E50F4BA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7430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$70/year, 4M+ paying subscribers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CECBA-A13A-40CC-8C41-B4B53084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6764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654A4-DF2E-4C3A-8D59-ADE740EB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7430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subscription can be a very large consumer business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5D9728-C722-4D73-9DC5-81F2D20D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3473B-381E-4166-8EC6-0D41A834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955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BDC9C-F1BB-4D46-9501-F2BD7D2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8B961-0168-4F82-B344-C980781C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955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 ARR run-rate / 2025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F32FBE-75EE-4907-BC69-869ED7A5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BEA66-E37E-4ED9-AA90-3B31340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955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$9.99/month c.ai+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29967A-387D-49C2-9977-F1DCB267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228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B0962-7BFD-4FFC-BF23-54BE294B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2955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monetizes engagement, but compute cost remains key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4E1412-A23D-4ECD-935E-478F21D1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0A118B-32B4-44BC-92E4-E4E53647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79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CC497-9C86-4ADB-8303-9197FA3F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8B9AEE-9B3F-407A-A13F-1F17AB4E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479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$2.36M/month Android 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86A63A-3A8F-4812-AD50-7C1A8F99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813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C40F43-22C7-497E-A8CA-4DA8E878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479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~$17/month subscription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D6F499-F116-4037-9493-EB42444C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7813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7F4ADA-907E-461D-B2C0-548ABF21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8479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+ avatar + memory can create paid intent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4D52B1-5A17-45E5-99A6-10E408D2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B68512-9621-4CB0-8A54-9363396A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A40B30-113D-4312-97DE-23499B49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B5401A-1153-4048-B716-C1006ADE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004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$1.5M/month iOS est.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0C1826-4A11-4B91-A1C0-4E8CBC13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337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C9D233-024B-4C24-B630-90F3FCAE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004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 + paid expansion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53BAE5-C47B-41A7-B8BD-0EF44830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3337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EB4262-0732-457D-8D6A-012C8DDF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4004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soft companion + daily loop can monetize without “hard productivity”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5B858E-53EE-44AA-87FD-C2A540DB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9E743F-D8AE-4F4F-8824-F8ABE4E7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AD2FE9-CFDE-4A8A-9216-3FB59692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862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D34C8A-42CC-4941-A509-9E7586A4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9528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$300k/month est.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11C97E-7217-4E8A-97D7-9586D792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862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7DFB62-582A-40EF-916C-F3F13374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528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readings / IAPs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DF6337-14B7-4E67-A00E-4D00EC58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8862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658939-71FE-475D-967D-804AC97E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528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monetizes personal depth, but needs careful positioning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BEF794-9B27-4E08-ABC3-9B605483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есть не в одной нише, а вокруг связки: personal meaning + companion + visual progress + subscription habit.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0B2AFD-3862-4E36-B253-D7A4F16E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Sacra, Adapty, Rev.now public estimates. Figures are directional public proxies, not private company P&amp;L.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F908B8-A976-4389-850A-CE84D12A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495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B896AB-220E-48AA-A60F-2C2173CA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58350-4555-43D3-9F06-786C06CD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6E59B-D235-4EF1-9A5C-A3E75268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DBA0D-C63A-452D-A2AE-233A143F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C57E7-F0B3-492C-A79B-653C95E3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Customer Segments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90D6C-462C-4C03-A519-40D91BCA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6988B-9A9E-4ADC-8A0A-B43A38EE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self-improvers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EF4015-2C76-4ED6-811A-B8861155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954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D2DEE-CA3B-462F-9D1F-B2001D2F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7621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уже смотрят astrology/tarot/self-care контент, но хотят меньше фатализма и больше применимости.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18834-D07E-4190-BFA6-DE0B38A1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954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F5533-E5F4-4003-83D7-A0CE71B5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17621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daily episode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8F7D72-925E-4502-9FCC-181AE0CC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CD1D3-11AC-43C2-B028-32DFB5AA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/ future-self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F8FB0B-C7A9-4FB7-8005-10DEF413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479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AF31CC-EFA0-4B0C-9478-7877C762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7146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хотят увидеть “другую версию себя”, визуальный стиль периода и красивый share artifact.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920B1-3429-4959-B042-76571D0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479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A3C18-7EF5-46E8-B55A-21F31B30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7146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+ avatar evolution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6E666-0896-4C34-809F-50D0D98E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44C64-E2ED-4E37-979F-A03A619D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Habit &amp; reset users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C80CC-7B8D-4DE2-B33F-3628D074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004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666966-77BE-4DA3-BABC-2BBA4D19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6671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пытаются действовать, но устают от сухих streak и задач без эмоционального смысла.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ECD2A5-27D3-4F45-9B72-18D66554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004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3F8001-C712-4880-8175-C4551026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6671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2-minute action + reset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0FA4F2-FD23-409C-9F68-9F9BE70C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907CB2-79DF-45AB-B33C-7263DB59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96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users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CD6F46-C355-4D05-A772-7EE42297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529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E702DF-A28F-4AFC-A352-5498B484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6196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готовы к персональному AI, но нуждаются в безопасной рамке, памяти и понятной роли помощника.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1D921D-2B72-4199-8C06-2D8F0235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5529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7F459C-FFC6-4060-8973-151DD9C7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6196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A610D0-38AB-434F-9B80-149C2D31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2083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E81B7-E292-4248-9BDF-E5728724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F6AD6-4B4E-4474-AD23-25315103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C96E0-27AE-4B0A-855B-0311736E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C1B05-87DE-4AE0-8626-8E24AF32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9360A-DC92-4A19-A7D8-B4CC2300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AURA Is Needed by the Market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20F5E-733D-4E1C-AED4-2F16B81B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8335C-A07D-42AC-8E63-B60E34E1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97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 review clusters видно: 415 сигналов про ежедневный якорь, 371 про структурирование саморазвития, 308 про видимый прогресс.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14C07-F982-44D5-BA96-D4639A74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0EBF9-DAE5-4706-9C4C-B26D5B5D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Главные причины ухода: 612 сигналов “не хватает глубины/кастомизации”, 367 сигналов “подписка не кажется ценной”.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0FCC4-97D1-41F1-95C2-551C6B37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96545-7325-4220-8462-76922F0E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доказать ценность до paywall: личный прогноз, действие, reset и объяснимое изменение avatar / Life Canvas.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E79A3E-B92E-4DE5-B7E0-48C8F771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9BCBDB-4559-4F8B-8DD3-8EF997F3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рынку не как еще одна astrology app, а как продукт, который делает личный смысл регулярным, действенным и видимым.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75A15-1366-4B19-BEEA-4E92C187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40990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830F97-F1DB-4FFC-BEE0-CC91BDD2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A7947-6594-432D-94F5-00D37059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26A52-BACC-462B-925E-F158DC45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E0456-3904-49AC-BE81-345EF94D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A6E7E-8636-439F-AA12-59C3EB49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FBD41-BA2C-4ECA-983A-19D1E5C7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85875"/>
            <a:ext cx="190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5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CC70D-D617-4FC6-9B8E-4A3CB0D4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62375"/>
            <a:ext cx="781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5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2C8AD-7FD8-4B1C-AB12-1E737945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381375"/>
            <a:ext cx="1238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Depth of personal meaning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F927E-947C-4FAB-9F47-0AF013FC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/ companion experience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DAE5F3-C051-40AD-8DD8-E94F9DB7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624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019E9-DBD0-4677-B594-95DD7B90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624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063759-2CEC-4A9F-B7EB-E102BE71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33875"/>
            <a:ext cx="152400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F32E5-3E95-4B15-B364-5117BBF7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5339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48E149-0EEA-46CD-B6A0-E5F632E2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16192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3EC4F9-D90E-49AE-BDCC-77BB06D8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581275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132E8-801F-4B15-AC59-51FD063B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B514F-7B58-4551-9849-F67E72EE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52775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B208E-CF4F-4D99-B4E6-179FC84C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33625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10D961-BF18-492F-8552-7EAE147F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400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192F5A-7BE9-43D9-9A63-9A76A561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0375"/>
            <a:ext cx="2228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assistant +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A518E9-BC5C-4ACC-8750-D1984168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762000"/>
            <a:ext cx="271462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122064-5C5E-44AE-828C-44F15CE4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952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 отвечает на вопрос “что со мной происходит, каким будет мой следующий шаг и как это меняет мой образ?” — не “что говорит знак” и не “какую картинку сгенерировал AI”.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157339-33AD-4988-BC08-C7B8D7FB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931037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157E84-73A1-42A2-A63A-8197A29B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00897-6A3D-499C-9E45-E6586206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66B6B-0F36-4C50-B6ED-9B01DD1F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C706A-B050-41DD-8290-77DB1D55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3A13D-C8F3-4680-BE58-7E158300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Competitive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87B286-CB32-4E5A-A02F-9BE33D05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56A90-594C-45E4-B96A-372D4610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C23C9-A367-41EF-BFBE-D2224643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BFFD1-EBB6-4841-93A5-4551C3B4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mindfulness, sleep, reset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FF1AB-0E23-4FD6-BB9B-8FC3C8E5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C993F-935E-411E-A346-4770DE14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доверие, ритуал, контентная библиотека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C9681-D061-45D0-BF18-07496AE6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21D61-4D53-4ED6-BDAE-7F0382F1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личного weekly forecast и avatar trajectory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9C6A9-5309-4EC9-B26E-E5D4A818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09BF4-DFA0-44B8-B3CC-726CDB4A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/ Nebula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429C4-9AB5-4ED9-B77B-87141636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AD1CD6-832F-4F40-8A12-4E5D0D39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/ spiritual guidance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A7028A-D9B1-4A48-9298-0BD7A11F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4B54F8-92E1-455B-A96D-FB515069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персональный смысл, paid depth, регулярные прогнозы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553450-FC23-4686-84CB-FFDF1D12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6B6729-0873-48A8-9818-36A283E1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 generic readings, мало действия и visible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6AAFE-5AAB-444A-A6AD-D69DCFE4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4B80C6-1A9F-40A0-A411-DC5E463B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/ Character.AI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E296F5-F97A-40EC-B7F9-7DF37D5B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CBB3E0-5311-4A4A-8DE1-CF389FB4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/ roleplay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86F968-931D-41E7-9243-B4AF0B2A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19A3EC-9221-4204-8B3A-6F4ECF67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диалог, память, эмоциональная связь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E3501E-5D16-45DF-9C2E-E6BD1BD6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371155-2BA2-4EF3-9961-354BD970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life-series вокруг реальной недели пользователя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513FA4-47CE-4624-8330-503A2994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78EC03-7239-4384-948B-7919A53C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C3B31C-7BB7-48EB-8A6C-F95B1E6D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64BEA-1A93-4D94-9F7D-14DA0C48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 + tasks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12126F-DC5D-4F8B-9274-0EF67ECA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FB73E8-C796-4E4A-BBD9-373CC72F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мягкий habit loop, companion, забота без стыда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1EE570-11B7-4549-B10C-A564746B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43A099-B9C3-419A-9FFC-AF72693D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части аудитории слишком детско; avatar не про adult future-self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3E51ED-059D-4C2B-9BE2-C6A9043F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E10264-B7A9-43E9-9725-5E4A4D5B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5E0FA5-B52E-4D22-99E7-CD9E2E33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526BDB-BF1A-4D2F-9D49-3DE5EB9D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assistant + Life Canvas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12F684-004F-48F4-BB9B-3EC717CF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007B5D-6269-412B-8935-875E0B1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 → действие → avatar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50BAC2-C2DA-4FEE-8AF5-5A572B23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8D1548-0B0D-4AEB-9BA9-F37B4DA2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риск: доказать causality и удержать video cost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7CE5708-C588-48DA-BBD0-3C9D04F2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108229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192AC9-DAD4-4BDC-9707-EB8B8B44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99277-6452-4AD5-99FF-279E1ADC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5D45A-9702-4B81-9A39-16A690C7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C476F-3EB6-41FE-968A-8635607F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4E170-18E9-4D06-BA04-FC882378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BA991-99B6-41BF-BD83-D803803E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7CC56-4B8F-4295-AADE-0A983B60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98B113-EEB1-437B-997A-E7699CC2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E892D-A899-41D5-BFF1-EC1E0565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$14.99/mo or ~$70/yr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93EA2-67D5-4049-BB8B-50153580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5637B4-713D-4368-9242-30B77F51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sleep, meditation, content library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8BF69-29A4-4FB4-A916-43C9A4EC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349D8-3E52-45D8-B5D7-F92B0E50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годовой план как anchor доверия и привычки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2F0E0-C15A-4071-8896-C4B22211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AFE7A6-C9FC-4F59-84E2-671E316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01D8B9-EB97-464E-809C-57B97E6E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83803D-0765-48C5-8B34-88991367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 or $94.99/yr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56A83C-D285-46E5-B419-B029F6D8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E57473-9A33-47B9-B37F-19494AB2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memory/voice/premium access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F0A6D7-AB4E-48BC-B0E3-C9571B0D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B60CA0-2591-4324-8DDF-DFB97578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ceiling around $10/mo mass-market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FCAD8B-F049-45CE-9677-4D0D6D7E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71B1E2-1CDB-4D2C-B530-482B827D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7AEBDE-0FA5-4ADA-84DB-C679989E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0A5B65-9C15-4AEE-BCAA-A6017009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$7.99/wk, $24.99/mo, $29.99/3mo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BCCF46-252A-4598-9EBC-44711900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DB9581-2C61-42F7-9D23-B87B819A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guidance, compatibility, deep readings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F51BB9-E381-49AF-B774-22E5A217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D56112-A971-4BDC-A3E8-FB550F44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высокая цена возможна, но paywall вызывает риск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7276EA-5D43-4674-8AA6-098B4353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A354C0-670F-435D-8C83-4DA65D9A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60DABE-E3D4-4910-999A-6B4C1832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9F3168-81EA-4345-8461-EB79193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~$17/mo proxy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666BC9-0C1B-4995-8F9D-A26F2365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D9AB90-882F-47AC-A8FE-E5A157BB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voice, memory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1B9963-029C-4ADB-8E6A-E3076EBF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AE8039-487D-43D6-9F03-9BED8A56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сильный, но trust/safety важны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21D42A-96CD-49A0-A205-271ECEC8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FD029D-E8E9-436D-995D-053B7A41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0231EC-3A63-4D63-B0EA-B4B56F3B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D591E1-3E38-48DD-BC46-A058C832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$9.99-14.99/mo + tokens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141120-6E8C-49E3-9B67-4D47F6CC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68CBCC-A2DD-4C98-A2A5-4C041D85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memory, Life Canvas, premium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63C5DF-3336-44C5-BC92-86D48373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B01240-86DD-4846-84D6-DB032F64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ниже high-friction apps, video отдельно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F79355-ACD4-4667-917C-DE61CDAC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870647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6FA3F1-CEE2-494B-88A8-6C376B68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37A80-AAD6-4E6B-813A-FA993D17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D6D87-31AB-4AC9-8054-51C423DE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FAC3E3-687F-4F2F-A3BD-EA4713AA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5A02E-380A-4D1B-97F7-089A31DB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F5DB4-8761-46F7-9EC6-980DAC30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609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not sold before the first value moment.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107C41-B2CF-4C26-B3FE-FA2E09F8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0ECED-9F85-4E03-B448-349FB840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812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Free: первый прогноз, Day 1 episode, одно действие/reset и первый avatar / Life Canvas moment.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1E8E79-F4AE-4E45-A7FA-9F465A8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7B9A2-91FE-4599-9508-0020FFC8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Plus: продолжение сезона, memory, weekly recap, assistant continuity, style presets и больше visual depth.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431C2D-BCD9-49A7-B5D3-72A93929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17E3A-47C2-4D14-84E1-DE67F4CF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/ tokens: video-avatar, cinematic future-self, trailer недели, creator season, редкие special episodes.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BCB1C-F2E8-4B61-B6AB-5517329A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BBD01-C861-42E6-B44A-81AB66DF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386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Правило экономики: daily loop дешевый, video только как paid event или milestone.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5FE77-D78F-4AE2-8CE2-A732F3F9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00250"/>
            <a:ext cx="23812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1E905-4936-4725-8F70-0B4EB4D6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193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first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C00138-3416-4D57-AAF3-1AA4461F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48000"/>
            <a:ext cx="28575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EF5C94-A66B-4D7D-9337-3F00155B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9565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1D6158-85EE-4AAA-A2A7-87034688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38625"/>
            <a:ext cx="31432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885E5-6B7E-41AB-B404-5C43DD40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14850"/>
            <a:ext cx="2990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/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81FD7-61F2-4E0B-B793-0C08CCE8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8485867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6C2D73-25D7-4FB9-A7B3-0D2E9DAF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CC9F3-DD4D-41C1-95D1-038D4EB0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0D42A-107B-4D68-944A-149A6593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2ED75-E281-494B-A130-AA2CD1FF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E51CF-2221-4C9C-8EC3-4671A905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8F17C-70F8-419F-870F-A21BE9BD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15A3F-0D6E-4F2B-B762-107D2D60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A24F2-B7AA-4A91-A230-52E7CD9B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B583B-6080-4A46-AC15-BEBE03A7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17818-D747-4181-966F-7D78E2F7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31BA-CB12-4B8A-ACAB-38724F18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73DFB-DC02-4ADD-9840-0E053AC1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D7487-B468-4D53-B716-1EA1D01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Optimistic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A5E7B8-5CE0-4462-AEBE-12C9B60F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A23276-3AA6-496E-B972-5D3BECA9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12061D-1EC3-42BD-B710-2DD0BD50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7C3D3-C7FD-43E0-8675-8D21F0DB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 / 84 payers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03841-DAC6-472E-981E-54E887C2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A2295-5B4E-4BBD-B2F4-93BC75F4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 / 1,650 payers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05D107-DB5A-479C-820A-C0036A50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CF8C3-70A4-4413-A890-356C380E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 / 8,370 payers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204F72-1AA7-4B28-B2E2-15F3FB38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06E45-C9AE-4000-B51B-24FE5E5C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revenue / month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9DBE1-CFB7-44C8-8EBF-C3F134B1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E03B7B-3365-400C-9AC4-76FC41A6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30292A-C0E8-477B-90CB-41991E59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FA04B3-6905-4932-B23A-159EB118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$13.1k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A8D56-8383-4825-8095-5FA539B3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99138B-605A-4AE3-A5BA-99679147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$97.0k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31A40A-CA88-4D42-9308-6BC07C84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FABBAC-94DF-40C6-AB73-C540856B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gross margin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3173A4-5737-40CE-990D-3029F263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D01994-87CA-4BD3-A215-5F4CC9CE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29.2%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1F8C94-1BD6-4145-A323-33376EC3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42F897-5B32-45D7-84F4-9D1F84EB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68.8%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F18C93-979E-4B5C-9430-E69A2E9D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DFB03F-4CB2-4409-BCED-6DAF3F36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70.6%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1B30F6-6CFC-47E4-8089-476F776D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8F1A2B-5EAD-452F-848D-33FA6E3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Payback period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1B0308-6C5A-4FF9-9A59-8B421A3C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15F3AE-5D58-4D6D-A8BC-0176E38A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23.2 months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9DE644-9849-43D2-BABD-C995526E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C4DB9A-8C13-4D36-9365-F8CF0502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5.5 months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F4CE1E-4596-4510-A7D7-2B18D964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BF8780-A414-459C-AFB3-FE882BE5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4.8 months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16BBB0-82A9-47AE-8BC5-FB32C54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89CB98-3CA4-4AAB-BFCB-44E7F365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CD6399-5BD6-4EE3-804F-BC2BD6D9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31FFB8-22A4-41FE-85DE-3B739581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does not pass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5E931C-244F-46E5-B5EC-A4D0C501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E1854A-F867-4E25-AE86-BA9F3357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video gated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185CBD-50CC-4BCC-8441-86D4CA8F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94B452-D3C5-4FCE-80E5-A05B039A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but needs retention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46C911-0B64-48EF-965B-C1B3AB75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Main financial conclusion: AURA must feel premium outside, but keep the daily loop cheap inside.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1930AB-4D05-4D91-834C-AE38B47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1BB5D0E-057C-4766-907C-0878174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33582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DEBCEE-A4EA-41C7-B153-9E4C772F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9FF36-0C44-415D-BA68-726E3510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1F379-C207-410B-8A40-9F72A9B1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E6767-F507-4583-9B87-070690D6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9DB62-C0F9-4893-8D96-141879CD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Generation Cost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15DE0-4ADD-4805-BF60-FD56018F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63C7B8-B291-4E0F-A382-CA186E09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1E594-0633-4CF7-9B3A-7E90ACD2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5649A-E0C6-4F09-BDA9-4FF4DFD3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27A12-6F2F-4D53-9FB9-FF3EC298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A7715-AD84-490C-9CA5-89279848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AD6CD-0249-4179-B28D-5613533B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CEA7E0-19F1-40D2-9AF1-C5B1AA61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FFDA5-BE4E-4503-9D09-B573B9A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086D4-7900-4BC5-B026-2896D2FC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F8B4A0-2717-4549-82C7-62392153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EE24C-E6AB-4CBC-8D71-CD53BD07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C7262A-55BD-4163-A934-D6C1976A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5681CC-320B-4F83-B723-CA4D671F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BCF4C-D0D3-4A34-A40D-2C9D0615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7AF5A2-18DA-4573-9FE9-32214539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is cheap if prompts are structured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1CD41F-5726-44EF-B92A-B601AE4D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CF22D-DAA5-41C4-BBA3-236918D0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E103F5-6D15-4E35-9215-B77FE11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B1CC92-D5B2-449A-84E6-B21E1C57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77BECA-8374-4694-AC33-51F23B82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FE93F8-42D6-4364-BB34-1ED5CC0C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AF6542-64D4-4ED8-8D12-92ED299A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34B790-860A-44D0-9348-01F0C339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can be included, but not generated infinitely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708388-A968-497C-8EB0-51401FCA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5CB93C-E27D-4E6C-9D75-8A3ADE52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4AE995-7A55-4069-8BBB-3F2D97A6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0AC7C0-59F4-421E-961E-BC595522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92ECFB-D6CB-4CF5-BF4A-D9C714A1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DB8152-891A-48C9-BD30-DF29F9AF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9F3955-A71B-4504-A942-1472B9EF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6288F5-F3EF-4BB9-8B49-EFBBCB33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≈ $4.00; cannot be free daily content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DEB1BD-6940-43F1-837D-1FAFD9C9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0E73B7-AC77-47C6-8A84-27C833C9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A54B32-4676-4BD4-95F2-7CB3B125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79C577-F81D-4FBD-B78E-257C3370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FD8C9B-CE04-426E-947E-E71C1A5A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0831C7A-5BF5-4A14-BE99-E85F9B8E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58B1B8-17F9-4493-8666-16BFA6D9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27EBC1-4C7D-4722-91AD-ED996E00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≈ $0.40; viable for tests, still needs retries budget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B8CF7C-67DB-445B-8370-EA922A9D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6F23C3-C807-4950-BF9B-317AAA65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F31F10-3F4B-4E23-9EDA-ECED84D9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987B85-4A9F-4A84-91E4-799BD0EA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D9C83F-E6D9-4E1D-88C5-E511B4C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058116A-87F1-425B-B5FD-95B0C5F6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15E16C-F33E-41EF-987A-4C76CCA3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E372F3-0718-4AA3-AE20-98A3C156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≈ $1.92; better as paid token / milestone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2C972A3-50D0-4581-9708-C01EA4AF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D68EEF9-0229-4BFB-8117-F1648840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142992E-A1BD-442B-87DE-8B19E05E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E6D6C7E-225B-4EB2-9D40-7865DB50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3CC93B5-049D-41A9-AD09-384FD981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C1EDF5-7DB6-4939-B298-790B2A7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34ECCF6-1CDF-4DA1-948C-A19904C2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2E5EA5-3964-4A62-8AFC-9C7E1986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≈ $1.50-2.00; not a default daily loop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2AB5CC4-9AB9-47A5-9D4D-159FBEC8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22FE1E2-C5C5-4F82-9552-382B945C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323E31C-9308-40ED-9A71-DCC071CA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A4552AE-B0D9-4231-BA83-6C344AD8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17995AC-98AA-4962-9F77-4D1168A8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9775E95-5D1D-4617-B18A-8CCB6BF3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5DA38B1-DD6C-430E-AA78-172B5970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C4A4EDD-19A9-41A5-AF33-04D0386C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≈$0.90/min plan math, but limits/watermark/credits matter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DC4293-B331-4791-9E66-65C68A4B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All prices are public API/pricing-page signals as of June 2026; exact billing must be rechecked before procurement.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BF60E3D-4308-41D4-AF61-80DF9958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OpenAI, Google Vertex AI, Runway, Replicate, HeyGen, D-ID, Luma public pricing pages.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6C686DF-B8A9-408E-8B32-310CE680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2126977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058D62-3F73-422D-BF9B-D671683D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ED876-3F37-4F44-8FED-057091F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DC237-1E78-435D-A0FC-5097F23F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E1B05-0AA2-4A80-B691-91D8EB22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01DDF-0DAA-4954-A040-5F0647E0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Cost Per User / Month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112D1-7FEE-4FA6-B281-514B2097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4C580-D56F-4BED-A78E-94356022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2BBD0-9741-4883-BD4B-D80E8377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9D372-41B6-4192-86EB-565363AB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104F7-4537-40B1-91E6-37D6E82E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2AE45-E82B-4FAA-A4A0-1BB75D02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E48164-293C-4835-A630-DB4CCBE3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EB8FD0-FF6C-461B-8EB3-A6D2D674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meaning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63A2B4-1E86-4E0E-A3F4-2F7DD4D9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C423F-CD55-4BC7-AD29-70C15C27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FBD3A5-D03D-4F27-B27F-3D7A80E5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2D80BB-AF39-42EB-9DFB-E0A7A1F9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1D4E62-8572-489B-B462-96ED3A68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E24EB7-CD03-49D1-A3E0-F2F98C2C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$0.10-0.20 / MAU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584FE4-0C03-40DB-BEFD-E4364C21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5748C3-EA38-4CC1-AB34-BACC3B6B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if onboarding is capped and no free video exists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6FC8D2-6626-4CC0-BCA7-E1549DBF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0C69DA-C500-47C3-A4D3-9DEC8791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ACB315-B85A-406A-9A74-58BF5E4C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CE654D-E58D-4C9A-A57F-E8024A59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7CD75-8659-459B-A146-05F1772D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78640D-E5CF-4BAA-8772-F9CC58D0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$0.25-0.45 / MAU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44577-23A7-4D9E-A974-723E77E3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A80EDF-BE5A-4929-99B3-C5BCEB69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still acceptable as acquisition cost if retention is visible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856E2F-A4AC-45BE-85EE-FCB65E40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180441-C5D7-4056-94CB-DE67EC6F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33A225-0518-46C9-9C2B-BE91D66E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DA7000-FFB6-498E-984E-45597923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 text loops + 4 images + recaps + storage/support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03AAD1-17A3-4A57-ABDE-EC9C9FA1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F98722-EF28-480E-B92A-DFFA6B4F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$0.70-1.40 / payer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92E0B4-AE52-424D-AE1C-C2EBE30C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AF72D0-1A2C-408D-9F54-F843B02D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$9.99-14.99 subscription can hold strong margin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EE1E08-242B-4F1C-B6B0-226674CD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7B9698-B68B-4AE7-8C6E-974BFD16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+ 1 Veo clip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492B4B-7059-413E-AEC5-07C9C6B3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64E7D9-107A-44D3-B1AA-83E42E9B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one 8 sec Veo 2 clip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AC06C2-3815-43CA-AD03-848BC208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18AA32-25FC-4C27-93FD-DE8D689A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+$4.00 before retries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14668F-82E3-47B0-8427-BF042FB2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D9C2D2-9B86-4999-BBC9-DB029EAE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margin collapses unless clip is paid separately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341017-C438-445E-97B8-BFC3A12A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1C5F46C-4A73-4F0F-9CA3-0EF93ACF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+ 4 Veo clips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B069F9-BBBE-439E-8242-1B772DC7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9A53A7-AF59-4A2F-B6C5-6C4CF3AC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weekly 8 sec Veo clip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CF8E88-58EE-4677-912E-4D929719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4E007A-947C-453F-A2C8-65958B0F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400111-CF18-46B8-9D84-E6542C32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1CD67C-FFAF-4171-99E2-8DECD433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negative economics on $9.99/mo subscription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EF7FD1-14B9-4E6D-9B90-DD10E50F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83B210D-FFA2-4FA6-9247-361CB5FC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E901D3-BF49-476B-B138-C99E4FAF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982EFF-2B10-402D-B259-91158A97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one paid 8 sec video moment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1D28E2-311D-4D2A-9F76-507A71D8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76E9F8-26A2-40F1-8C00-5C0F8860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≈$0.40 / Replicate ≈$1.92 / Veo ≈$4.00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791AFB-7003-464D-A80E-E8A05E70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5C3C57-384D-413C-809E-390716AC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model: $2.99 low-cost, $6.99-9.99 premium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321BE2E-379E-4A16-95B1-A8D43A6D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DF2D0DE-5048-48F8-988B-261933A1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Formula: user COGS = LLM tokens + image count × image cost + video seconds × model/sec + storage + support + failed-generation buffer.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AC8218D-A686-42F1-8DD7-1EEFD1EE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Главное решение: AURA продает “живой визуальный момент”, но базовая подписка должна оставаться image-first.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2F6B4F9-1969-4163-AA0D-2D91E572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4827841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446F11-9475-4978-B72B-DC54B204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3AA66-7481-4E7C-83BB-3D0621CF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2D1F0-67BB-41B0-ADA0-14C320DA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C1C44-645F-45B4-9C31-CA7BFA05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C6AFF-D05A-4EAD-B2EF-F8306168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Video Cost Stress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6A75F-3A70-4ED2-A299-2B6C66E0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225E7-6936-43FC-BC87-70C993F1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BA7EED-2F9A-4A57-8ED0-F772220D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DD328-640E-4F91-9163-5BFCE8FF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93EBE-1C90-42AD-BB74-74018375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626440-B882-4944-8BCE-A2DB979A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DD7C0-EC7F-4C81-8062-F5DFC51D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959F7-F50F-484F-9094-70DABF68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62F2F9-F159-4EA8-A9DC-B9EA65B0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175EA1-952F-404E-AED6-524ABC34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FCAEF-5BB9-4239-9F5E-7C9A1887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B1DE34-3AF0-4029-861E-0235427A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Veo clip / month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3BCC20-F000-4959-8BAB-435444CE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DABC82-0395-4A8A-B5C7-8086BDEB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A9F2B7-14D0-408C-B4D8-DF70C6DC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42940D-617C-47EA-8FAF-D42A8D3B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E62DA9-343E-428B-9711-3FE93CA6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12664D-E752-40E5-B2D3-029E61A4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$40,000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0DFAE-CC41-453B-9E87-1238E496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0C9E88-407B-42AD-9F3A-213F024F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too expensive before strong paid conversion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14584D-3053-4B49-997E-E1CE7EF9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4A337-98DC-4BF0-94E3-1FB15F1C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free 8s Veo clips / month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1C3A9D-9436-418A-8404-15F8909B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6AC154-8F1E-4A01-85AE-F05A0388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618062-50A7-4095-BE5A-01A22224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03BF2D-1706-43CB-B235-63B6E346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1E99D9-1B2D-45AC-B163-73EE0521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7D5D28-9D7E-4C90-AD21-27E98DA8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674C02-BD18-4B9E-AEF2-90381C2A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995B8F-AA10-4663-B8FC-4ED57BB9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kills consumer subscription margin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550E0-9EA4-4D84-BF37-1C8C2BB4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14F4D5-66B9-4720-AD0B-871C760A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Runway clip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8D842E-0067-4478-BCF4-034AEFE8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8AE065-D9D8-4530-874A-A36061E2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3C05C3-23D9-47D4-9713-58DFB5F3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A6A734-03C7-4D03-A49E-AE9D5D12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797CA8-9BC0-4E76-A795-5DFB29E1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7AA7B5-3D09-4613-9ECD-7D7ADB43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84AF3E-EFAD-4634-BEC4-62F7C1E0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F6FF0B-A970-4191-AB8B-10FB10F1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work as low-price token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7B05B3-2653-491B-B6B4-E264B763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B662C0-C4C1-4C90-B87E-0067CAA2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Replicate/Wan clip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8E2FA5-43D2-4454-9A6D-952C63FB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3C819A-FC3D-4C0C-8AA7-B12E1700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014530-0EE5-4E50-BFFF-4683DCE9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34325D-1FB1-4382-8963-A56DF445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BEA9050-E095-42C8-AAEF-63E29377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D168273-1E87-4FB2-89EE-2EFFDC76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C77214-DFFD-4AD9-ADDB-B739B03E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60036C-F327-4C2C-B47B-67FD30AE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needs $4.99-9.99 token or bundle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9AED59C-19DB-47EB-A7D5-62013B28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5B9FD4F-7F74-4A0C-95AC-1462712F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23B36F1-995E-4C8C-888E-F8D80616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D55F7E7-53C1-4218-9F95-D4407AE9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$150-200 COGS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BE153F1-82E5-41DB-B778-2469164D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EF7CB8F-BC46-401F-B9EE-4757A871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$1,500-2,000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41279B4-F1BA-41BD-8A30-AD415403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FA5900-59F9-4DE7-84E2-20F78064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$15,000-20,000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B01093A-A1F5-4F23-B53E-67E2E106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843BDA9-CD67-4673-A1FC-666E08DF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for premium forecast / assistant moment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B96D7A3-CABB-42F1-AF9F-B3AC3AB5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9C87FC3-17E1-4732-9B8C-CFCD0B60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ED99432-718C-42C5-933C-7DC1BC71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FA3741-8141-4D98-8AC2-1823A294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$4-17 COGS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ADCCC95-631C-4245-BF72-53503E56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BA44AC6-88DC-4461-A84D-1D06B1C3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$40-170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15B2E3A-9C91-4FA9-A215-92FA93DB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E489926-E8EB-4BCC-AAAE-2443B9C1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$400-1,700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7A3E98B-E02C-43D0-83E3-0D590FDF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04C67B-8C98-4DF4-9D61-CA1ADA8F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default visual layer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0831C89-AEA7-423C-89A6-42833E14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missing math: video is not “a feature”; it is a pricing boundary.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90FBE43-8D78-46D5-A4E0-E0E4C215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5661078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793E56-C0FF-4CFE-8638-A485EC68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3F10E-94D1-48F3-8D4E-EA19BDB5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B1FEC-90DF-42E0-A760-06B0BF3A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540F0-723B-4630-8685-4269D705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66723-91B4-45CD-BCCB-817D1850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 Revenue Proxies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ADEAB-8527-481F-9969-881FB2B3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1CAD7E-40B4-4828-8AC4-81748283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DF404-1E96-4B09-A0C5-CA1FD68D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2FB73-0547-4EBB-9BC9-11380A68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1AF0B-E572-4315-A56B-6D38D5C1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CE9C5-C113-4529-B101-41A01F45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revenue / scale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EF4E27-43F5-497F-BA05-3F27BD04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FDFEC-D40C-4032-8FF1-B80CEFDF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AURA learns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8BFFF-7E8F-46BA-8707-433D309C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79B7C-A153-4EFB-A013-4C4D8D99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E638C-ADC6-4CDC-87E9-F435F9BE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B52B0-EE77-4720-9D56-FEEE5061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sleep / meditation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CDC0D-2FB8-4468-8DCD-027D61C7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2D7678-4E23-4F08-8F90-0F97D33E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 revenue proxy; 4M+ paying subscribers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85B450-E4E5-436D-9305-9FA6E9D0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AAB51B-4E62-4BAD-8876-AB66D6B7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routine + trust + annual plan can become massive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02CDBC-E9D7-456B-9FF9-F2A690AB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DA11F2-453E-4624-AEE7-2FA78E01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D5CAD8-FEC5-455C-ACF4-561D8189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E7A5C3-6B9B-4F30-8321-D0B65D39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meditation / mental health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CC05F-150D-456C-BB74-D82977AB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12180-F8B8-45FD-9F87-6E87872A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~$39-40M/year app-store revenue proxy; ~1.7M MAU signal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142DAF-3C19-4118-B4A8-9F1E134A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53A881-D1D2-43A4-9DA3-F0CD06B5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content library still works, but growth can mature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C556FD-DE46-4823-88CB-CC8EEF2F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C1223A-C6AF-4FD2-9097-43C2514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F92C5A-717F-4678-BED8-D3791430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7FEB11-079D-4B39-BF62-A18024B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DA5EBF-92FA-4EE2-B945-4AC2E168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98F1B6-B7C4-47E5-B384-FD6C3CBC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$1.5-2.0M/month estimates; Plus around $9.99/mo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8DDA1C-5979-4F43-8C61-FB78990E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670F73-8E98-4777-B666-47F71056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soft companion + daily loop monetizes without hard productivity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B0777E-2696-4165-9CA7-C5094691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EDB86D-ED00-4EC6-8FFA-6B8670A7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914AA7-DCD0-4271-8C28-62079EAF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AFABB8-825D-4CD6-8250-C66FDE3B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8DBDD4-DBE6-453C-AA16-A53DFCB6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8E8914-F683-4904-8A8B-2239ED01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$2.36M/month Android estimate; paid voice/avatar/memory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6B70B8-56C4-441D-AB5C-2B3107EC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716AA0-AE5D-4221-8018-4EA2C855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emotional bond can monetize, but trust/safety is core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242429-D701-4FC8-8541-0C36D287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026D47-A932-49E8-8044-589159D5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C98560-4292-4C38-9A0B-B05A1AA8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CC13B3D-C214-498E-AFBA-7BFAED1A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/ roleplay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34FE62A-CE0B-4B91-9557-7CFA6A57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B5882E0-93F9-4013-90BA-D2E1DBAF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$30-32M ARR proxy; c.ai+ $9.99/mo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15E20F-132A-41F9-A026-6F460DFE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6AE301-B943-4551-B23F-3FD2480C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engagement is huge, but inference cost and safety can dominate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D18F34-643A-4FAF-BD71-54C18ABD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4DBE2F-1860-45DC-BBB8-7DAE17B4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372F42-54F1-47B2-8157-1DDD4E2F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CF178F-A8E1-45EF-BB52-C2EF3D6C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guidance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318F3F-0BC9-4B69-8EA1-66375EEB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F5268B-4B42-425E-A3AA-BD841FBB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$718K/month iOS estimate; ~$9.99/mo + weekly IAPs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705435-5E80-47D7-A96B-BE2063C1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4B4734C-5640-44D7-9955-65A0349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monetizes, but generic/trust risk is high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CD231C2-42E7-4BFC-9BA2-C59701C3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150E377-0E21-4D69-9186-783A57FE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7ECB96-8B1F-4210-8CAF-976F35D7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419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968A09B-5BF4-4A67-A82C-0A7ED144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86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/ wellness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0A4147E-A07C-4773-B5EB-6EAF79E0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419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BAE76DD-F539-4FAB-B28A-B275D72A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486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$674K-$832K/month estimates; ~$13/mo signal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90CE6C6-18A7-48E2-AFFA-D8F0D5B0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8338EAE-090F-4221-ABB8-B51BAE6D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486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spiritual wellness works when voice/content is trusted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3550FD-D569-4095-8ECA-51A35835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76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DBD88EE-5878-4413-9AF0-7E1D0783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43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8B207D8-59F7-4E92-90C3-148EB216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876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994B158-5B7D-404F-834E-EE5BBB43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43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/ relationships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9E6BCD0-8151-4270-BAB9-E1B66E20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876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9C77AAF-38C7-42EC-ADE8-012DE86A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943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$400K/month estimate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44441E7-C55F-481A-8061-8C337798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76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51FD9B-F87E-41A1-8B8B-1E83EA54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43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can pay if product feels personal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46C1EF-3EF5-4E77-8E35-8EDC433A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34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B878BD-B657-4EFB-9543-AC17A37A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00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AFA57D4-307E-4678-83B3-67DCB489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334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7405BBA-AE67-439C-AF9B-E46FC5CC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400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/ social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7FF02ED-A859-4BB8-8449-7F2D29B1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334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B7ADE92-745C-4CB9-8A20-5E61AE5E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5400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$300K-$500K/month estimates; 20M+ historical downloads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2D5097D-C494-40F1-AAB5-0F48399D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34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132EDB4-F465-4E17-9A9A-EE6783EC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400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viral language helps, but monetization must feel useful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B6BDBA8-32B2-42D5-A6F6-55601C7D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are public estimates from Sacra, Rev.now, SensorTower/Appark-style pages, Adapty and press references; not audited internal financials.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7BF93D8-EF80-40FB-8076-FBF18498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8460776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336181-9B01-4236-908C-BFE4D695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B8C-A462-4986-AB4C-1E8F4E2D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47906-1541-4D53-A9BC-0F134668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4494A-49BD-4AAA-8030-477903FB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E4C20-60C5-44FD-9F99-5C1DEF31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 Monetization Math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0FA41-461F-4A0F-941E-61F15D01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97FF5-3CD2-4CED-A17B-27BCC803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CD8AF-7FAC-4992-ABAF-E1ED90FE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9EB34-871E-4A32-A9AF-1B2F32A1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89663-99B4-4F96-ABEF-43133721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3FFE2-40DC-4900-8F1F-9D5AF3CE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AB4E98-F8D3-41B6-AAF0-7428D7F8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213F5-CB55-4B36-8A03-FD02F0B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gross margin logic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7172A-5F87-45BA-AB69-C8A46EC5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3C526-B76F-47AE-84A8-C69017D8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59993-32A0-47DD-AB6A-5ADF9062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E1C785-335B-4A7B-811C-3917012C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6D1C6-0EA4-4047-870D-1FDC2900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4CE6F-BFDA-461A-81D4-0F925F7B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forecast + Day 1 loop + 1 medium 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1CB30-169B-4B5D-878A-9E82A566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5AAA4-4BAE-43E4-ABCF-C1364108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&lt;$0.20; goal is activation, not generosity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CE590-E99E-459E-825D-12EE9D6E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288A30-88B9-42DD-9277-622C3F00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monthly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B5B7E2-F22B-4F4F-8CF3-A1E6D157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6F100C-5A56-49FE-B5F4-4AFB36AC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F94BA2-F8B7-4A55-98CF-7265B55E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0A3669-A5D9-4E53-8BBD-62AA05F1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loop, memory, weekly recap, 2-4 images/mo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D7E597-28E5-423B-A3C8-A1349B82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97E5A8-AD0A-4A8D-90DF-3946D57B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app fee ≈$8.49; COGS target &lt;$1.40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7244DD-83AB-4A17-9D5C-E060FB02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C8981F-3655-44E4-94B9-4256C17F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7CDFEF-6999-4250-94EB-B37B8B82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723B2-4474-490E-B816-4858A989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$69-89/year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1EC915-EC5E-40EE-A9C6-A9DD7564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9455D5-1BE5-4837-946B-BC70B9AE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core loop + annual season framing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175813-9048-40D0-A844-B7B0ED72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33756F-14AB-4E6F-A5DD-573D1605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improves cashflow and reduces churn pressure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2CA3E-A07B-4C77-8CBD-0DED369F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0222D3-43F9-4E3E-872F-4735ED93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 low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9AF27C-95FA-4BF1-90F3-ECB944D6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953978-B209-489B-9AE6-4B2C6124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$2.99-4.99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650E14-B0FE-4BED-A627-B0A1C763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47F25D-2DB8-4493-9D3F-D82108A2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Runway/Luma-class 5-8 sec visual moment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06B452-052F-4D4A-85B2-968B7EE1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3F40CF8-0FE4-4D85-93DD-59B86A3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COGS &lt;$1 and retries are limited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8CEB9F-28FC-4593-B20E-5E4E4687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1A9D21-EC48-4739-B47F-74D6DB01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 premium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7F75D4-9543-42DF-A24E-8D6EDE39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09744B-AC3D-42EC-AD66-37EF8B61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$6.99-9.99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2A0DAD-3F8A-4300-B8C3-326C7572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F46FA3-2FD4-4DB5-8919-F9EB94D5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avatar/video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4063BF-72A4-4ACD-9158-CB207D60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A7FE3E-24AB-4C65-850E-630F51C2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needed for $2-4+ COGS clips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64B7D2-E1FB-4494-9B54-B2674623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636102E-E42B-4F26-A625-4D2ABDD7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857761-D0EF-4FFB-B285-75712F6E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AD8BC1-D6C1-4972-8B2C-B4011B2D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$14.99-29.99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FF526A-3534-4571-8C02-98E8E5EE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269E069-C75B-4811-92BF-83B05240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54D6DE-B31E-4D34-8AF0-E8F48401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CD1AAF-CF28-4811-8304-389E7DAE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uses content leverage, not only compute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AB3D974-13F6-4AAC-B4BE-829D3F3C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612FBF0-9FC0-471F-AD7D-C99B67B7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not sell “unlimited AI”. It should sell a season, memory, causality and rare premium visual events.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84F1B90-75C6-4755-A087-807AD4A0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9364758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1F7452-BC61-4AA1-BE6C-4AF48DA1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03588-1370-4749-A4F0-6F4259E8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24844-0027-459B-876C-A2056F35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ED225-3E8B-4E5E-9E90-1F772426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98F96-2F03-4609-AD5E-1D23E92C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43470-ADB5-4DDB-B730-4F19B2F0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First 100 are not bought by ads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25557-1AB9-4A43-8992-3B0FD4E2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теплые пользователи, interviews, ручные weekly forecasts и concierge cohort — задача не installs, а понимание петли.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CC24B-0A7F-4200-BAA0-FE691FA2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8C9D6-E794-4931-AC0B-E5818664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in astrology/self-growth/visual AI проходят “7-дневный сезон” и показывают не рекламу, а опыт.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E2B16-0E58-4BF7-81B4-F00B5560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TikTok / Reels / Shorts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83A87-3351-4574-BE66-FDD01B1D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и paid-intent CTA.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ABFCD-E4EC-47BB-BF8F-8769EED2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5F1AE-8B54-47F5-9487-EFD88C72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и trailer недели как viral layer после value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EF40E-24CD-4BDD-ABDA-C6DDF950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0874281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9123EE-8EF9-44B8-B475-2D3F10CE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2FA04-A2F2-452B-A465-41FB0DB8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913E0-FD12-4F42-96BC-AEBAD01C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BD7D4-764E-4B98-87BC-D45263B9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E8315-8B20-40DE-9EEB-1C45E65A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 (Post-MVP)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8AB767-9484-47B5-9CE2-CE3F9CE5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33375" y="4762500"/>
            <a:ext cx="12192000" cy="476250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47625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BBD10-C1B4-416F-B788-94E37706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46187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3208F-61B4-41DD-AAA9-A7DBD013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6212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+ avatars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E18E6-5BD4-4A8D-A670-79F94CF7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78702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F8E78-3164-4CA4-8758-9F7FE1FB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278727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 + assistant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2A44A7-D677-4BA7-A8A1-5E3E4863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62389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460BD-FE9F-4FDD-A76E-230DA486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62414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sales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season / Plus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252526-856E-4D89-8AF4-C2A756C5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462389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C2CF6-7482-4AAB-8FE2-31A9E948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662414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Optimization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paywall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10A326-E021-4A8B-AB22-73C21744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78702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5DD1EF-55AB-4130-96FA-E63C474F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78727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Scaling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AI 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D0AF8-C856-41E7-ACAF-1C216C9F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146187"/>
            <a:ext cx="1619250" cy="809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2354BD-D932-4B25-A4EC-02F6003F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4176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visual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3C1218-50D4-4DDC-A1DC-FC09F43C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0705221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828C0-F041-4F9C-ADD8-D467062F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0A9420-F703-4273-B535-1B1C1095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3BF71-FB05-4FA1-BB8D-00A3DEF7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FF88E-4399-472D-B35A-25902FEA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210E1-DA14-4D57-8841-9CEE9F3B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Background &amp; Evolution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0AA54-A5F5-44D9-A780-7050D993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7673A2-6F91-4CB3-8775-4E4F76B2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0: пользователь ищет прогноз, смысл, образ себя или мягкую опору на неделю.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31D3F-450C-4C81-95C7-AA6D7E99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7F881-80E3-486D-BCD4-E9F7D1EB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1: вводит дату рождения/контекст, выбирает помощника, получает прогноз недели и первый episode.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F2DCE4-8CD9-4703-92E7-1035C9CC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9411C-9A37-421F-890D-4F7B94A9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2-7: помощник продолжает season, avatar/Canvas меняется после действий, неделя заканчивается recap или video moment.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A6747-5BE0-455C-8B9C-1E307F2B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955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Evolution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67AE1D-D10B-4376-813B-6E9882C0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3E5E0F-B2AE-4AF5-A7DF-FA5BE7BF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CA86F-DF97-4825-8B23-3864C2AF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861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69EA1-9ED0-4AEC-8400-01094886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051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6427BE-83A3-4D3A-8078-C0A85DE1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ED4094-B395-4B70-AAA5-80AAF60A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242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1E590-E3EC-415B-A11F-65957BC4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CD0DFF-442B-4B11-AB71-24429FA2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action/reset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FEDB47-8A15-4E80-9E26-AA071070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E3BC81-F775-41B6-96AE-4F6C0DAB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shift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E91B48-DAA7-4FD9-8799-4C3BC688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62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CEF556-38A3-4B9E-9389-ED1AFEEA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815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recap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396B3-E8BD-470F-AABF-4AD03020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3483688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6AC8B9-0060-4D14-B6F3-0BD8EB72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31F8E-C53A-4F2C-B23D-F6C74943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D2180-C3E4-4AFD-8DBA-65E86B7F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A601D-98FA-4598-9086-6B185869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3F7F91-0A0D-46A7-82B4-CAA1DB12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Avatar &amp; Video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1FBA0-2630-435B-A8CB-64A531A3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224FC-8D82-47CC-A85F-C5CA23E2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2588D-2ECF-4D7D-BEFC-3D1BCAFE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DAE78-B241-4ECE-9754-2E6F4B87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18A6F-7B66-4F93-9DDB-63CD8FC1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03E52-E459-493A-8978-E2C90ECE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logic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0CC47D-CACF-4F91-B669-233B4ED1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0412D-A248-4994-A4E4-1AE07967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assistant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E6C08-0A1D-4D35-A5CF-4CFE80A8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/ voice dialog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D0871-2C48-4168-8BBE-05E03395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D59B1-793F-4214-A1BF-11AF49A9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/ Canvas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209A4-D825-43CC-8E64-584A2C7B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evolution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95A8F2-73C6-4400-96B5-F8561D1D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F0E9E-253B-42F2-A84B-7E3B2BD0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3713CA-372E-4071-B656-9D3CDD4F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 / video model as paid wow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8BD021-DE29-455D-8D86-96ED567C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is a wow layer, not the core loop: official Vertex AI Veo 2 pricing is around $0.50/sec, so video should be gated.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E268C6-5CF0-4557-96CB-0C62F40A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4765D8-CC88-4712-862A-D283D834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2814702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532C09-784C-4D1E-BC0A-DCBC4261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538D7-4F92-4067-B9B3-CBEA01E9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D3599-F5F6-4D22-9705-B37106C3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6D9B1-E7E3-4C62-832D-5E49AA30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B924E-04D8-4137-8AB4-4275BE64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CB217-173E-4ABC-BE94-7354ECC3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F5A41-5A59-4971-B9A7-3218254A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53B71-319B-409A-8D5A-F3959637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FEA2C-7E28-4514-B413-75FE9DD7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1FB846-785F-4E85-A380-31043922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92EEE-CE86-4D21-B4B0-32BC3F1A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life-series and action, not fate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8E0284-E454-4A1D-A58D-21E8B39F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1DC1C-83FF-4D4D-A9BF-4F7D5B31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F029D-9530-4302-A264-87616040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26DB6C-E1BC-4F27-8144-93A612B8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5F191-FD31-42C1-9C99-DF553049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97B352-93A5-4E63-897E-1736962A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41C060-0100-442F-B916-CA1B34AB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C07141-785C-4851-A433-E1985D2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9F6E9D-79B7-4276-92C9-3C4F77A9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FAB93B-F782-4FD4-94CC-196CA321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A31A62-C850-4DD6-AB6F-6605DF8A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340E1A-E902-4D7C-A9D2-F398266F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8374F-7106-4B07-A72F-91565EAD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A7D063-5613-45FC-B49D-9B5B0237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33FD51-152A-4627-A434-6150BB85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C416C6-98D1-4146-A577-31BD3132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5291BE-F9E0-469B-BDFE-9EA1162B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107763-81F3-48F2-A6DE-F8D23478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 + feedback loop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700594-D831-42AF-AC7D-89B5F259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C6D61B-6538-4795-82AB-9260982B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6BFF62-42C0-45D8-95FF-63FF7874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34D2F6-CC7B-4810-85E0-BDD47AD9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6B687A-9D7A-4F02-9F8B-BFE5A1E1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8BBDA4-204C-4631-BF32-EB2F7AD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AB13F0-8AA6-414F-948E-5CE4F228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6546766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1440D6-C751-4571-8382-C08218DD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40E0D-53A1-455C-97BA-CBD88EF3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C5EB4-4577-4705-AC15-3EA52526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5523B-083F-4821-905C-4013FF3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B49B49-FA4F-4548-AAB4-C4C23772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F628D-0CB0-47DB-9E5B-E26F5E67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E145BE-3D10-44C0-9232-CF66B01A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C7AE3-F90F-4BAC-8624-1A1C7A3C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manual competitor 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F4F93-8C66-4102-AD39-72A8962D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189941-7FD2-4590-906F-5934346B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8D0D-5F54-4CEC-B7CA-03943AC2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Life Canvas styles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20FD67-05BD-4B48-953B-B398F0D6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D9196-1F7F-4EE2-BBDF-26E199E9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661F2-5997-4708-9210-7DA3FC75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$7.99/$9.99/$14.99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A4CD5-5342-43F9-AA4C-8DD37660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ED49E-3B13-489E-93CF-D8B54578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72779E-E9E6-48B1-800E-765C4C1C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concierge users through 3-7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12F7F0-7B6B-4360-9CF2-F64FA236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5C785-6391-4864-994F-CC80B5E0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avatar change  /  D1 &gt;20%  /  paid intent &gt;5%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BFB922-AC21-46B6-9DD6-1383A4CF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57463464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A10C92-B6DB-4720-9E1C-38886072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B7E26-3723-465B-AE61-C75DBF2B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FBC81-AB66-4370-86BC-E4B4FD83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DA229-32BC-4E99-8305-B5A2E156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B2798-900B-4081-B8A1-C551EFB0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12118-6741-4746-8F1E-44E74F8D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A8C8D-8C16-4722-983F-0E28DA1E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3-5 avatar/video examples, assemble clickable prototype, and validate the first weekly season with real users.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4D4BF-79B7-423A-A7D4-67CB51A6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0683-2935-45BD-A06C-60413B21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786718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2026-06-03T03:14:33.9290000Z</dcterms:created>
  <dcterms:modified xsi:type="dcterms:W3CDTF">2026-06-03T03:14:33.9290000Z</dcterms:modified>
</coreProperties>
</file>