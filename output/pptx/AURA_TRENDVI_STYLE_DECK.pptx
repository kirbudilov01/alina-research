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5d166ce5c247bd" /><Relationship Type="http://schemas.openxmlformats.org/officeDocument/2006/relationships/extended-properties" Target="/docProps/app.xml" Id="R56c898aeaa864ef4" /><Relationship Type="http://schemas.openxmlformats.org/officeDocument/2006/relationships/officeDocument" Target="/ppt/presentation.xml" Id="Rbb88589065174e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ff61225f1d4d68"/>
  </p:sldMasterIdLst>
  <p:notesMasterIdLst>
    <p:notesMasterId xmlns:r="http://schemas.openxmlformats.org/officeDocument/2006/relationships" r:id="R6a5f46a0c75c40cb"/>
  </p:notesMasterIdLst>
  <p:sldIdLst>
    <p:sldId xmlns:r="http://schemas.openxmlformats.org/officeDocument/2006/relationships" id="256" r:id="R018d89a6da064b6a"/>
    <p:sldId xmlns:r="http://schemas.openxmlformats.org/officeDocument/2006/relationships" id="257" r:id="R764e1af1cd134a4e"/>
    <p:sldId xmlns:r="http://schemas.openxmlformats.org/officeDocument/2006/relationships" id="258" r:id="Rccdab31685944b99"/>
    <p:sldId xmlns:r="http://schemas.openxmlformats.org/officeDocument/2006/relationships" id="259" r:id="R61a2131f889246c3"/>
    <p:sldId xmlns:r="http://schemas.openxmlformats.org/officeDocument/2006/relationships" id="260" r:id="Re59c5a3b639d4b96"/>
    <p:sldId xmlns:r="http://schemas.openxmlformats.org/officeDocument/2006/relationships" id="261" r:id="Rd1bc81387542404b"/>
    <p:sldId xmlns:r="http://schemas.openxmlformats.org/officeDocument/2006/relationships" id="262" r:id="Rdbd65ac99ce14726"/>
    <p:sldId xmlns:r="http://schemas.openxmlformats.org/officeDocument/2006/relationships" id="263" r:id="R463a9875c0374f6c"/>
    <p:sldId xmlns:r="http://schemas.openxmlformats.org/officeDocument/2006/relationships" id="264" r:id="R702fe578530241ba"/>
    <p:sldId xmlns:r="http://schemas.openxmlformats.org/officeDocument/2006/relationships" id="265" r:id="R8017d10709cf4600"/>
    <p:sldId xmlns:r="http://schemas.openxmlformats.org/officeDocument/2006/relationships" id="266" r:id="R9814d893c8ae4cce"/>
    <p:sldId xmlns:r="http://schemas.openxmlformats.org/officeDocument/2006/relationships" id="267" r:id="R3001953c147a42f9"/>
    <p:sldId xmlns:r="http://schemas.openxmlformats.org/officeDocument/2006/relationships" id="268" r:id="R96151a7dbbe941a4"/>
    <p:sldId xmlns:r="http://schemas.openxmlformats.org/officeDocument/2006/relationships" id="269" r:id="Rd838a67294e34e90"/>
    <p:sldId xmlns:r="http://schemas.openxmlformats.org/officeDocument/2006/relationships" id="270" r:id="Rcdf3b20ac3304e48"/>
    <p:sldId xmlns:r="http://schemas.openxmlformats.org/officeDocument/2006/relationships" id="271" r:id="R21dd0ff2697044f1"/>
    <p:sldId xmlns:r="http://schemas.openxmlformats.org/officeDocument/2006/relationships" id="272" r:id="Rea91b1609f594dc7"/>
    <p:sldId xmlns:r="http://schemas.openxmlformats.org/officeDocument/2006/relationships" id="273" r:id="R747c8540bb5541f9"/>
    <p:sldId xmlns:r="http://schemas.openxmlformats.org/officeDocument/2006/relationships" id="274" r:id="R1bfa55f819a2433c"/>
    <p:sldId xmlns:r="http://schemas.openxmlformats.org/officeDocument/2006/relationships" id="275" r:id="R57c3004e875d4411"/>
    <p:sldId xmlns:r="http://schemas.openxmlformats.org/officeDocument/2006/relationships" id="276" r:id="Ra74b37ed870a4c82"/>
    <p:sldId xmlns:r="http://schemas.openxmlformats.org/officeDocument/2006/relationships" id="277" r:id="R41f6ed7e9dc34f3e"/>
    <p:sldId xmlns:r="http://schemas.openxmlformats.org/officeDocument/2006/relationships" id="278" r:id="R4f3ce5e4362a4fc8"/>
    <p:sldId xmlns:r="http://schemas.openxmlformats.org/officeDocument/2006/relationships" id="279" r:id="R0b7e8560deeb4faa"/>
    <p:sldId xmlns:r="http://schemas.openxmlformats.org/officeDocument/2006/relationships" id="280" r:id="Rd4fc39984c384d48"/>
    <p:sldId xmlns:r="http://schemas.openxmlformats.org/officeDocument/2006/relationships" id="281" r:id="Rb8f8a97ba2ed441c"/>
    <p:sldId xmlns:r="http://schemas.openxmlformats.org/officeDocument/2006/relationships" id="282" r:id="R08f64fbf9d854b7d"/>
    <p:sldId xmlns:r="http://schemas.openxmlformats.org/officeDocument/2006/relationships" id="283" r:id="Rd232880b5cd34a6b"/>
    <p:sldId xmlns:r="http://schemas.openxmlformats.org/officeDocument/2006/relationships" id="284" r:id="R19816049a01a4787"/>
    <p:sldId xmlns:r="http://schemas.openxmlformats.org/officeDocument/2006/relationships" id="285" r:id="Rd5699406929b43e8"/>
    <p:sldId xmlns:r="http://schemas.openxmlformats.org/officeDocument/2006/relationships" id="286" r:id="Rd582a513763341f1"/>
    <p:sldId xmlns:r="http://schemas.openxmlformats.org/officeDocument/2006/relationships" id="287" r:id="R5c7bea19f91f40fd"/>
    <p:sldId xmlns:r="http://schemas.openxmlformats.org/officeDocument/2006/relationships" id="288" r:id="Rf2a2789ea66e4ccf"/>
    <p:sldId xmlns:r="http://schemas.openxmlformats.org/officeDocument/2006/relationships" id="289" r:id="Ra811a80be270479e"/>
    <p:sldId xmlns:r="http://schemas.openxmlformats.org/officeDocument/2006/relationships" id="290" r:id="R9503092c40d04490"/>
    <p:sldId xmlns:r="http://schemas.openxmlformats.org/officeDocument/2006/relationships" id="291" r:id="Rd4078e279cb3460d"/>
    <p:sldId xmlns:r="http://schemas.openxmlformats.org/officeDocument/2006/relationships" id="292" r:id="R0445cd26e4f34a5d"/>
    <p:sldId xmlns:r="http://schemas.openxmlformats.org/officeDocument/2006/relationships" id="293" r:id="R097c2c5c5e134f0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ff61225f1d4d68" /><Relationship Type="http://schemas.openxmlformats.org/officeDocument/2006/relationships/theme" Target="/ppt/theme/theme1.xml" Id="Rda4acea7accd4eb6" /><Relationship Type="http://schemas.openxmlformats.org/officeDocument/2006/relationships/notesMaster" Target="/ppt/notesMasters/notesMaster1.xml" Id="R6a5f46a0c75c40cb" /><Relationship Type="http://schemas.openxmlformats.org/officeDocument/2006/relationships/presProps" Target="/ppt/presProps.xml" Id="Ra119e5fafaf6432a" /><Relationship Type="http://schemas.openxmlformats.org/officeDocument/2006/relationships/viewProps" Target="/ppt/viewProps.xml" Id="R52693f45610f42cc" /><Relationship Type="http://schemas.openxmlformats.org/officeDocument/2006/relationships/tableStyles" Target="/ppt/tableStyles.xml" Id="R2bb7d5f15778432d" /><Relationship Type="http://schemas.openxmlformats.org/officeDocument/2006/relationships/slide" Target="/ppt/slides/slide1.xml" Id="R018d89a6da064b6a" /><Relationship Type="http://schemas.openxmlformats.org/officeDocument/2006/relationships/slide" Target="/ppt/slides/slide2.xml" Id="R764e1af1cd134a4e" /><Relationship Type="http://schemas.openxmlformats.org/officeDocument/2006/relationships/slide" Target="/ppt/slides/slide3.xml" Id="Rccdab31685944b99" /><Relationship Type="http://schemas.openxmlformats.org/officeDocument/2006/relationships/slide" Target="/ppt/slides/slide4.xml" Id="R61a2131f889246c3" /><Relationship Type="http://schemas.openxmlformats.org/officeDocument/2006/relationships/slide" Target="/ppt/slides/slide5.xml" Id="Re59c5a3b639d4b96" /><Relationship Type="http://schemas.openxmlformats.org/officeDocument/2006/relationships/slide" Target="/ppt/slides/slide6.xml" Id="Rd1bc81387542404b" /><Relationship Type="http://schemas.openxmlformats.org/officeDocument/2006/relationships/slide" Target="/ppt/slides/slide7.xml" Id="Rdbd65ac99ce14726" /><Relationship Type="http://schemas.openxmlformats.org/officeDocument/2006/relationships/slide" Target="/ppt/slides/slide8.xml" Id="R463a9875c0374f6c" /><Relationship Type="http://schemas.openxmlformats.org/officeDocument/2006/relationships/slide" Target="/ppt/slides/slide9.xml" Id="R702fe578530241ba" /><Relationship Type="http://schemas.openxmlformats.org/officeDocument/2006/relationships/slide" Target="/ppt/slides/slide10.xml" Id="R8017d10709cf4600" /><Relationship Type="http://schemas.openxmlformats.org/officeDocument/2006/relationships/slide" Target="/ppt/slides/slide11.xml" Id="R9814d893c8ae4cce" /><Relationship Type="http://schemas.openxmlformats.org/officeDocument/2006/relationships/slide" Target="/ppt/slides/slide12.xml" Id="R3001953c147a42f9" /><Relationship Type="http://schemas.openxmlformats.org/officeDocument/2006/relationships/slide" Target="/ppt/slides/slide13.xml" Id="R96151a7dbbe941a4" /><Relationship Type="http://schemas.openxmlformats.org/officeDocument/2006/relationships/slide" Target="/ppt/slides/slide14.xml" Id="Rd838a67294e34e90" /><Relationship Type="http://schemas.openxmlformats.org/officeDocument/2006/relationships/slide" Target="/ppt/slides/slide15.xml" Id="Rcdf3b20ac3304e48" /><Relationship Type="http://schemas.openxmlformats.org/officeDocument/2006/relationships/slide" Target="/ppt/slides/slide16.xml" Id="R21dd0ff2697044f1" /><Relationship Type="http://schemas.openxmlformats.org/officeDocument/2006/relationships/slide" Target="/ppt/slides/slide17.xml" Id="Rea91b1609f594dc7" /><Relationship Type="http://schemas.openxmlformats.org/officeDocument/2006/relationships/slide" Target="/ppt/slides/slide18.xml" Id="R747c8540bb5541f9" /><Relationship Type="http://schemas.openxmlformats.org/officeDocument/2006/relationships/slide" Target="/ppt/slides/slide19.xml" Id="R1bfa55f819a2433c" /><Relationship Type="http://schemas.openxmlformats.org/officeDocument/2006/relationships/slide" Target="/ppt/slides/slide20.xml" Id="R57c3004e875d4411" /><Relationship Type="http://schemas.openxmlformats.org/officeDocument/2006/relationships/slide" Target="/ppt/slides/slide21.xml" Id="Ra74b37ed870a4c82" /><Relationship Type="http://schemas.openxmlformats.org/officeDocument/2006/relationships/slide" Target="/ppt/slides/slide22.xml" Id="R41f6ed7e9dc34f3e" /><Relationship Type="http://schemas.openxmlformats.org/officeDocument/2006/relationships/slide" Target="/ppt/slides/slide23.xml" Id="R4f3ce5e4362a4fc8" /><Relationship Type="http://schemas.openxmlformats.org/officeDocument/2006/relationships/slide" Target="/ppt/slides/slide24.xml" Id="R0b7e8560deeb4faa" /><Relationship Type="http://schemas.openxmlformats.org/officeDocument/2006/relationships/slide" Target="/ppt/slides/slide25.xml" Id="Rd4fc39984c384d48" /><Relationship Type="http://schemas.openxmlformats.org/officeDocument/2006/relationships/slide" Target="/ppt/slides/slide26.xml" Id="Rb8f8a97ba2ed441c" /><Relationship Type="http://schemas.openxmlformats.org/officeDocument/2006/relationships/slide" Target="/ppt/slides/slide27.xml" Id="R08f64fbf9d854b7d" /><Relationship Type="http://schemas.openxmlformats.org/officeDocument/2006/relationships/slide" Target="/ppt/slides/slide28.xml" Id="Rd232880b5cd34a6b" /><Relationship Type="http://schemas.openxmlformats.org/officeDocument/2006/relationships/slide" Target="/ppt/slides/slide29.xml" Id="R19816049a01a4787" /><Relationship Type="http://schemas.openxmlformats.org/officeDocument/2006/relationships/slide" Target="/ppt/slides/slide30.xml" Id="Rd5699406929b43e8" /><Relationship Type="http://schemas.openxmlformats.org/officeDocument/2006/relationships/slide" Target="/ppt/slides/slide31.xml" Id="Rd582a513763341f1" /><Relationship Type="http://schemas.openxmlformats.org/officeDocument/2006/relationships/slide" Target="/ppt/slides/slide32.xml" Id="R5c7bea19f91f40fd" /><Relationship Type="http://schemas.openxmlformats.org/officeDocument/2006/relationships/slide" Target="/ppt/slides/slide33.xml" Id="Rf2a2789ea66e4ccf" /><Relationship Type="http://schemas.openxmlformats.org/officeDocument/2006/relationships/slide" Target="/ppt/slides/slide34.xml" Id="Ra811a80be270479e" /><Relationship Type="http://schemas.openxmlformats.org/officeDocument/2006/relationships/slide" Target="/ppt/slides/slide35.xml" Id="R9503092c40d04490" /><Relationship Type="http://schemas.openxmlformats.org/officeDocument/2006/relationships/slide" Target="/ppt/slides/slide36.xml" Id="Rd4078e279cb3460d" /><Relationship Type="http://schemas.openxmlformats.org/officeDocument/2006/relationships/slide" Target="/ppt/slides/slide37.xml" Id="R0445cd26e4f34a5d" /><Relationship Type="http://schemas.openxmlformats.org/officeDocument/2006/relationships/slide" Target="/ppt/slides/slide38.xml" Id="R097c2c5c5e134f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2e1d3ba695a4b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726e198dd34fff" /><Relationship Type="http://schemas.openxmlformats.org/officeDocument/2006/relationships/notesMaster" Target="/ppt/notesMasters/notesMaster1.xml" Id="Rd5e6e2a43ca349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51fd0ae390414f" /><Relationship Type="http://schemas.openxmlformats.org/officeDocument/2006/relationships/notesMaster" Target="/ppt/notesMasters/notesMaster1.xml" Id="Rfdbf44f8d01942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54789b9f874cb5" /><Relationship Type="http://schemas.openxmlformats.org/officeDocument/2006/relationships/notesMaster" Target="/ppt/notesMasters/notesMaster1.xml" Id="R84353eb7a3c543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8c6eec92aa4821" /><Relationship Type="http://schemas.openxmlformats.org/officeDocument/2006/relationships/notesMaster" Target="/ppt/notesMasters/notesMaster1.xml" Id="Rf573feb772134f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d5fd485ae84a7c" /><Relationship Type="http://schemas.openxmlformats.org/officeDocument/2006/relationships/notesMaster" Target="/ppt/notesMasters/notesMaster1.xml" Id="Rd36bc15acdf447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43edc327014a96" /><Relationship Type="http://schemas.openxmlformats.org/officeDocument/2006/relationships/notesMaster" Target="/ppt/notesMasters/notesMaster1.xml" Id="Rca10fb98d1c94a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ed0450e3bf43d8" /><Relationship Type="http://schemas.openxmlformats.org/officeDocument/2006/relationships/notesMaster" Target="/ppt/notesMasters/notesMaster1.xml" Id="Rad729755f70f4e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b1196af7264f9c" /><Relationship Type="http://schemas.openxmlformats.org/officeDocument/2006/relationships/notesMaster" Target="/ppt/notesMasters/notesMaster1.xml" Id="R96df435261924a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70309c46844cb6" /><Relationship Type="http://schemas.openxmlformats.org/officeDocument/2006/relationships/notesMaster" Target="/ppt/notesMasters/notesMaster1.xml" Id="R92f3fca6a9e840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cba7b13ca64028" /><Relationship Type="http://schemas.openxmlformats.org/officeDocument/2006/relationships/notesMaster" Target="/ppt/notesMasters/notesMaster1.xml" Id="R3b323f909b43414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ff9abc89ed4ea9" /><Relationship Type="http://schemas.openxmlformats.org/officeDocument/2006/relationships/notesMaster" Target="/ppt/notesMasters/notesMaster1.xml" Id="R225bb93dfb0c417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f6efd8a6a74f36" /><Relationship Type="http://schemas.openxmlformats.org/officeDocument/2006/relationships/notesMaster" Target="/ppt/notesMasters/notesMaster1.xml" Id="R9a2c4169c1654e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1061082f634ba5" /><Relationship Type="http://schemas.openxmlformats.org/officeDocument/2006/relationships/notesMaster" Target="/ppt/notesMasters/notesMaster1.xml" Id="R6c86a32086514d4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1eafe74399043fc" /><Relationship Type="http://schemas.openxmlformats.org/officeDocument/2006/relationships/notesMaster" Target="/ppt/notesMasters/notesMaster1.xml" Id="R24ad631000a3440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ce21f71618540cf" /><Relationship Type="http://schemas.openxmlformats.org/officeDocument/2006/relationships/notesMaster" Target="/ppt/notesMasters/notesMaster1.xml" Id="R94177d6bec35441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76cce90073c4606" /><Relationship Type="http://schemas.openxmlformats.org/officeDocument/2006/relationships/notesMaster" Target="/ppt/notesMasters/notesMaster1.xml" Id="Rc858a12e03b345b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e2f7f67530c46a1" /><Relationship Type="http://schemas.openxmlformats.org/officeDocument/2006/relationships/notesMaster" Target="/ppt/notesMasters/notesMaster1.xml" Id="R0d003def177b49c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84bf4c1333a4988" /><Relationship Type="http://schemas.openxmlformats.org/officeDocument/2006/relationships/notesMaster" Target="/ppt/notesMasters/notesMaster1.xml" Id="Rd5d96e711de24da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3d3a2636a504025" /><Relationship Type="http://schemas.openxmlformats.org/officeDocument/2006/relationships/notesMaster" Target="/ppt/notesMasters/notesMaster1.xml" Id="Rb58546b8a18e4af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dbaae035c924b26" /><Relationship Type="http://schemas.openxmlformats.org/officeDocument/2006/relationships/notesMaster" Target="/ppt/notesMasters/notesMaster1.xml" Id="Rd5581aeebff84e3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1e4e07e9f274325" /><Relationship Type="http://schemas.openxmlformats.org/officeDocument/2006/relationships/notesMaster" Target="/ppt/notesMasters/notesMaster1.xml" Id="R13ffd5bac61e47b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7e682592ec8444b" /><Relationship Type="http://schemas.openxmlformats.org/officeDocument/2006/relationships/notesMaster" Target="/ppt/notesMasters/notesMaster1.xml" Id="R1410929c17d3417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e2c23afc60b4753" /><Relationship Type="http://schemas.openxmlformats.org/officeDocument/2006/relationships/notesMaster" Target="/ppt/notesMasters/notesMaster1.xml" Id="R6c8ec562ebce42a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36ef4ffd3454203" /><Relationship Type="http://schemas.openxmlformats.org/officeDocument/2006/relationships/notesMaster" Target="/ppt/notesMasters/notesMaster1.xml" Id="R807892fdf277481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122647fb8d747f3" /><Relationship Type="http://schemas.openxmlformats.org/officeDocument/2006/relationships/notesMaster" Target="/ppt/notesMasters/notesMaster1.xml" Id="R446a5d5720474bf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37c65b936604794" /><Relationship Type="http://schemas.openxmlformats.org/officeDocument/2006/relationships/notesMaster" Target="/ppt/notesMasters/notesMaster1.xml" Id="Rdc5643e3c99344f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bee6e407f5745cb" /><Relationship Type="http://schemas.openxmlformats.org/officeDocument/2006/relationships/notesMaster" Target="/ppt/notesMasters/notesMaster1.xml" Id="R19eaa13fc3694ac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d30247a7b724361" /><Relationship Type="http://schemas.openxmlformats.org/officeDocument/2006/relationships/notesMaster" Target="/ppt/notesMasters/notesMaster1.xml" Id="R790f4d97161748d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c9c1396fe9f4c41" /><Relationship Type="http://schemas.openxmlformats.org/officeDocument/2006/relationships/notesMaster" Target="/ppt/notesMasters/notesMaster1.xml" Id="R673ae142531f405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d06368218ac4e12" /><Relationship Type="http://schemas.openxmlformats.org/officeDocument/2006/relationships/notesMaster" Target="/ppt/notesMasters/notesMaster1.xml" Id="R03c1de2acb234b6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076a996f95842f9" /><Relationship Type="http://schemas.openxmlformats.org/officeDocument/2006/relationships/notesMaster" Target="/ppt/notesMasters/notesMaster1.xml" Id="R5c3d88d0be6649f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9ce9984a3be44b6" /><Relationship Type="http://schemas.openxmlformats.org/officeDocument/2006/relationships/notesMaster" Target="/ppt/notesMasters/notesMaster1.xml" Id="Rac13706acbcf498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2b1040c95e04dcf" /><Relationship Type="http://schemas.openxmlformats.org/officeDocument/2006/relationships/notesMaster" Target="/ppt/notesMasters/notesMaster1.xml" Id="R863323bad632426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f28319ae2144203" /><Relationship Type="http://schemas.openxmlformats.org/officeDocument/2006/relationships/notesMaster" Target="/ppt/notesMasters/notesMaster1.xml" Id="Rd1843ef90feb45c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1b8f02338e44a38" /><Relationship Type="http://schemas.openxmlformats.org/officeDocument/2006/relationships/notesMaster" Target="/ppt/notesMasters/notesMaster1.xml" Id="R202692e429e9433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84df7bf5b0b4fc8" /><Relationship Type="http://schemas.openxmlformats.org/officeDocument/2006/relationships/notesMaster" Target="/ppt/notesMasters/notesMaster1.xml" Id="R1a9c6fae1d4c4d3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e96edceb3884dca" /><Relationship Type="http://schemas.openxmlformats.org/officeDocument/2006/relationships/notesMaster" Target="/ppt/notesMasters/notesMaster1.xml" Id="R3f683dbdb32d4ff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553b884098d4ed2" /><Relationship Type="http://schemas.openxmlformats.org/officeDocument/2006/relationships/notesMaster" Target="/ppt/notesMasters/notesMaster1.xml" Id="R7a8f7b5a67e148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1596ed3030484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5dac924c94a45e9" /><Relationship Type="http://schemas.openxmlformats.org/officeDocument/2006/relationships/slideLayout" Target="/ppt/slideLayouts/slideLayout2.xml" Id="R2b28d14bf0ee42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28d14bf0ee42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d08801ab60434c" /><Relationship Type="http://schemas.openxmlformats.org/officeDocument/2006/relationships/notesSlide" Target="/ppt/notesSlides/notesSlide1.xml" Id="R5e8585f0d6cb48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b58636d5ed45d2" /><Relationship Type="http://schemas.openxmlformats.org/officeDocument/2006/relationships/notesSlide" Target="/ppt/notesSlides/notesSlide2.xml" Id="R026655c5e74c40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28bdab4025480c" /><Relationship Type="http://schemas.openxmlformats.org/officeDocument/2006/relationships/notesSlide" Target="/ppt/notesSlides/notesSlide3.xml" Id="R039a60d9cf7a45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7138a9d1884be5" /><Relationship Type="http://schemas.openxmlformats.org/officeDocument/2006/relationships/notesSlide" Target="/ppt/notesSlides/notesSlide4.xml" Id="R985777767b574a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0645d6d650444e" /><Relationship Type="http://schemas.openxmlformats.org/officeDocument/2006/relationships/notesSlide" Target="/ppt/notesSlides/notesSlide5.xml" Id="R665c1ae0227c44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a7394146e74cc3" /><Relationship Type="http://schemas.openxmlformats.org/officeDocument/2006/relationships/notesSlide" Target="/ppt/notesSlides/notesSlide6.xml" Id="R0df231cfe8ac4e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8afe01a3d149d5" /><Relationship Type="http://schemas.openxmlformats.org/officeDocument/2006/relationships/notesSlide" Target="/ppt/notesSlides/notesSlide7.xml" Id="Rec363dcb7cc847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484ae052fc467d" /><Relationship Type="http://schemas.openxmlformats.org/officeDocument/2006/relationships/notesSlide" Target="/ppt/notesSlides/notesSlide8.xml" Id="R4aada4b0532a46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58137f6cbb4301" /><Relationship Type="http://schemas.openxmlformats.org/officeDocument/2006/relationships/notesSlide" Target="/ppt/notesSlides/notesSlide9.xml" Id="R9ab8e5867c434b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1b9594a5cc4403" /><Relationship Type="http://schemas.openxmlformats.org/officeDocument/2006/relationships/notesSlide" Target="/ppt/notesSlides/notesSlide10.xml" Id="Ra9a0f6ba348e4f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37da0a201b46ee" /><Relationship Type="http://schemas.openxmlformats.org/officeDocument/2006/relationships/notesSlide" Target="/ppt/notesSlides/notesSlide11.xml" Id="R89d43532e18149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0f017b2e6347bd" /><Relationship Type="http://schemas.openxmlformats.org/officeDocument/2006/relationships/notesSlide" Target="/ppt/notesSlides/notesSlide12.xml" Id="R7b64d38dfeb243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1ce71fb576447d" /><Relationship Type="http://schemas.openxmlformats.org/officeDocument/2006/relationships/notesSlide" Target="/ppt/notesSlides/notesSlide13.xml" Id="R059401513d4c43f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0cb655cc2649be" /><Relationship Type="http://schemas.openxmlformats.org/officeDocument/2006/relationships/notesSlide" Target="/ppt/notesSlides/notesSlide14.xml" Id="R32b713064a6641e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2751374cb54fcc" /><Relationship Type="http://schemas.openxmlformats.org/officeDocument/2006/relationships/notesSlide" Target="/ppt/notesSlides/notesSlide15.xml" Id="Rdc6765528c2a43b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eb13fa715f433c" /><Relationship Type="http://schemas.openxmlformats.org/officeDocument/2006/relationships/notesSlide" Target="/ppt/notesSlides/notesSlide16.xml" Id="R2d5b0a4dc30e492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9214786bd94744" /><Relationship Type="http://schemas.openxmlformats.org/officeDocument/2006/relationships/notesSlide" Target="/ppt/notesSlides/notesSlide17.xml" Id="Rd017349776884e5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d029ee92b3489c" /><Relationship Type="http://schemas.openxmlformats.org/officeDocument/2006/relationships/notesSlide" Target="/ppt/notesSlides/notesSlide18.xml" Id="R61d3bde45698462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74e0c551f8473b" /><Relationship Type="http://schemas.openxmlformats.org/officeDocument/2006/relationships/notesSlide" Target="/ppt/notesSlides/notesSlide19.xml" Id="R2696d8c381f04e2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660b89a9f8462b" /><Relationship Type="http://schemas.openxmlformats.org/officeDocument/2006/relationships/notesSlide" Target="/ppt/notesSlides/notesSlide20.xml" Id="R8d64826e0127499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228141512f452f" /><Relationship Type="http://schemas.openxmlformats.org/officeDocument/2006/relationships/notesSlide" Target="/ppt/notesSlides/notesSlide21.xml" Id="Re937eccd6db5438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e23f73e3974e20" /><Relationship Type="http://schemas.openxmlformats.org/officeDocument/2006/relationships/notesSlide" Target="/ppt/notesSlides/notesSlide22.xml" Id="R5e1369a35cb7448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816d21028d4f45" /><Relationship Type="http://schemas.openxmlformats.org/officeDocument/2006/relationships/notesSlide" Target="/ppt/notesSlides/notesSlide23.xml" Id="R31eb9d88418e411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fb84a8090049bd" /><Relationship Type="http://schemas.openxmlformats.org/officeDocument/2006/relationships/notesSlide" Target="/ppt/notesSlides/notesSlide24.xml" Id="R7049ddb69329406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6a4cb28ab04593" /><Relationship Type="http://schemas.openxmlformats.org/officeDocument/2006/relationships/notesSlide" Target="/ppt/notesSlides/notesSlide25.xml" Id="Rf5ec16c5b60a418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8376695cb84bdc" /><Relationship Type="http://schemas.openxmlformats.org/officeDocument/2006/relationships/notesSlide" Target="/ppt/notesSlides/notesSlide26.xml" Id="R279f0e5f145c4e0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99ac6634b94d31" /><Relationship Type="http://schemas.openxmlformats.org/officeDocument/2006/relationships/notesSlide" Target="/ppt/notesSlides/notesSlide27.xml" Id="Rac1fbd9de8bd4d4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30e1dbabd245f5" /><Relationship Type="http://schemas.openxmlformats.org/officeDocument/2006/relationships/notesSlide" Target="/ppt/notesSlides/notesSlide28.xml" Id="R52673807fb2c413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b8e896bc4d46a3" /><Relationship Type="http://schemas.openxmlformats.org/officeDocument/2006/relationships/notesSlide" Target="/ppt/notesSlides/notesSlide29.xml" Id="Ra65e9fea133c49e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ce2df9df1041b4" /><Relationship Type="http://schemas.openxmlformats.org/officeDocument/2006/relationships/notesSlide" Target="/ppt/notesSlides/notesSlide30.xml" Id="Ra675a2943bbd4a0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6baea24dc04329" /><Relationship Type="http://schemas.openxmlformats.org/officeDocument/2006/relationships/notesSlide" Target="/ppt/notesSlides/notesSlide31.xml" Id="R5182281502e242a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5f13859add46aa" /><Relationship Type="http://schemas.openxmlformats.org/officeDocument/2006/relationships/notesSlide" Target="/ppt/notesSlides/notesSlide32.xml" Id="R5999c893deb545e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c17cd020d24a13" /><Relationship Type="http://schemas.openxmlformats.org/officeDocument/2006/relationships/notesSlide" Target="/ppt/notesSlides/notesSlide33.xml" Id="R8679dc6fb4ad41e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a0fcd2f587480c" /><Relationship Type="http://schemas.openxmlformats.org/officeDocument/2006/relationships/notesSlide" Target="/ppt/notesSlides/notesSlide34.xml" Id="R8ab2f6c4b156420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5da267f44845c6" /><Relationship Type="http://schemas.openxmlformats.org/officeDocument/2006/relationships/notesSlide" Target="/ppt/notesSlides/notesSlide35.xml" Id="R96ae3afa5849444a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e77549edce4183" /><Relationship Type="http://schemas.openxmlformats.org/officeDocument/2006/relationships/notesSlide" Target="/ppt/notesSlides/notesSlide36.xml" Id="Rabdd2349016c4ee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4815729c7e4c74" /><Relationship Type="http://schemas.openxmlformats.org/officeDocument/2006/relationships/notesSlide" Target="/ppt/notesSlides/notesSlide37.xml" Id="R11fe577c9e6547b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4993f3377d4d12" /><Relationship Type="http://schemas.openxmlformats.org/officeDocument/2006/relationships/notesSlide" Target="/ppt/notesSlides/notesSlide38.xml" Id="R33169f37148749c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FAA049-3FA9-47B5-83C4-5A4E1B31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EC614-6CC6-4ED2-AE33-1E4DDAE8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46ED4-6842-4343-8312-34A8656F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8A608-4EB1-4B5D-930D-9DFA93C5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8D059-F458-482E-8FFC-7DEA9E32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385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Product / Investor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12032C-9BC9-45D7-9EE2-B798B0EA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3604817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78AF5D-16B6-459D-AAA4-3113C245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09F12-6B24-493D-899D-DE098EA6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E532D5-BA63-4D75-A4FD-DE019ED1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03525A-4915-429A-B2AC-A348C256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A484D-FD28-46C9-BD6B-0A5C6B23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The Leaders Already 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A4463-889B-4F11-B430-81EB1322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1887C6-8962-40E3-A881-AFCDE8B2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3CA720-05A7-42C9-8397-2E5844F1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/ Co-Star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0B81E-4EA3-424C-BFCD-79A0BD61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personal guidance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C49ADC-A20A-4417-ABE0-2D597A90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data, weekly meaning, compatibility, paid readings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5F7E3-D933-4258-A9C5-2C29F083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$718K-$797K/mo iOS estimates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433AB3-36A1-4DB3-9929-7C089128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2C3964-0458-4D84-81E3-38121159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A029D1-36E9-43B5-AF79-D4529780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daily ritual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C96747-BB51-49F8-BE91-0108239C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trust, annual plans, wellness habit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E9D941-4844-4A60-BBD7-3BAC9BAA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$300M/yr Calm proxy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4BA1B-AE29-438E-88FF-3B333745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36BA43-AF1C-48CC-9A31-93265946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/ Replika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0D015F-F014-41C8-8B68-2697EF55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companion loop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13DD8B-B414-495D-8902-5FD33132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memory, avatar, gentle return, emotional continuity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D3E4D2-CD70-4A87-B30A-38C38AF4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$1.5M-$2.36M/mo estimates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8B2104-CFDB-46B9-9A8D-0AB8F488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9E2607-0669-4CA0-8F8F-05C0A3CB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/ HeyGen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45F268-FA59-41A1-B423-DCA4E8AD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AI layer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CCD903-D29D-4BE0-B354-A86EFE09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video/avatar as premium output, not cheap daily commodity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4C5D61-D7B2-42E9-BF42-753529B1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Gen-4 Turbo ~= $0.40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BD8D47-9898-4F2C-874F-8E40A55F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market already has the ingredients. AURA is the product format that connects them into one causal weekly experience.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A42C78-01B6-4DD6-830F-2D8E25EF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013477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AB2FCE-73A7-4C7E-B751-F9249A20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332EA2-98D8-4B7F-9B38-3851378E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DECBE-CB8A-4B6F-B956-A7392818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A64FB-27BF-480F-B642-F419BB30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25F273-C0B4-4331-B3DE-485B3151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The New Format Is At The Intersection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B549C1-DF8C-45E6-BFAE-0E049C6E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E62CE-93DF-41E7-82BB-BD9C7C57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73BB6-997E-494E-9F2B-9C95B5E9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300EB1-36F7-4D38-850B-493D7FE6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meaning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7E185-E11D-4B42-8B24-7E0B6C8F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F34E14-4926-41BC-A190-112986B0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60E649-390A-41F4-B932-5FC2C622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ritual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C3D805-8D8F-4A0E-8C59-A9DD76D0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06C8FA-9206-40A7-BDCD-AAC7BBF6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8B9B96-EC9A-40AB-AC65-5C4542BA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/ assistant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D6542-B807-47D6-9608-BAB5D56D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95ABD9-6343-4AAC-9F1C-7DF5E681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C259ED-3428-42A2-8B30-7C16DA06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/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48D21F-22CB-4365-9771-197BF9B0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132016-8672-419E-B763-1B3DF6A9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4D9586-A616-4A7B-BE1A-5987434E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43250"/>
            <a:ext cx="213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weekly visual self-guidance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F25876-99D5-4C69-98D2-6F9FA06C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is not “another horoscope app”. It is a weekly life-series where meaning becomes action and action changes the visual state.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E719BE-3100-40DD-9F08-6C88AE9A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561043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338E54-2274-47B4-BC2E-EAC3BA08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D7D03-13F2-4C41-A579-5CBE8B08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D26D12-14C2-4B94-BD3E-ECB2C831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97F06-2C3B-4080-9CFD-338279D7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3126D-D46F-4F3F-BE43-27CBA61D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AURA 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E4163-B69F-43D4-8ED7-D2CF6E9B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EE9B9B-0DBC-48A4-9E5F-CE2E5B08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One-line thesis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AAD9B1-5E6B-42D2-8A4D-B93CABEA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is a weekly visual self-guidance app: birth data + personal context → forecast → daily episode → action/reset → Life Canvas change → tomorrow hook.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70A09D-D6B3-4874-9446-05FD3073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promise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EDF71-5763-45D3-BD38-3D4E1B82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Not “your zodiac sign says X”. The user should feel: “I understand my week, I did one small action, and I can see how my life picture changed.”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62824-636F-4AFF-9144-D7E5704E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product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95AFC7-73D9-463B-AB26-F6E9156B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personal pocket forecastist/assistant with memory, weekly seasons, image-first Life Canvas and rare premium video moments.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5FF0F1-49E2-4641-A0EA-ED064191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now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C2E91-6863-4505-B6AE-B43D96AF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apps monetize personal meaning, mindfulness apps monetize ritual, AI companions monetize memory, video AI creates premium visual moments. AURA joins these behaviors.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D5793A-5E16-4B47-9AF8-95623023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rule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D33EDE-65E8-45E1-A8C7-05409555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must stay cheap. Premium video/avatar must be tokenized, milestone-based or paid, not free daily generation.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C0869F-BC21-49F2-A8A2-EAA964DE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Strategic gate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E389B9-48B7-4B53-93D3-04BFBE3D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If users cannot explain why Life Canvas changed, AURA becomes an AI image toy. If they can, AURA becomes a product.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B20ABA-B318-423A-9533-9D13E704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221345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0B743C-16A7-4167-9DD7-1A013FC6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F19C0-13FD-4316-81C7-EB7AF68C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5C92A-CA4C-428B-8717-943D208E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A9DD0-7705-45DF-977B-DEB23304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3A48E0-9CCA-49D0-955B-167F155C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The Product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2ED95-A053-4BFD-910F-2B8EE297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5CC7A-5A85-45BC-848C-6762A9C3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CB6C35-51B1-401F-B184-FDE1EF0A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request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A2E25-961B-4E71-9C48-53B94515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823E2-E408-48AB-9DE8-E29F1A5E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149D9-FD4D-487C-8689-AF9AC0DD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B31845-408B-4663-AF12-1D514B9E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arc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5A3470-F5A3-42EC-B7CE-7D9B5E2D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B27CC5-CF6F-40CE-B31E-964567CB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A11BE6-32A7-4C45-B9D9-D7002AAB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today focus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7A27BA-24D8-4F59-AC2C-9E3C0325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7EBBB9-567B-4393-B382-06E695B4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0C6850-7302-4F58-82B6-142CF87A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small behavior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D09793-7523-463D-A96A-D1782D9D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8D8E5-3526-442C-996B-FC441195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3CA2E3-9355-4C5F-896A-0CF08BA9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causality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198BCB-5A51-4428-95CF-6CE3E705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loop is the product: Episode → Action → Reset → Reflection → Life Canvas → Tomorrow Hook.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ADE18D-5FBB-4798-84C4-93F6D59F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Source: Google Vertex AI pricing page for Veo 2; exact video model pricing must be rechecked before build.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B6CC75-C9B5-4C0E-AE68-C351B8A6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193389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CA73CB-2F44-48C6-BE7A-4F077DE0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666F54-4BDA-4C3C-B20D-A4601FED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A9A413-A018-488C-863B-6E02C35B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55057-0B2E-48D4-B485-8A0A8697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62080-0E7D-44B8-B0AD-803207B9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User Journey: First 30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CE02A6-D52C-434C-9FFA-54B5035E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BEF63-D772-4693-BA2B-B3D3EF57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BBFA9F-12CD-4924-9F42-90FD1F51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163F8A-5F05-4EC9-8EBE-50E5721E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A6B3F4-B1C9-420D-B34C-A802FC92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Search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41549D-E995-49F6-8F76-97F34D6C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user wants meaning for the week, a softer reset, or a visual future-self prompt.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E8C4B2-048B-4B68-B5B3-94E049E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EC35B-B26B-415F-B8B4-ADA003EE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Day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5055B-683A-4877-A3EB-0243B375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loop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B784A-942A-45D4-B269-B0C46173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context → first forecast → one action → first Life Canvas shift.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303BA-A1FB-4BA8-9C40-5F92227A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68F41A-4567-4FD0-8C69-8B57E441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3B952A-462D-4F6E-B006-70A696F1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season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EAB2E8-56E4-4AB5-866C-7EB06178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user sees a weekly arc, remembers actions, and receives a recap/visual artifact.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4E4D5F-0CAE-4A36-B70F-2F1C2D0B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51224E-79DA-4904-92D4-62497A18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C0D2D-EEA5-45DB-AF04-C89A41CE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system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7327D8-2DF4-47DF-860E-9827C8E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becomes a ritual: assistant memory, seasons, premium visual moments, annual path.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BB3B18-5240-4FB3-A713-AC4631B9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only works if the user understands the sequence: input → meaning → action → visible change → return tomorrow.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21614C-9172-497E-A131-0C16AEC8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0692462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43DB88-3DA9-4EB8-995F-80B47B3B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1A49A-75DD-4EF6-8CF2-AEA2D6E4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8CD2FA-D65D-40F1-A9B4-3EE57101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709BE-8E57-458E-A824-85F8E55B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F65F6-5883-4121-9120-28E64A45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Core Screens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5AC42-0D64-4966-A65D-D14AE4A6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E81444-A545-4BC3-AED8-E48F4D1A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939FCD-4D9A-4629-A9A1-36A1D70A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16F02D-AFDB-4C42-BBA5-90465624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D6A04-6946-4381-8591-A6BFC3CF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CD17B6-24F6-4944-9638-808880BD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A88947-F802-4745-B2E5-20B11AC0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date / time / place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current question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E97178-3B28-493E-A40E-379AD1EB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3CE14-0AE8-4F43-9DBA-3440C0E3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410A46-01FC-49DD-AECE-C39B6BB1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B6B14-BD45-403E-8AE3-C75EAA4D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E5F526-05AB-4B91-BCE5-E6D559B5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74F5C7-75F4-4845-B649-95948381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E3B546-E0E6-4F3D-ADF7-D16EA18E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C70469-2CE5-4512-9813-281E356E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theme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tensions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promise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036431-D8C8-4975-9904-5EC78159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977C25-0FDB-40A4-B106-9EC3870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1AFBEC-A44E-49C2-BB75-6B96553A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76BA44-0674-4C8D-873A-CDC44767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43A723-BEC4-44E1-B778-2E6896F8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93A7E8-A528-4C63-B5A0-45015E32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91DFB0-AB29-4EBF-9E67-AB839865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211AEB-E103-4601-B92B-4939C7F8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today focus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 message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card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05FFDC-39C5-4BA8-8D00-FF166ED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7EE080-ACB5-4E56-B5F7-3B751DD8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C3A5F1-485A-425B-B412-E9CA54EF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C9E32C-D96A-4B35-AB7D-F6430C84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CFC6FE-2D94-4657-BFA4-6441855E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7A8677-7052-433D-806F-02F366B3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C9CC06-3B73-46E5-B021-4E2DE7F7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C8FCA3-16CD-4CFB-8798-72932816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2-min practice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reflection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completion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54395A-AE43-4823-975D-9C71F649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CC9D19-22B4-4D3C-993A-B9089AFD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97238E-42EC-44FB-950D-0A1A33ED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2A5B18-2FB8-48AC-8A74-370CBE65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08828F-EEA1-4427-9894-A382673E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BAC191-DB2F-4032-A8B3-20D386A5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4CC33D-EEB5-42FF-B59D-25934FB8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799CE1-2866-48F1-AC87-B2DA7A61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before / after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changed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it changed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4B9BF4-FDC6-4A33-8866-48022DF5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365276-9858-45A3-A71E-A8849D8E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30045C6-F6C1-4C82-8E6C-24A98168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842FDC-FBB9-45B2-BF33-266C97FF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A464ED-EE19-4925-9C3B-255419C7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DF9A79-23F1-4590-AADC-6B151A77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4F357B-2137-4354-9440-EDBC633A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7C0500-15C7-4C5B-A29E-8076E3E9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 season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/ annual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3A1F01-534C-44BD-BD56-DDAA4EFF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0E5FED6-2D1E-4652-9D5F-86D81CB3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choose plan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32CDFFD-AB77-477D-8D4E-A43CC267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These are not final UI designs. They define what the designer must make visible on screen.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57AC6B-F4AA-4043-ADD3-84DE6451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053837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8EBC0E-F4A9-44FC-8511-AFB42242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20B8F-E4B9-46B9-8A05-CBC1E992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B74A9-81FD-4848-96D6-FB782431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F8BFF-AD66-4120-8F55-58EE5D7E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F3A02F-61B5-4F8B-AC5D-59F836FF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Must Explain Causality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104DA7-ED2C-4DA1-963E-BA8E7ACD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E656E-EDB9-485D-95B2-BA612781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Before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60BDA7-4E9A-4D1A-BEDF-430ABF0E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After 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1B37A8-3A78-41F8-8897-4151422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232CE6-5387-4323-A9F7-0601C862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3114C-C95E-494B-A707-E3ECF294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7927F6-E2DF-45A1-ADAD-E8AA8592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fog / pressure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unclear week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59663-0BD9-412E-BE5A-50C10967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D08217-2F51-4079-999D-4915528A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5F523E-F1F3-4CFF-A929-74C61DC8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192027-1FA5-42C7-A193-4DDFD3C2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44583-9114-49AC-AE81-EFFAB387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clear route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grounded self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8A2FD-86BE-4FB9-9ED1-7E1CA3AE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7D8FFE-EA84-4AD6-AD9A-170F3558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97F98E-5A93-43B0-BC16-820B0D66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Because the user completed the reset and reflection, the Canvas changes from “fog / pressure” to “clear route / grounded self”.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CDB8C2-9BF2-425A-8544-A8362824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If the user says “AI just drew another picture”, the product fails. If the user says “the picture changed because I acted”, AURA is alive.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75D28-8B6E-42DD-8EF5-F3D4C8A9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0829167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6E8A77-D731-4FD0-AF36-54DC9783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CAD9-6C94-48C4-9B33-E9A80EF4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D6CBE-A9E7-4DA3-A94A-11D88B4F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FD883-438D-4887-9579-4561F028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7670B-2FFF-4FBF-AE45-DDCA3F32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 Video Is a Magic Moment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7BC6D-14B6-422F-9411-CD238220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4A62E-9EA6-4326-A25D-9773E2F0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00BA6E-42BE-4670-977F-E994257C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5E01-6219-43A9-954F-74D23D55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B97B4C-5731-4DD2-A48F-15F12D86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EA24A8-7A89-4091-8FA5-70E82263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can be included in the subscription only if the model is cheap and capped: one 8s video per week, not unlimited generation.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C3A12-90CF-4D59-B131-6DBF67C9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4382D6-BC98-4952-ADFF-974750A7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609164-057B-4D5D-9B14-920CF996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AF8C7-4482-49AE-BD2A-A9EF4744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COGS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448001-D383-4EEE-B770-111994F2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8AB3E7-377B-4B49-B085-0274E8E0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videos/mo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CA2F8F-D59D-4887-B1D5-E4590401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F963FD-FC19-4BE9-9388-68C2CF6E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 COGS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2FA66-7971-48F1-A764-E99DC151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5728DA-F8A6-4CDE-9BFB-C844FF0E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images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F2706D-09A3-47D4-8D3A-AACEDA7E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4986F1-91CF-4686-B1ED-C4CA3FE8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~$0.60-$1.20 COGS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A8ED4E-462E-41D1-9783-42F217E7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E67AA3-6F26-4D30-A5E6-D01F689D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media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366ABF-99F3-4EA4-A1F8-F0EFDFEA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23B39-6FBB-4FFB-AAF1-279E64FD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~$2.20-$3.80/mo before buffer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5C921C-ACC7-4E8B-9274-C5EBEFF9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business move: sell a visual subscription package, but cap it tightly and track every generated asset.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A42780-A87C-4DF7-B245-A422BB56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6440746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030385-AFBB-4D8D-A1EB-88CF24B0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A200C6-3C1C-4299-AD19-40BA3115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4C56A-90EB-42D6-BBDE-FEC542F9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C599D-F31B-43D9-9279-85F4CA83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53C89-DCCA-4311-92D6-617D4B1F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Paywall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274CE8-F0AB-4E73-B158-EFF949A2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A1597-249A-47F8-B93A-F20445DC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558A70-01F6-415D-A0D8-EBF1C67A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8E06C6-5F7D-47EB-9791-BDF29C44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CBD6BC-EF91-4B29-A511-3272C8F6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forecast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3-7 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images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 weekly video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1EE25-ED38-4A7C-BC0E-AEC34B5E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71BBB-4ECA-48C5-A4F5-A51E63C6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D096A1-46D4-4869-ADAC-68D06B07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D02B5-1726-4985-B208-CF4AAD35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4B80B-F30F-4792-84BB-4ECD3FCB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$14.99/mo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B742C-B30D-4ACE-89F5-7264F8E3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videos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152549-C75A-4667-B007-0B92F37D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478F91-17E3-4A7F-B34C-CC8C29FA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revenue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4E7C8-44EF-4CEC-80C8-7E902B3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4A84F6-675B-4DF2-87EF-51766927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8EA196-6CA3-428B-857E-0A21E01F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$89/yr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A5E399-8E1B-424D-9408-C7C23542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same package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lower churn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upfront cash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0D25A3-332E-4B7F-8ED5-C3983AA9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615931-635A-42EC-8D8F-96D14405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45C8F8-526E-4A5B-AD32-6AFF5CCF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411E39-49E7-4913-B532-B43D7C8F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Creator add-on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1AB5F2-F33C-48E7-8788-C7BCC472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3064D8-560C-4D0F-AC72-F2BA880A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Alina seasons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prompts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packs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87E769-83B9-470E-9121-A40F2AD1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5BF187-E934-4309-82A1-22C1F058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upside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1C40BD-8563-42C0-872A-96871BEF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appears after the first completed loop, not before the user understands the product.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39E48D-173D-4709-B9F6-826131D4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0402419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94C395-8388-40F1-9E2F-F7760DED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B08BB-0A2E-4F1A-BDB7-9231D0D8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68AE5-3EC2-43F6-B0F8-4FA0D567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ACC71-B597-4F82-A711-0A436E20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5A345-8B5F-4FB2-9DD2-E56377EB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Why This Is Not Just Astrology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93F5B-7DE1-4BFE-9CDB-6A78F331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65F52-B741-4D41-A4F6-6FA80889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existing apps give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DA4A14-DA25-479C-8C41-46D745D7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7AF47-F26D-41DC-A1A7-8255C860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meaning, but often generic and passive.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46FAA-9BA7-4E32-B86A-19E30E0E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BF203-CA70-449E-93F2-51F73CC4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ritual, but often not personal enough.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30D2A5-9267-4A04-BCEC-FD0C1E27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EEB1B-F54B-4DF4-B812-FAA9238A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conversation, but not a structured week.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D5779E-71CE-4E56-B522-59E01864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CA5ED0-DE3D-4213-B175-3D7EC152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visuals, but weak causality.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F778C-F445-4B04-8A98-3A0C4B32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AURA combines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BB3816-3C09-46A6-A17F-9A2278E7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54E75-11E1-474F-BF7C-3D946E2D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context without fatalistic positioning.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A7EFE2-3129-4EB9-9279-45BE085B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ADDB67-270C-437C-9CF9-85850467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weekly season that gives structure.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C93319-342E-4D48-9EF7-46C2E629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C0CC06-6646-4F6A-94A9-589938BD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daily micro-action that creates agency.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6000F3-CB51-4189-BA0E-3DD3E244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81F3F3-419B-43E2-A9E9-4D3DCE51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Life Canvas that changes for a reason.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DFB3AD-9AF7-4837-8CDE-2061DD8C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D91647-583A-492D-930A-AA8DDA3B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as rare proof-of-magic, not daily COGS leak.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657B5F-77FF-40C8-BE54-1A6BAA1C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6264B2-5686-42F8-B146-C89C4EFB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4438960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E2316D-C7C4-4E2E-A0EC-F4E92948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F5FF70-2B02-4AD8-B5F9-D51904BF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E0FA4-CF10-4C76-81B9-D49FA88F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1BA29-6F65-4943-BD7E-158F4406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B9BD5-0C56-4FBB-907A-A3E75447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4C9FE-AC7D-4A64-B85C-4F2FB9B8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ECCC5-836B-402E-98CB-3378A426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A9D4C-CF20-494C-BDDA-7DD4259E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A481B-B8EC-469D-A1CD-E9846797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9F5A2-ACBB-4587-9448-B0984A77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competes for the daily habit of opening an app for meaning, reset and self-direction.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9C348-86A8-4C44-98B9-B4AAE4EB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03E4B7-4946-43FD-B28F-39137C2D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688D09-3042-449F-AFC4-DAD64729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paid behaviors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CA921-7757-46B1-99C2-C8450B1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guidance, wellness ritual, AI companion memory, visual identity/avatar progression.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FB097E-7309-4ED1-877B-AA071BCB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70C33C-F9B1-4076-AC70-B8B09C10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798AF8-F3A5-4246-9374-62FC2060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359A5A-8096-4BFF-B394-B3050D76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existing research covers app stores, web apps, paywalls, adjacent tools and manual competitor walkthroughs.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A1D780-8918-4574-A8DE-CF5A7EF8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790229-12E9-4D9C-80EF-B3C29CFA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83B499-C8F2-4F70-B50B-3FCB67B2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DA18A1-9BF3-4526-8AD9-55DE2F3F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reachable first scale if creator-led GTM, weekly seasons and premium visual moments work.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5DDF1E-BAA5-4F3B-8EFD-099092A6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997D22-BE6D-47CC-86AE-3B21E44F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B283CB-5F35-474D-8BE8-D006CFBC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321962-7208-49CD-9AF7-D8CF8027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+ annual + premium tokens + creator seasons can create venture-relevant upside.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4CDC1B-D185-439B-8341-7DBF4917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market is not a single horoscope TAM. It is the overlap of paid personal meaning, daily ritual and AI visual identity.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BFFB05-E4F6-4E4F-ADC1-FE226033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920038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F85BEC-6748-4200-9ED9-3AF340FD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CB9D3-9FB0-4BE7-9A68-EE39EA55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E3209-07C3-4E03-8082-C7B912A7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214A0-9067-4C32-9501-B088E1A7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9A1E6A-024B-4784-A08A-00FACCA1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How The Numbers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DAD02-7987-4D0D-887F-D566A85F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30EB1B-2241-4559-9271-5A9BB45C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F8967-ACD7-4438-B344-2804CE26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E42A8-5BEC-4072-AD53-A2812B46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9EB3C4-5FF8-4B94-98BD-9315F793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External signals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639DE-F90C-4891-950E-EC624F88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Rev.now / Sacra / press / API pricing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3DF3EE-2D08-4B11-82E5-7D59EACB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Revenue, MAU, payers, price, public COGS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7E16C-23CB-493C-B43F-16126BFF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CAC33-5ADD-4FDB-AF16-155BD769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A79575-7CCB-4338-964F-AC765C4D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Derived benchmarks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1C0A9-A1ED-4027-94DC-B1ADB5A8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calculated from public signals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28F36F-7020-4C8D-BD39-52651070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ARPMAU, paid conversion, CAC bands, COGS per user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816417-18A6-42A8-A1D8-E9DB3980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865A03-8673-4CC1-B3D2-CC3024EF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31C606-E4D5-4B9E-8B90-175E6A43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assumptions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252FA-DCBE-4D95-8A15-DA2380B5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conservative / base / strong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65EAFA-3E34-46B6-966C-479BF159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pricing, conversion, token attach, no-free-video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BB9556-1B00-47E4-B7F3-B02E7B78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587524-EAD2-4D4D-B971-13818DF6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3F683C-DB66-404A-A0F8-2F564DA5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decisions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0E4942-34B9-435F-9EAF-7E071425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what we actually build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506C4B-598F-426A-B796-0936AB12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Plus, annual, token video, image-first Life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8505BD-8A64-4383-9BFA-D57FC3DE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deck does not treat competitor estimates as truth. It uses them to create bounded assumptions for AURA.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D222E5-5C40-4364-8592-7B74AC18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092294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C61B07-4B3B-4A9D-A5C3-A29A5B65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E3E44-3A01-4172-B44F-EFDEEA35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2B9CC-D3CD-4EDA-B385-B7EC6779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A4CEB-7D3B-4152-87D6-93C8616A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08D1F-1521-4903-B6C9-BE4914C0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The Four Numbers That Matter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B89D9-F560-4B7F-B2F6-47AB2D12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FAB8C-BD79-4EBE-AF0E-97DA01E0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964A2D-A071-4076-9108-EF5BDEE3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7113D6-7F98-4B5B-957D-36DB2F6B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9BE4F-91E9-497D-AE1B-9B3BC798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derived from Co-Star / Nebula / The Pattern style subscription apps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988929-B76B-484B-821C-F1C3A6DA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49980A-E9A1-46E8-A029-E9CF35E7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53B4AC-4F68-4454-80B2-24FAE159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3FC54-CE17-4410-B68B-F2960671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needs subscription + some visual/token uplift to beat long-tail astrology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DF1DF3-7E17-4E59-817D-9B1DF91E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D2B9F-ADE9-4571-9AF3-438F3928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E067E0-2663-48BC-8A41-8CD2BBBC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AE2CC5-809C-4561-B677-B76DDCA4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only if high-intent premium moments work: future-self, relationship,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4E24B9-E5E3-4BC7-94E0-FF9CE456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B5701E-81D5-4532-990C-B3927879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CDE3ED-2CC4-49A1-BD35-CC901AF2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 AI/image COGS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5F9EFD-297C-4A52-9323-EBA139D2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must be cheap enough for $9.99-$14.99 subscription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F39876-2AF9-4BF3-8519-EA165F52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If one of these four numbers breaks, the product model must change.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3C4E1B-046C-4EC5-A1F8-E64E3AFC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8451874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1993FC-DE34-4594-B144-131C6BE7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318E6-9B81-4183-A2A2-7FA1956C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35C23-5C2A-46E1-BC47-FC4C3DBD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0220B-2845-44EE-BE1A-9E517C2E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80EE18-B9A1-4978-ADF2-610B643B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Competitor Economics: The Read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144430-C2FF-4EC7-B358-78D04484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D5BEF3-CD05-44A7-ABAF-6F142F88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86BDC1-5666-4027-B689-15B98522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Proof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271F78-8777-4139-8383-A93DDEAE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BD91F1-3EDB-4C02-B6C2-D639415D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Competitor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08CE6-19F3-47E8-B077-49DFFB16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9C8BFB-4486-4A71-9FB1-709B71C2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it proves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79E7C-FE24-4498-B9A5-D515B7A0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8BF057-D030-41E8-8A7A-E2E8144F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14CE18-5FC0-470C-AF59-0E57106A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8ABAA4-9717-4553-8229-293C3253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Will people pay for personal meaning?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9A6ADD-DB9E-4C3A-B62B-3585BADA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46CAF2-4703-48A8-B582-CE5BD38D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$797.5K/mo, 2.7M MAU,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E40731-D7AD-495E-80B0-C6EB06F2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75FB2-22F0-4C98-AE13-3D7BF937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but conversion is closer to 2-3%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3BA650-1ED3-4A21-9214-5FA69162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5ECE72-EF01-495C-A53E-8D4B25FA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model base conversion at 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2EBEF3-D6CB-4448-80CD-F8A9D64E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C0E779-AF53-4DFE-88B2-D86608E2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spiritual guidance monetize?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375FED-DDE8-42D7-8F4F-16FB83C3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54536F-67F1-445E-9085-A65A6652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$718K/mo, 52K payers, $0.33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F2ACE-58E8-444B-9192-597CD508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873635-1423-43DF-9117-BAD0E8EF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but aggressive paywalls create trust risk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F1A989-5960-4329-A247-799D010A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C52E7D-6EFB-4033-AA86-99E1B191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sell causality and season, not vague psychic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EF9CE9-6ED6-4C00-B20B-1F6EA669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F40FC8-0D83-4D29-99A9-0C32DB2D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daily ritual become large?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3A8E8D-D690-4D24-A321-DF7B6C4C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969C7A-E91B-4E5B-AFF8-EBB12582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$300M/year proxy, 4M+ subscribers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B8B9EA-4171-4CB4-9A30-E19E8D06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CA6ABE-1298-450E-A5E6-FF4E6F11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if trust and annual habit exist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D20D23-13D2-4303-939B-975068DB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AE6C23-F928-415B-A636-F22F5D7F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after first completed week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CD95F4-2376-42D7-94B2-556B3642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0711CA-7F5C-4398-A5B7-21DFADC8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AI/avatar create paid intent?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2A2301-8FF2-4D68-847F-1DAB3B11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273CE8-8D42-43DE-812B-F3851E77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$2.36M/mo estimate, 99K payers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69329C-0985-49CE-84A4-921590E5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F7BE31-8DF6-41DF-8BF5-18416328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users pay for memory/avatar/voice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E8DE2A-573F-4B61-A8AA-1263AEA7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56DE2E-1BE3-4098-8693-3E05BC45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 memory + visual identity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CE30BC-0901-493A-A3A9-617DE1A2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88A909A-B681-41F8-A2EE-B72F457A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urgent guidance lift ARPMAU?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432279-08E5-49AC-8D1D-1BE30BD3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4E334DD-1030-4599-AF0B-7152DF5E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13BD8EC-98DF-44F3-BE9C-4332FC76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420749F-FDDF-4A96-A9ED-23F80911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yes, high-intent moments monetize better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3DA05C-62B8-4E6F-9CEA-9CD84962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E409D01-49CF-44C0-BCD0-64B450A3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FDB9DA8-6AD7-48CE-B52B-C32572FC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model base-case like subscription self-discovery, and upside like premium visual/guidance moments.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F69F47-D141-4613-8795-C2BEF960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8980694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4718B5-63DC-43A3-8C89-C20CEAC8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85F93-0A3E-4914-9982-0FB58D45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162F1A-7D17-4045-A8E2-F91BFC3B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779F3-8A2D-49C8-BE95-E27F6665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F6312-C766-4814-8785-2667D7C0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Astrology Unit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A0C4C-85B9-4270-B07D-35489BFE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42D9A-5905-4147-B2B9-A7C83291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7D924C-747E-431A-9846-CC4B9455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7013A-422B-4AB9-9038-660A50EA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FF9FD5-1C59-4AD4-BD05-CE1E2EC4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A5120-F413-48B5-A370-30D38A94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3BCC3-65A3-48B7-89E1-E1935132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economics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123EF-E436-4659-AE01-560213C4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2BBCF-F0C1-4851-8A1C-8CE12E97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1EE74D-C20F-4040-9EA3-9A1622AF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F6644D-6966-47C0-AB6D-7CAE4C1F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A11E10-B676-4C4B-862C-3CDA835F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F76362-6AFA-489A-9613-78C739C2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$797.5K/mo; 2.7M MAU;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7AC35A-9E08-4AD7-B6A4-C97D526E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0EA4A6-2CA7-412F-913F-8CA2886A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$8.99/mo + IAP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426D21-2610-45B6-8C96-E06853B1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9B5B33-8249-4BD0-8401-945157EF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should be 2-3%, not fantasy 8-10%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46F845-AAE6-423C-880A-109F7F00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D83915-6D32-4FFB-AE5F-F5FC8B38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A0B8F4-C76E-4410-916B-75B5FED4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B8A929-BFCC-4E0A-8DA9-FD1DD8FF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$718K/mo; 2.2M MAU; 52K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D9A7CE-185A-49AB-B555-57FFE1D2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C8E12E-17E0-45ED-BCAB-C3104DEC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$9.99/mo + weekly IAPs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DF6D46-2AD5-489F-982D-6A047124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B3CEE-6C88-4654-A729-5132180A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monetizes, but paywall trust is fragile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A905C4-A158-4CC1-923B-DE224CCC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5B8926-D028-4CBC-9F62-EF43E5FB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D06D72-B1B6-4ED0-9BFC-FE18BC32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341EE7-CCEB-4BDE-BFA8-9B22C620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$36.1K/mo; 160K MAU; 4K payers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DA3542-8E57-494A-978B-2EB94259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A6668C-3E94-4812-91F2-613DC361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1F516D-0620-4556-ACD6-ED553881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95F6EB-FCAF-429D-A40A-FBCE5952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works, but depth alone does not guarantee scale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5BF233-6D62-4CCB-972F-98A26EEB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E05385-0ABE-4993-8BD0-3B71470B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18FF1C-A201-4DAF-9B94-A366DF67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6E0954-4807-4FF3-8409-E181EE35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$547.8K/mo; 2.4M MAU; 34K payers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E7E89E4-3EEF-4DFE-90E0-99B5174B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BDA13F-679E-4044-BCEB-66A1F8D9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6A6384-FE50-48FB-BB52-C19983DE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BD9CA24-B1A9-4C24-8D90-2C0D75D2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can bring huge reach with lower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A226931-0275-42BA-A960-8149EEAB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AAB9D0E-39FF-4275-97CA-E771F324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2925BC-7141-475D-B503-143BC94D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B7C1F5-A2BC-48E2-953E-6AF7F3C3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$440.8K/mo; 242K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E60422-B8C5-4B2B-96BF-874D7EF6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4857368-1DD0-4C0E-B031-3ACE77F7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E5DD6C2-CE2D-40B2-984E-B5F85B32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67FD7D-5434-4CFD-845E-6DD6EF49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can lift conversion and ARPMAU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C837E6-CDF7-42DD-8B3B-DF1E95AA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42B07A-DF8B-45DE-A1F2-9CD3BF72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51BF47-84C4-45AE-A20B-78876F00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168FAD-7A8C-4EF9-8A28-6C649807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5DA019F-E262-406C-9248-D2D62CB9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7A27884-18BB-4CAC-884E-CBD7F06F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not pure app subscription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E9100E-1AB7-4D33-ABF4-2347848B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7B5B657-7212-46FE-B93A-88D00466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is upside later, not MVP core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40B4A18-A6B7-431E-B6B7-541B06B4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 layer: Rev.now estimates and public company/press reports. Directional benchmarks, not audited internal P&amp;L.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5E8807-9ACA-4F6F-80D0-D99495D7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2592029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EE4113-BA0D-414F-9AC2-FE871AD3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15D74A-AC17-4E29-9E91-8422B898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2790D-C942-4D35-B828-D91CCC06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4BEF8-B025-476B-8028-5BF8E62A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D6CA5-926B-4663-8468-C7BE5714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Mindfulness Unit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AB446-CAFC-4F7D-971E-6C5046DB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958F9-3B78-4BC4-923C-0DE5AEC6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6330B-2977-49F4-B9FE-3C16176D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5DA8F-82F4-416B-BBC6-84F95646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D1687-8D06-47EB-BFD1-12EDD0D4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E74251-70A3-4F53-91E7-21823A8D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734DD-5711-4CDC-874F-7F1308B2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economics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C47BFE-7156-4386-B10B-CFBDB896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BED08-303F-47AD-A81F-2E1FE99E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FB068F-1211-49DF-A07A-1C7F394C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5A0A6-E176-4B1E-88EF-9A863593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D3D2B2-E388-48AF-947B-1AF16A4B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A91098-12B9-4473-9A3F-16517807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$300M/year proxy; 4M+ paying subscribers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3E03E-3904-4CD5-B59D-CE197044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42F5B9-5B65-4287-8ECF-C74AAD2F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$70/year and $14.99/mo price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CB472E-994E-44A0-9064-68B6004E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BF2A4F-F8AA-4C71-B948-5679A4B9A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can be very large when trust and routine exist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94861A-23EC-431F-AB97-D8181214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DF2371-B4D3-4795-9552-23AD8D23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E8466D-6DA6-46E9-94B9-F6EE9EE8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FED937-5BAF-4CF9-AA37-1A199F12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$2.35M/mo; 3.6M MAU; 85K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D6E762-75EE-4572-89CB-C94E5693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31C634-677E-45C0-992E-0CFC6718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5469F7-0A52-4818-88F6-B6FD5719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D391B1-BD8C-4B85-8E0C-13E3575F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can monetize above astrology ARPMAU, but needs retention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D3F551-8BCD-4D82-9BD9-6F28DF15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2A6DE5-C604-4045-B9EA-E4DC0CA8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D2EAC0-47ED-4BF5-BA23-96CBF03F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CBA232-3B51-4858-8F30-08620B4A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~$200M/year brand proxy; app-store proxy ~$39-40M/year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D11671-58BC-494F-8A69-94884593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514D14-E7D6-430D-9835-7DB53722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$12.99/mo price signal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EC275E-8A32-4100-9C87-043A3C8B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A2D8D7-F03D-4E08-A8A2-6B01B3BC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can understate visible app economics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A36D53-F722-45D3-B288-795B447C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7968B8-CDEB-44F3-950E-26F31849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FFF8E8-5713-43FB-B351-B637BA8A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15CD54-F73B-4C77-B78D-E89687A6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$492.7K/mo iOS leaderboard estimate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5BCB47-C8ED-4AA6-A899-00269AFE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6578AB-60F5-433E-A14D-F5A8D5CE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$19.99/mo; $129.99/year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ED539B-9855-4A48-ADA9-82811C6A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655E3E-9156-4054-9B06-7F98D362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can justify premium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FC5E5D-A9AB-440A-8D93-2AD8E136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ADFB4E-E8F1-4350-B398-D969E11E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1BF8319-BFFF-454E-AE9B-48F25395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C3C2AF-24B9-4589-A972-D9CA05FF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$180K/mo; ~317K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37841F-28B7-44AB-B4C2-C88FDA9D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7189B8C-5B4E-4F3E-8EDF-1BDAA4B0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0512F33-F0EE-49AD-B342-68F6532E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67FC973-4AAA-45B9-87F7-48BFA3DE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can outperform generic meditation libraries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D7D7162-4E73-45E6-BED6-6FC37E1F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2F47F7-AF37-4994-8712-8322F113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A687F1-D08F-4730-8B07-23B8C36E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D1D144-9919-4E87-A0CD-B603D08C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$118.4K/mo; 629K MAU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B2E0EC9-373A-46B9-83AB-11092C4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973E76B-4096-47A6-A996-64B488B7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1B264A2-8197-48A7-BD44-936C5754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4A7689-6567-4D7C-AC07-1B83875A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large MAU without strong monetization can still be thin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D90B99E-E2B7-4EDC-A9E1-E9AF94DE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borrow daily ritual and annual plan logic, not build a giant meditation library.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EC37E68-97A7-4B43-9911-FE2D299B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9515541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162E2C-0C6C-4C93-AAC6-238DB22F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75228-2CFF-498A-97A9-92780BF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12325-5DD4-4915-8CAF-C27EFFA0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9C2B4-1E0C-4BC6-96BF-C31FD42B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1DA83-EA34-489E-8796-66784C51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AI Companion / Avatar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078B8-F1FA-42A5-91F6-AFA9C4D2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1BAA7-1DC3-48A0-9C02-7E1EEF33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DD0001-FD7E-4D29-906A-ACEED671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CA131D-F55F-49BF-B813-8324496B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838C1C-07FC-49D3-B486-DB67777B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5A99F-C576-471A-BC97-80B34701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57D5B-9B29-44B0-B5FD-B54AF784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people pay for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297B70-AA34-4D7A-B837-9F2F7263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CB4742-97F5-4964-ABB1-CF7B90AE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0C51FC-8A75-4EFD-91B0-EAB69B75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103BC8-25AC-4A54-A767-8B0D8462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334A6-F4CE-4179-8EBA-0B0C3124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3789E2-14E6-473B-8506-CD841D02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$9.99/mo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9D687-CD8B-4050-90E7-EA2D6FE3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031B60-3B9D-4B37-A600-5F17E876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12E8A3-8ABC-432B-979C-C76937CF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39BB44-6D1D-4564-9464-E60EF737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can monetize engagement, but inference cost and safety dominate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53E726-09D1-4FC4-BDF1-284C4C99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B1B8B7-5755-4657-A34A-95400437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8BB37D-465D-4B21-9C26-B204996D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C89BC4-7740-4860-A30A-C6C13C94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 estimate; 99K payers 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E8311C-B7D4-47CD-A71B-CF9CEE4F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D8CB55-2E06-4857-BB0C-1D97AA65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AB9486-B13D-420B-A5D0-4B7D8D4C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29A4BF-59EC-439E-873F-41DB5B79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pay for emotional continuity, not raw text chat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8C8C76-FCBD-4059-8F0F-58DA792C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9F2B20-D3F1-4076-9E69-4014FEF3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0A9CF1-9FB6-4483-BF64-EAB1CCEA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9AD760-33E6-4912-BBDF-4A2B3ED0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$1.5M-$2.0M/mo public estimate range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99D05B-5E4D-4B93-A84D-5918F2DC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0DF92C-C19F-4E50-AA3E-7FD53E86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0B21AF-0980-4041-A936-79BB780D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01E9FB-0791-4DEF-AA43-D822AF2A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can monetize without scary “therapy” positioning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19691E-B970-43C1-AF7A-17DCD261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7B17BF-3124-4850-81C0-FE6391DA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ECE6AC-C8DC-4865-B818-4324D4D2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C3E288-DCBC-449C-A276-8CDCE035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proves avatar video is paid compute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BD148A-DDAC-4AD0-9046-E528AB37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99FF28-A474-4214-80E3-48D0DDCC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or plan/credit based pricing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B9B1E8-E519-4478-B2BE-71BD3FA0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891258-2CAA-45C0-9CC8-18671859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is a premium event, not free habit content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F66A2B-21B2-4CA6-9C67-E251A614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4142FA-3309-474C-8E20-ADFCA0F0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168155-94A6-47D0-87B4-FD6335D9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46620E7-5D49-4AB6-BE50-C8A05938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$9.99-$14.99/mo + tokens target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9A7BBB0-C866-40C8-ACBF-73CBB13C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56D94A-A9E7-41BA-ABA4-F233D480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A444383-01D4-4D45-9266-32FCBB75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438DF9-09F6-4B0F-BC59-B0D3FC88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must be a cost-controlled AI product under a premium visual wrapper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33A6DA-4A8F-4277-A3A4-3059D69F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avatar is not decoration. It has to show the user why the week changed.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24C833-C01F-4F37-A12B-D9A10E13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841381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194C57-96F2-42E5-BD57-C6D61BCE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6DE91-1591-41D9-A053-3A296BEC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92231-1869-4D58-A99E-6AB63583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B9252-87C3-449F-9CEC-6518D098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3E5009-BFC3-4D28-A91B-B8FB078A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People Actually Pay For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485F10-B0F8-49F9-B1FF-9A624E0E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E05C74-637A-4B8D-B74A-E30F61E9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DF236-DDEB-4985-8EC9-760D816B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object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3A505-D150-4549-8B02-398B96BE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8F843-78C5-4D52-B933-73854038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Seen in competitors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6958B-3835-42EF-9E8E-7D2BC2FA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B96455-89D6-424D-8942-1FE4B898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users 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7A0C9-0EA1-445C-BA8A-FFED72C1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A7172-452F-403C-8569-AB7DCF54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equivalent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C62350-8E14-4A49-BC47-132B1548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B29DEC-BD16-4A34-ADE4-5B2D0237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subscription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B14B20-6100-42EA-AD76-CE4CC54F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61793C-6B51-4427-B13C-75AB1DA5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F9168-FC1A-4362-907D-CCBDD315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543F8F-6F5C-462F-AA85-4B4A37CF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regular personal value and lower friction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05316B-F4A8-4A3F-A0A9-0D90CFD6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0CCD9C-9B11-4652-8A43-28BA1CD5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412895-631F-403D-B080-B7E86551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9AC992-AC9E-464F-8376-91E32152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subscription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D103D5-8415-4409-81AC-3A939DC5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B51BD6-5310-40A8-9E79-0276A3C7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44442D-2281-477A-83E4-3C365FBD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24EE24-42DD-4D63-A78A-F808C46E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and cashflow when trust is formed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DC2D9C-1E61-4775-AA49-2D812FF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BC8087-AC9B-4E5C-BECB-52B5A5E6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 annual after first completed week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86BB64-0C3B-4567-AFE3-92F61D04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E80163-E1CA-436C-980A-2A7D72CB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2FA51A-E4F7-4020-9676-56D6B42C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9EFCFF-3827-4AB7-BC27-7D653E40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EF759E-5D77-4343-81FB-5F42D317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617613-4DAE-4FD1-88C2-629A6EC2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emotionally high-stakes personal insight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42293A-9C79-4D53-A60B-72214D08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BF6813-BC45-4AD7-814C-DE80F36A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070EA1-5C6E-4F19-9E9E-CD14CBC2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995ABA-90BC-4324-8C83-F52744AD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or urgent guidance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F320F0-86D3-4FAA-A3E7-B5CCDAD3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D49A20-5BFF-4584-A523-7D3D805E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47E382-772E-431A-9375-4323FF4A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84C3C23-6D96-4D3C-8312-5A154C7A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anxiety moment: “answer me now”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60D408-F702-4B04-8518-07F5863D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0CEEA26-C351-471E-8FEB-D3486CA4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assistant first; human/creator layer later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953F196-3469-40A2-90F7-8D84519B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A11AEB-A073-4E91-9D68-728F8475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719A5B-BFA2-456A-B791-EBC80C94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79CA3F-0563-4702-B10E-9465C5FD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B206FE-E616-40C9-91D8-6DAAF8B3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4AB40F-E114-463E-B2FE-D66F63BB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of self/future/period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15C5CCF-624C-4B75-8012-11A010FD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873134-3449-4673-A180-2E00CAE8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or future-self video token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F218A58-F69D-42EC-93C1-6A75DD76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8471727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5B2FD6-EE71-4C13-9D0C-A8173AA2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316B8-99A2-4771-AA5A-ACB69D6C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A80BB-47B2-4B6F-B1BD-FA0C7C00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269FE7-78B5-4E79-9E29-488F81BF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B4021D-81C3-40E2-B3D9-207337F4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 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2775D-C719-449D-9F67-88E807A1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64FE-6FE5-4A4F-99B7-E5AABD1E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7EF531-5A8D-4C72-A3D8-E285CEC6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F1F28-BA3E-439D-97DE-635BA45D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686C1-3D72-4810-AC21-816697E0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F1D709-E370-4BE6-AABB-8ECBA867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44872-08F3-4F99-9519-850BAE80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Included generation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B9D2C-E6F0-4CCB-86B5-DAACC665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91E9B7-3D6C-4149-9016-B059561E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 margin logic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9B418-1B71-4597-8A07-13597989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818D1B-42FB-4A7D-A156-B193CEE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FBF075-B597-46AF-946F-AB972BC8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4264BC-4691-4F0C-9F18-E5078458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8D3FBB-666E-4869-96B3-38AA9ADF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735E7A-F49E-4499-B358-73B7FCD9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forecast + Day 1 loop + one medium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F4DD1E-35FB-4EF4-82F0-0F42F9C0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0DEAA9-CB33-4A6D-A9B5-7D01D1A1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goal is activation, not generosity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8DD9A4-718E-4E18-A329-0EAF4004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917F52-2474-4AD5-AA9F-0F81CC33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monthly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A845B-8B88-4E76-95A4-721BFB73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0597E4-508E-4110-86AA-A079ED2B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A59372-68B3-4D25-A4F1-AB12537D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21E554-CA18-4215-A59C-FAD3C305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loop, memory, weekly recap, 2-4 images/mo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58B15A-804A-4EC2-A680-C1213BBD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DCBE35-5645-4647-9A6E-00550F22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app fee ~$8.49-$12.74; COGS target &lt;$1.50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82163B-BE5E-437D-93F5-7CA5E097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FF38C7-D92A-4940-8A7E-516EF595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D39219-7348-47D6-8A2F-611303FA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756D12-4081-4EAD-9E85-D7FCAE1E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$69-$89/year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764A1E-ECE2-4E44-AF98-B806D274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AC6103-5F8C-476C-A535-F6D0AF78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same loop + annual season framing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2801E9-8093-44F6-8D91-8541BB9A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8730F7-AA15-44E7-B5E5-6E7CCEA8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and lower churn pressure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5D6AD5-1F8E-4305-BA37-52B9C80F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CB7673-4953-4630-B849-31E4B0C2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video token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318537-B4C2-4F87-BBB4-ED9819E9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13EF6D-93CF-4403-A094-66E6098B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$2.99-$4.99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CE9453-0D1B-47E1-AE1A-AA90FEB3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6BBD431-E1BB-4F09-9FC7-426BDF2C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Runway/Luma-class 5-8 sec visual moment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50B350-17B8-4B10-83E4-4D5D87DD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E7F32EE-A679-4F26-ABD8-28C50DE0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COGS &lt;$1 and retries are capped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261141-C4FB-4BCB-A788-2801369F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5A2C72-D2E9-4582-9DF7-F0C797DB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187683-9D25-4747-A90B-5F23B499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624902-0527-4F4A-8791-0AD5F990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$6.99-$9.99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4E5F63-0517-4374-829D-F753CCE4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E0A3EC-EF6C-4DD5-ABAE-E82C6184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807CA60-5633-4365-A91B-9786BB22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2B5654-7170-4242-B1DF-54A4964F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needed when COGS is $2-$4+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2E375F-E21D-4C6B-847D-F5C41267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2C19B3-6DDB-4AC3-B32F-22DE2425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EE862EC-F4E0-425E-B2F9-B48E4B39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CBABBA7-92D1-499E-9332-E07EB87F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95858CC-7250-460D-ABF3-F91827A6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3C20C36-73C5-4527-BEEB-AA34880C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E65EAD3-B03F-44A2-A9E2-8EC9D1B7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87CF923-D5F8-4D18-A385-E3D2ABD1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monetizes content leverage, not only compute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03B76E-8047-44A5-B8D8-DBA33EC3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AB36A9F-8F8E-425A-92C2-0642C482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not sell unlimited AI. It sells season, memory, causality and rare premium visual events.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D5109CF-E613-4724-80F5-078E468F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45747118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576F04-F96F-4D18-9247-308D309F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622F4-2B3B-4577-AD56-0D3A45C7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C61E0-5287-4C5A-9B56-7484DDAA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90F13-AC13-42A6-B1D6-49A4F195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50D64-8A85-4C7F-8BBD-4F35EAE6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Conversion / ARPMAU Assumptions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EE425B-7662-401F-8AF5-3D18D645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8FCF0-3352-4D3B-BCB3-79C884E5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BFFDB-EF26-4BCF-90FB-F3E1AE6B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D4305-24AB-4781-99A4-8A2E0B02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C9B9F9-1094-4C71-8542-6F256B37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DD9A9-7DCD-4C0C-8691-891CE2A5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A40337-55F3-4118-9593-8ABFC6B2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8E7133-C5C2-4691-AE02-F09BEDDD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DF4DA8-5A57-4827-8AB9-B6064785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EEE3F1-E04D-4C01-AE4F-90454EAB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94DBD-D6A8-47F7-A31B-4C86F9FC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25A80B-F52B-4B7C-A4A1-4D11AAB3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2585EC-4D6B-4433-8A4C-5D38E2EF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D760F0-5132-454C-A89A-95CBF266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6CFA6-A99F-4891-AAFB-502C7315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A55183-F232-4EF7-A5F8-8E27E784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6D455D-B57E-45EE-BFFE-3E6D47A3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CD9029-F2F4-4AF9-8F96-DC07526E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98B872-3DCD-4EEC-BA29-529232A8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08A62D-755F-4B8C-BF19-03A3BEB3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E27672-0574-4724-AC82-4721C7C5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1AA29E-F615-4008-9982-B27C6659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B2CB78-2732-4DF8-8ABD-CCB45969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7C4DF1-E354-40C8-AC66-E163BC68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EC3DC8-E49B-46AA-B210-0C9E32F4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E29A33-D720-4E34-99FA-8185160A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FF92C0-4E3D-4E64-9F11-02473B59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C66590-7936-4278-B7D2-BEFCF0B0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072F23-E1B6-4F30-81B5-706AA00C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$7.99-$9.99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E0B47F-988F-4C4B-984D-3CAA0498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B2A7CF-68BD-447A-83E8-6DFC428A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E20CAE-8A0F-4F71-A831-2DFA42C0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0897AE-A31C-4E9B-ADDA-0EF5517C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42AF6D-0D9C-46EC-97E8-83A88228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C19B10-A9CD-443A-A2A9-5FFB9F04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AA6541-420F-41AB-9BE5-5C4B8FD4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20F426-BF9D-4466-9046-C92B485E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2CACD2-07BE-46BD-9EC4-FC9FBE97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8BE68D-0CAB-4B4B-BD99-3CA8F085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F935EF-6270-4AF1-BE68-9FF21EDE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572AB7-132E-4630-8349-96AE8F93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58E375-16A2-4355-B066-1A265B05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E7C497-3A01-4A06-9A11-7E2827BF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1D2B06-7CFC-4D3A-89DC-F13E11FF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BDBA71E-C62C-4A62-9CA7-E560EE97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63BA172-72BF-47D6-9ED8-E2F95812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FEEC6F-0731-48E8-A58E-35951ED6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9B65DE-4C14-40BC-8820-123372FF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F5054F-A921-487E-9083-23ACD518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A536E0-9785-41F4-A87D-FF83ABE8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475594F-E24B-49AA-8956-54505133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FFE2026-211B-4205-972B-0743DEB8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DE0377-702E-463D-9097-8561257D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8C7054A-E999-4614-A229-FA256090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E5FA2D3-7062-4FCE-93C5-99765A94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causality is understood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35D528-11C0-4C10-AF20-7C048A72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4A34174-8749-48EE-AF39-FA5E6643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only with high-intent moments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5D48285-1046-4657-9CF9-437FB23B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These assumptions are derived from competitor estimates: Co-Star, Nebula, The Pattern, AstroSage, AstroTime, Calm and Balance.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0C40E64-19D2-4B37-BEAC-C89C66C3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6C67736-5996-44D4-8756-095DA82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9420989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8BC370-9058-49AB-8E76-7E5B124F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BA833-835C-4DF3-9A8D-68E46A20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6BB65A-1CC4-4FDB-8425-A1D0B7A9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7892C-BE7F-4DAD-8D38-0689BB92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57813-FC4D-4ED3-B5B1-259BB6F1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From Benchmarks To AURA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1FD17-CA9B-4C08-BDAD-60304029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D6BAA-D077-406B-9181-8737B4D0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31E2AA-04EC-4184-85E8-19675E62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E59FA-B709-4E6B-8A0C-B68533AB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097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5C822D-D801-4EC6-B948-8F28B485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763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Observed / benchmark range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52936-C3FA-4EF1-B15A-CCFBE852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4097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A6B83-9FAA-4AA1-8D9C-6346213A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4763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base assumption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E8EF35-10B4-4E0C-8AB2-98E19CD1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097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7239B-B2DF-492C-8B11-46BB0F48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4763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this is reasonable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C7EC0E-B15D-479C-87B5-B54B3DA6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29A7ED-D961-427F-AA1C-CEF75723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2174A-6339-4FCE-9F69-84C990B2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574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0D927-6FF0-497E-BC78-6621C5AB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240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1.4-2.5% subscription astrology; 3.5% Balance; 4.5% AstroTime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A62202-0649-4824-B459-54DBBBAF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574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7D156D-01DD-42D8-B6D2-A9092045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240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CC905A-1720-4AF8-9008-25E076D8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0574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B39573-0571-4BE8-A166-67028845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240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case assumes value is proven before paywall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CE677C-C730-4AF9-BB27-3F869D04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5860A0-E15F-4213-9665-EC9989CB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F8D908-5E22-4EC5-9B54-FE29F2C7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7051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8EEB30-A396-4D7E-8112-E56C8A13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717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$0.19-$0.37 subscription astrology; $0.57-$0.65 wellness; $1.82+ urgent guidance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EB8840-CDED-45EC-9FFB-B8118B7C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051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5E148B-F1BD-46CD-8919-BD67AC4C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717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C35389-4AA1-4EAE-BDB5-71E4C8EB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051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2A7D62-B86A-4A46-88B7-B529511F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717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needs to outperform generic astrology through visual/token uplift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5138DE-5075-4B75-A18D-E1018FAF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528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29DC83-7869-40BD-BFE6-73405B82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194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A605BE-3FA8-4B6E-8226-ED1F5756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528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AFA47D-888D-4189-A41B-40883724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194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$8.99-$14.99 common paid band; $19.99+ premium teacher apps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3C10A-EFE8-43BA-9F90-782C21E8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7F5C6E-A5D6-4D19-93FE-1EC1E872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4194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C9B478-1A14-4280-9311-9D2BED8B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3528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4B6A07-A2F2-4D64-A780-E9F76906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194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sits inside proven consumer subscription range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AE15A4-EA9E-4922-B158-A342AF22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3D911A-6715-4A30-90E2-B2CC6379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B5C7CA-2A01-4229-A3B1-612BA7A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005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C9B6E2-ECDA-4F03-9340-B47E12AE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671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8s; Veo ~$4 / 8s; HeyGen ~$1.50-$2 / 30s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97B536-031E-4A0E-9B80-644DC7DF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005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3E9A05-354D-4E1D-9F6F-7E2FD807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671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Runway clips / paid month; no free video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130A588-B3A5-40F5-858C-CDCFB3B3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0005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CE8A95-763F-4961-B484-5949008C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0671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video can sit in Plus only if model, retries and count are capped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EC9C4C-1465-4E7D-977C-47268FB9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D3CAE3-0A57-4840-A7A9-E1961F11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148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A190D5E-B100-4E42-AC8E-96D06E86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482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F330C8-1BCD-4980-BED8-30B2666A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148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$50-$150 organic/social; $150-$500+ paid web2app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3FB4678-9AD9-48AC-8FA5-147A40EB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482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5FE936-914F-4C42-A33C-BCB61D88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7148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 base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A6B3916-68B9-4BF0-839E-626E3719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66A2957-E0FB-4982-8246-E63134D2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7148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acquisition only after retention and paywall data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D536692-CDC2-4845-A45B-A6A88496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is the missing bridge: competitor data is not the model; it is the guardrail for the model.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94FAFF-1338-49A5-9B43-FBD54E75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83744330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F8956E-F0B9-4411-907B-012D258A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FEC5B-998A-44D2-922F-7789C738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D3BE2-02CE-4CBA-9703-804B5196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1F461-2FB3-4D1C-8A22-6FFAAC90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50C421-13FB-4A98-A534-48D09567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Generation Subscription Package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B9F20D-7F7F-4DAB-9B0D-4BACE94E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893894-9168-4494-9ABC-F7543E4E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25241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8CF31F-3702-4D0D-861E-DD9B5699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621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 PACKAGE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06840-F81B-4A67-A2ED-00406F16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38375"/>
            <a:ext cx="18573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cards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8s videos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35247-86ED-4724-834E-E6A2E4AD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~$2.40-$4.05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3250B4-DD75-4C80-8064-7DD745BB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/ paid user / month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BCD72-19E6-4608-929F-3FE3EFAE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811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370D2D-BA23-4C83-96C0-C89F374C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478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948CA9-E7FE-4706-AC53-BB4B8000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E2B4BA-18A0-4F6F-A4D0-AF8D9919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478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Frequency / month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70F3DC-A717-4B72-9BF3-61B67064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4954A1-52A8-4040-A238-D1E2722E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4478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Model option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8E9B04-A876-4942-B3B6-A5325C12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6CFFE0-E8CE-49E0-A614-90712947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4478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 COGS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A92568-6CC3-4039-9A27-BE7EE75A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3811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53FED7-0CBF-4A53-8646-FF2664E5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4478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COGS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435781-271C-4064-A6FE-60224ED3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954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A11D53-D424-47DE-8E3A-90C6DD88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621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 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A200E5-0B4D-4142-9B5B-3448E31D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954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C0988F-BC85-42E4-955E-748AB330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621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B03C33-195D-44E7-9588-191C8188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954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E27FA4-11AC-4E7C-8211-2F46825A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621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LLM mini / structured prompt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99CB9C-90B2-44C7-BF13-B89F935B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954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BBD177-96DF-467B-82C4-0DE37888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9621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$0.003-$0.008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C9D6B1-D34A-4305-B744-C6A432C5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954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02002-86AB-4069-BA64-C19AE7E3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621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0E3E9E-9277-41E4-9EF2-B425B37E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D3CDA2-A47F-4D0A-9FD1-0E1598B2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image / Life Canvas frame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7AAF61-FC3C-4390-8416-CB32EA78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38B868-6DBD-498E-A6FF-CAE2358C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CFA69B-DC55-412C-AB60-E9BAE690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40D713-8C5F-4B34-9530-2423FEAC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765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gen4_image_turbo or low-cost image model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376A83-EF70-4E9A-8ED7-42727461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098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87DBA8-F596-4634-96ED-9CA1A4CC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765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$0.02-$0.04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18F039E-937B-4910-8E81-11A4A26C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98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7DE11E-D215-43A4-84C3-B129BF3E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$0.60-$1.20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35F3ED-BD72-4ABA-A2FD-90090416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241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A9AE69-BB96-40E4-B4A7-18A47266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908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8s video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8956B0-8384-41C2-8128-E8C58C3F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241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7E13FA-729F-4D78-8349-B43EBD3B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865D69-4067-41AB-ACCA-BBCE0553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38B7BF-625E-4A3B-B071-5C28F8A1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9908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Gen-4 Turbo, 5 credits/sec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049992-E1F0-444D-B099-F0591A7C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241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81130B-0FE3-48F8-9946-3E6A9395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9908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86CD795-130C-49DC-9C3A-0304754A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241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ABA0AA-C2A2-419C-99D4-274DD6D7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9908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3891986-E159-43FF-8042-7298FFFD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385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D12E2B7-7335-44A1-BCA7-BDBAB282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5052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Retry / failed generation buffer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9B6CC6-0A5A-4136-9A33-67D97481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385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8AEFEC-2AAB-46FE-9B89-A81FB7C9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E1906F9-6335-42CA-8EC7-A205429A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385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47E44D-8E43-4F1B-86A3-CF4704F6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5052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media retry reserve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757B72-BBBE-49F8-8BA4-38555BCB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385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6146EB-5C1B-410E-9C8E-62EA92F9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5052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67F8805-E6E5-4DFA-A578-4DB991A8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385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887CECF-B14F-4122-B0D8-6D24166F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5052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$0.50-$1.10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F461897-DD97-4C20-A1C4-19C47D27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528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EFE2ECB-5BC6-4440-8316-7DADC996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0195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Storage / infra / analytics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A525945-8103-427A-B0FC-05CE750B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5F56559-521D-4CD3-A0F2-6F10FC36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95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2B04214-677E-49B4-B8F0-F090B7EE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FE87B9C-35AD-4583-96D4-7D4C3D2B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0195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S3 + backend + events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CD37B3D-3575-4ACF-A111-DDC5247D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528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6C05642-C042-4A10-AF40-789CD026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195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4269BDF-C969-49D5-8AB0-E3F8D7F8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9528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55CFE-B330-4225-B585-B9CF6521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95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$0.20-$0.50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2ACC3E3-2121-4795-AD8E-DD0F0667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FAE7F2E-7D68-46AB-BE9F-F44D4450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339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paid user COGS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2A759ED-582C-4CA5-A6D6-350258FAC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672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4AD7E96-6717-4B50-8A93-B40F0730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package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CCA7762-8130-4564-A7B4-263B8B48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672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4B54A47-BD91-456C-B833-68815662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339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generation bundle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7479C3D-4213-498D-AC86-29CF30EF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672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8532684-B080-401B-8259-6E0E1630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339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F913182-6613-41F7-AD10-90893CBC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672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EA424C6-EB32-481D-BB49-D59FA8E9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339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~$2.40-$4.05/mo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6AD4EC7-8C17-4910-98DE-652C852D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817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is the recommended subscription bundle: 30 daily visual cards + 4 weekly videos, tightly capped.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AC0FB83-2FBF-490B-BD9C-7DCD2CF7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410133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FB4429-9F39-435A-A68D-CC2BD79E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78C0F-6209-4CAA-B082-3CD6B785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95376-5788-43BC-8535-CA77E403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FD0A1-CEC5-412E-BB38-C8D69BEA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1DFFF-0760-4DC5-8136-23F99B8C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Free User Cost &amp; Conversion Break-Even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0B11CA-9431-43CB-AF36-A5952301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B67ED-E5E1-4710-95FF-DCEA36F7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E8CC9-2458-475E-A0C7-60435410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scenario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574E5-A4B0-4DCF-82BB-B6431C83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14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1DC2A4-F287-4C48-A264-0D568F3B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3811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Included usage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40F144-7242-47EE-B126-4EF2FDFE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144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B50C96-9773-4CD4-9596-B3E1D72E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811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COGS / activated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DBA6B-D069-43E0-9306-4DAF5193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3144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576B86-57F0-4090-9043-7AC43A94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811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must happen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24E680-B5A0-4FD8-AEBA-381A8C90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A4573A-71E3-48D2-843F-CB475794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Light free trial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A3F9DF-344C-4F0C-8ED5-5E378FFE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050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ACD7E-7572-455C-960C-B8299178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716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forecast + 3 cards + 1 image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A13A3C-B77C-4571-8510-A2B7200C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050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B3CD0A-E89A-4C73-8D6B-8E256976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716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$0.08-$0.18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F64D71-D37B-48A5-A102-0314B310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050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E11678-4FE3-4165-A506-62D3728E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716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for broad acquisition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38D5DC-20DC-49D3-A87A-D17631E2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955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FC8116-E862-4FBB-8C85-BF131596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7-day free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345180-1DC8-4C7D-B46A-24565AA1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955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1AEF94-EF6F-448E-99F2-9FAC3005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622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 daily cards + 7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804BE9-A41B-411F-A137-EA5675CF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955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5D1A84-016B-4117-A632-D0751483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622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$0.25-$0.55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B56E4E-8AA6-4688-8288-1240ADB1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955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F616D9-2A3D-4FCF-A0A6-2909A066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only works if D1/D7 and paywall intent are visible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146A06-DB2C-46E9-9B2C-61A58109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3EABFB-B886-488C-9415-E22BFFF1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video trial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A1FA6B-E6DC-4D58-869A-9AA0379E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861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A80E5E-EF26-4EED-9124-E57D6FD5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527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Runway video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F90E6C-9C8B-4B24-A650-B61A9BBD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861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7C0255-B22C-4EEC-A9BF-C5A27738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527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+$0.40-$0.60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71CD43-34D6-460C-8D28-3B59AF99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861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7FB6DA-8BA9-43A9-8901-42903FC5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527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risky unless it dramatically improves conversion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9870B7-62C1-4C51-8AA0-B288546E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692836-CF6C-485E-BB76-6D21F340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contribution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8FCC4D-BE92-4BF9-B490-5B925515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766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668D4E-074D-4D48-B021-8C499FE5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433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price, 15% fee, $2.40-$4.05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B12021-BA8A-4532-A58E-BEBCA49C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766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C12367-C5F3-41B5-B5C2-227A40F3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433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$8.70-$10.35 / month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884E33-8596-4E1B-8A8B-0724035D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93D174-6370-4C0A-BC08-C54BCA4F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433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subscription margin per payer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61F523-61A1-4B48-8ED9-A87E7730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757DA0-432C-496D-87C6-9A7F1501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CAC activated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C0E524-259C-4A4C-A369-645956A5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CDBFC96-6E7A-47DA-854B-2441CA2A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338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 conversion, 3-month payer life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8FC2B4-6471-4494-AD4F-79D325E4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FBE79B-C011-40E3-9764-DAA74710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338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~$0.53-$0.75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74AEFBD-8D63-4710-961F-45B354A7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672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B714526-401E-4A06-9DF3-99ADE4B9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338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ads cannot scale yet without better LTV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B8E04BF-C253-4CE3-A044-8974795C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1C8FE44-0DD9-4CCF-8953-02B0666D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24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CAC activated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A83635-E740-40D0-AC83-5F6F12C0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577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B5E8B50-81E9-4A19-BE6E-229AC1D3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 conversion, 4-month payer life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0232C85-91B6-4BA1-A6CA-24999EB9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577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D4A33A-192C-4E5C-BB2B-228FFC87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244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~$1.55-$2.05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63A9E0-BBAB-41C4-B45B-6138A339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577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89CE465-357D-40B8-BA8F-87498F2F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244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possible only with strong retention and visual proof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08920B9-23CB-4111-9A29-58F77EC0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3F3CFDA-EDC4-4274-8C77-DAEACF1D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are not free. AURA should test paid acquisition only after free COGS and paywall conversion are measured.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A2E357E-9E6A-46A5-8761-3A1FF0D4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77597713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D8968F-C74E-4A41-BACC-BDF1394C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A0E14-20DC-4521-B193-CAE4AA01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CDAA0-646D-4F11-BA02-E6ABFBB3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91B22-5B51-46C3-9813-2D4B812C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68F0A-A4A5-4D5D-A690-83158249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Generation Cost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746A7-9579-414C-A65F-D56EBCB6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44575-DD3A-457A-AE9E-D0BD003C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BA5B6-F4D9-4239-831D-237A9A90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5E521D-14CE-404F-95D7-34EB67F7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AD92D-77AC-4F03-ADED-4645135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946EB2-DA83-4E1C-A621-B3A7DBA3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DC4CE-E594-41B8-9713-F6539019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06E33C-FEA1-4957-BB24-36210C80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E321C-0DD5-414C-84BD-820B82B0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6C778-8210-4C7A-ADBE-C11F6CCC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CF8DD-582D-42C4-BC66-1F2BB28B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CE0745-77D9-4F7D-B9D0-B946FD52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3531D-CA37-4706-AAD7-6F082787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BE0D71-8D64-4AF8-AEC6-977940BA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D63368-AF9B-4914-82B5-B008A6E8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A20C37-53A1-4C19-B5EE-32E50B68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B686B4-443A-4804-AD0A-4503262B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is cheap if prompts are structured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EFDDFB-D073-43BF-BA59-68A63C3F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BC5476-B7B4-4AC6-8AAA-B3F4B611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E87935-8F42-47EC-AD44-F211D7CE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4D47A8-4688-413C-A390-9213A5B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7E8404-28AB-4B07-A389-65BA8D65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2B8A37-CD5A-4638-B8B5-5D062A34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CF2CC9-DE1C-4EF0-9F62-46EB5DF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E31F01-6B0E-4BFE-8157-935783C7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can be included if image count is capped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CC0EF8-35C2-4E39-8C37-1B5DB57E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38B206-32EE-49EE-8CA5-7093C348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E731F3-3BC7-4202-AC7E-4005A735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40E6B4-9D9E-455A-BA66-34142CD1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99DB9E-EE8C-4A33-B127-5663DB72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7EAC0A-7086-4D58-A7D6-41DCFC47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BF8321-87AD-4DFE-905C-E0E0C196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9BBBD7-D68A-4B16-A4FC-FF6A8760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cannot be free daily content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29CBC9-71E3-4824-8EEC-3AF03295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E6C18A-525F-4A77-96FE-8FD6591D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B86ED9-B254-4497-A9F4-071F2704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48433C-BFF8-4409-BE94-6E3E54A3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8B1D44-FB2E-4009-AE70-D82B692F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4C9F2D3-064D-4A21-A579-7B1BD24A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08FC92A-9AA6-4CC5-93E2-388E4012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68A7DD-FF0F-4941-9F73-3CEAF996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viable for tests, still needs retry budget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8CB438F-8BE4-4A6E-987C-0EBA6100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9E5777-2D07-4938-9F4A-5E9EB11F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31E9880-BD4C-42F8-8B1E-36748E1E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A3ED8F8-730F-4EB1-8DF9-CC0BF233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A2B5518-C727-4CA5-9409-FC602E08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DF9A43-C13A-40C8-9417-5E0F72CE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97E8E6B-C882-4E10-861B-F4464C51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2DA1D10-4F3A-4B5B-B6B1-60D6DDB1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better as paid token /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2AEDF47-174D-4A8C-B4BD-1374E3FA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512B1E2-9EEE-4D7E-A2D5-980F13AA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CAF1E9-CE0E-429C-B2D7-0738D16A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A844794-324B-4083-993C-DEE726F1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34808B7-E626-471A-84C9-353F4C76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EE5911B-69E1-47FD-8F40-155F28FB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926CF18-56DD-49F1-AF68-0FEB0521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5C613D-1BA0-4541-83C7-AB1CFF99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not a default daily loop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A5C2396-3FED-49AE-A2C4-0BACB615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96C7770-1565-4122-87EC-953961B5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CD71225-69A2-45F6-8781-7A461E0A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350F211-896D-496E-9724-1A034B9D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6059F94-E9CF-48A3-B007-10202C61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1D0F306-B367-48EF-8E53-B9F81112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E34D7D2-6C3A-4DBD-823E-5F8CAADE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76CB2E7-34F1-4EC2-9D98-EB9D587A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but limits/watermark/credits matter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5F1283A-B56C-403C-8A7D-A0113384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All prices are public API/pricing-page signals as of June 2026; exact billing must be rechecked before procurement.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693A267-083C-4578-83E3-930A830D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OpenAI, Google Vertex AI, Runway, Replicate, HeyGen, D-ID, Luma public pricing pages.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7494A61-1EC8-4C6A-B5BA-FFAA4512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7793305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D52243-83D4-4A9D-BA33-BFE2B5AA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3EF773-EE3A-48BA-99B1-0106C23F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DF86D-10BC-4A76-8E9E-CEFC170A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6C081-0F58-431F-BBBD-C2C96C18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1A277-ADAB-4799-89B4-9B3F47F6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Cost Per User / Month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C0C55-47D5-4512-B6AB-6A50E8D2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A475A-6C98-4722-95BB-B31A996D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0EA46-A080-4CAA-AF85-D4960CC5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type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426DF-C0F7-4CF5-B73D-780B49AD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924DD-51D6-425F-A759-608C6B50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609BE-6EB3-40FB-A747-B6A52005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F1AA7-76B4-48BA-A476-FCFE4936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32F8B9-F76E-43E5-948F-CD0F25AB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B3F033-A0CE-4183-8E7D-6400A55A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F70977-3225-4A26-9037-E322A270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45677-575A-4FCB-81CE-5DC69A8F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D184C2-2B65-486E-96CF-05743572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CEB72C-56FF-4DA0-A4A5-13C75A98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F36CEA-D94F-4CD7-873F-0110F5CB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750418-1E12-4F30-B1D5-82B895BC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CA7BD6-40C0-4E62-A4A3-77109C14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B1BDF9-99B3-49CF-A746-281A4974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if onboarding is capped and no free video exists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9BEECB-3F4F-49C0-9B5A-CB72B1A7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E454E8-D1C4-4349-8F91-027B5D60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BD5ABF-EA46-4986-8F4B-FCE8B3FE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EC4457-73D9-4C13-8A06-4149E607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264F27-E9E6-4C53-8263-B25D0CAB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C20E3F-5061-43D9-919B-721E3612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962001-2F9F-43BC-9530-54785BC7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AA1C9F-12FF-4D71-A58E-9587B0A7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acceptable only if retention and conversion are visible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BB5502-1368-4833-BD0F-AE6E6FD8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71E072-A833-4BE3-8D73-608102A0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with Runway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B5363F-A854-4150-83C6-F4E7A383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AE4DFB-BFA3-4D00-9188-44312A79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cards + 30 images + 4 weekly 8s videos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351F4F-3DAD-4973-A246-616D0DEB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3510FB-CD53-4646-B4F8-31DB7019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 / payer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20D8A2-B9FC-4441-A09A-BBB89278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6A506E-5549-40E9-B3C2-A1D5EA1A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subscription can hold margin if retries are capped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985EF8-EB9F-4A7A-9B20-AA3F244C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BD28E8-067B-4BE2-B27B-7019F987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with Veo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8B9B5A-ECBD-40C2-9C5D-8FB94775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531D27-EBA4-478F-8994-6DE9F36B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four weekly 8s Veo clips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BD6BDE-7834-4418-B8F1-B4CB8341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8B71373-2F58-4054-A20B-F53BF23D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CA7337-81F2-4F9C-BA28-8B0BC3CF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899D5B-D444-43A1-8474-093E165E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too expensive for base subscription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DDE6A9-3DB2-4A2F-AEE3-68304F50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3FE884-AB93-4EB4-B979-8B5DB98E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avatar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24EF987-08DD-47D6-B9BD-FAFFCE87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2530EB6-7073-4911-A2CB-BC11C447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talking-avatar moment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3223831-67E5-4C84-9707-A2A00196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A207C8-1999-4006-A2E2-BD333991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$1.50-$2.00 per 30 sec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569FD9-F3DE-49DC-9651-5AC5AEE4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7AB1C60-41AB-40A1-A0DC-8654201A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sell as separate pack or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F17EFC-261B-465C-8FA5-B2B59AFF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3736FDB-34DE-485B-8BA8-60EF2AEC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High-quality video token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0158CC-4284-4CAF-A272-F5951D13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5C192D1-B8B6-47C1-8499-D358D066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/ Veo / premium model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3C45C1D-93A3-4C5F-9181-655E7A52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AF35F73-1669-4075-A334-DB460B8B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$1.92-$4.00 per 8 sec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D4C44D1-DFE0-44A8-A308-5164155F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DDDE97F-E9BB-4260-903F-6B48D5F5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334ED4C-1BCC-4666-BB38-4A633AB8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F87E90-079A-4194-B4F5-5BFA9DD0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E822FE-F6C8-4E5A-80BA-DD82273D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daily product can be cheap. Weekly video is viable only as a capped paid subscription benefit or token.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6B895CE-BA91-4563-AD88-BA602727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5556506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064AA3-AEDD-4239-90A8-BBAF905C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1A125-8AFE-4206-AB12-81C7DAD9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126E4E-BF62-4128-A2D7-98344AB3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37596-E296-4306-9555-35455BFA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712953-751B-4170-B61B-62158816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Video Cost Stress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D9256B-53B2-4F4A-BE2C-D514E01F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F096E-1E0F-410F-9AB6-A1E1C68E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8E620-33EE-4286-8477-5D2E4935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F3AF91-D91C-4CEC-9703-40A89A11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2717BF-38CD-4A4B-86C0-379F6D6D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92AC6A-B04A-40DB-932E-75B0735A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62B3D-D2CE-46D6-AD95-7DECA15F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73AD48-C8CD-45C2-AA13-287D409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5A85D-2B76-430E-845D-654828DA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604E9B-0A22-4316-8C98-0FFA2C76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4966B4-A40C-47D9-BA62-A0888664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51F1D2-7794-4C6C-8AAD-BDAE3974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FD5422-5806-4DD7-ACCD-222FEAFC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Runway clips / payer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F3861D-AEC8-4C49-95CA-EC2B51E8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22926A-1FE1-4CC2-815A-BF13A768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B1A716-0621-4BB0-816F-22716AE9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1BBF69-36C7-4BE8-8E69-3DA45792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0C3A1A-BF1F-4DB8-BB32-272417AC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58E3DF-3B4A-4DDA-A89D-E57694DE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BBA4A8-D520-40B5-9770-31E734A0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2258D9-A956-445A-9617-227132FC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viable inside $14.99 Plus if paid cohort is real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A31363-7780-4633-AF18-46DFE175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BF21D9-35B6-4B30-A89A-BFEE4693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Veo clips / payer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87AAD8-9C4D-4DD3-A69D-833C3257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A41284-B2EC-481E-8110-8B6B1D70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092020-183F-4B2A-AEC0-FEFA8310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65981B-FDA5-47BA-AD62-0E0ED3C3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534992-8EB6-40C3-933A-49A25EF9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7BBBAD-4145-4BAD-AA6A-9911E31C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BA13E2-7FDB-4CC8-8B9D-2A9773B6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09AFA9-4CDC-4DDD-B42E-F0F33D46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not viable as base subscription bundle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D5108F-6F4A-4B7F-B254-B4E4CAE2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E8AD13-E8ED-46AA-8754-89F8E757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Runway trial clip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B5919B-F2B9-4E7E-9EA5-19F2DB9D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BE013E-02ED-41A7-BA90-DD1C7D73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CCB407-FBC1-4BDA-8C60-18392312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C73E807-63E9-44C7-B3F2-45A7AD37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725113-6CFF-4E26-BF7C-A82604D8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CE7983-BF65-4C9E-8853-E50DD564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5CAA4A-7468-4ACA-9FFF-E3568587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99FB80-895F-42F7-8076-87A93A6B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only if it sharply lifts paid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E9FC2A-CF57-42F4-BE94-7273ACFB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C2F2A5-4D67-4C84-A0EE-08A9E3CB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premium Replicate/Wan clip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A1DA2AD-51D1-421F-8F8F-140BD8CC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FC71513-5BA5-4D62-AE31-0CDD16DF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E09FD09-7954-4BC7-87F1-5A06B23E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FA529D-7802-4D66-97E8-B13CEFF2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0DA5BF-5DF5-410F-A496-5FF3B2CE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774EBF9-B149-4FCE-AEAB-E1F494AE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CC32E4C-B019-4437-B8A2-3B802135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16F391C-575A-4DE8-8560-6E216ACD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needs $4.99-$9.99 token or bundle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BB5504F-B09F-41B6-B64F-EC0E05E7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E421B48-7ED0-47A3-8A85-10567543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198EC82-310A-476D-9499-B8DCF91A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B879860-0585-4045-9581-BCB4B7D1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E275CA-4046-48DC-B096-DD58A57C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E9E305E-9171-489B-B339-AF79C5E6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3DFF4BC-BB41-4F9D-90B5-6DF3DE87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DD15D2B-F2F6-40E6-B7AA-EAC03B89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681A621-EE1F-404F-B3AA-573CB829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8754374-D104-4A0C-B531-8D3AE128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for premium forecast / assistant moment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55D931E-72D1-4424-80FE-88937568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01BB549-5233-4DF1-A31D-B630A9B2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Life Canvas images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B5561EA-D424-4D9E-9DE7-4BF6324C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F95BB7B-1022-48A3-B1DE-63AF4936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$60-$120 COGS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38546FA-B2B7-4C66-B728-2612DB39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52510EA-3DE7-4178-81F6-194ABD71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$600-$1,200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E53C53A-E612-4875-A5CE-82DC6622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143B0D0-38B2-4435-A47F-58DFF361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$6,000-$12,000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DE26DC7-2C7A-4C8F-A430-E1F94CE9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81B6EDE-66A5-41F6-9365-66E1FCB2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only for paid users, capped retries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5B66BEA-D05D-47A3-8CB1-436D5FEC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is the decision: Runway can be the weekly subscription video; Veo/avatars stay premium or later.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2EE8BC3-ACA0-47D9-B244-E28D14FE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72411470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FA3603-0A6B-49ED-B04A-C758A638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96820-D68B-4620-9C6F-09199578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B93B53-35CA-4159-B2FB-24CB7676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E4025-D90D-4BD8-8380-F8E11FA7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8AF8E-EA69-47AB-9B26-0882D808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 Base Financial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CD6CFD-42C2-4266-8D48-A008D9E2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80D19-9C53-4F1E-9767-A3D4542A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DE3CCB-D81C-48DD-B946-94B317AD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E53DDA-AA9B-41EA-9375-38E00995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3C7F4-F4F6-482C-89BB-B9745CA9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D2C1EC-7315-43B0-9998-2D127E19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787D7-0F18-47F4-A62E-DBA89A78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3A5871-74A5-4636-9887-FA7776E8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DA572A-A8E0-4018-91DD-9F184B77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BBC62-7415-4C89-A0B1-3367BBE6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870F0-982B-4D20-925F-9B50DC08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99AB30-89B6-4FF3-ACE1-66F7494C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906152-3396-4CB0-A5CC-DAB2DFE6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CE486E-1D51-4479-B811-75514C14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76042E-D2AB-491D-A3B3-6C2BC9B3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1B5939-A742-4794-9081-B11E505C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653539-1A36-4AD7-B698-71D53CF9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B2A2F7-9379-4D4E-874C-2FEC3E16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0EFC6A-C7A3-4018-872E-D1214A7C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BDB149-ED5C-4443-A28D-3C983E0C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5AEA4F-CEE8-4961-A440-AC0F7E28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90D5E1-2576-4506-9142-1AB73AE3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DF35B8-11D7-4A9C-9515-EFA41961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EB751C-B89E-4534-9A6A-7056FC5C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CEA7DA-11B9-4164-AD47-89425966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D2B10E-78D3-4E09-893A-4C518761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216CC2-F075-4CFD-87C4-566C5CAF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$14.99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6072D1-01A1-4597-AE94-09600799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092D7A-23A2-4C35-9881-B60F7760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$2.2K/mo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6991CC-C13A-48CD-BA4C-6A4C1527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AB34ED-114B-48E8-8A63-59238525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$22.5K/mo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2C4332-7BE0-4E0C-A407-D619D59D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F08A9C-0239-49E1-9B28-4F792D1F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$101.2K/mo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3746BA-D11F-441C-81B3-0199EBAB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1442F4-4A80-44F7-AD44-EBC608F5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15% fee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B1C30C-CD48-4CE0-879D-F8572F4F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158A2D-D64C-4A06-93A4-DCD2F411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$1.9K/mo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BB5DFC-FC2C-437C-8D0B-DB5D5B32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77DBDF-67F2-4D42-89F5-48E25A24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$19.1K/mo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FC8454E-68D7-47C9-AEF2-02986CC1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259A8B-4F2B-4A5F-8FBF-B06E764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$86.0K/mo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ACD4EA-CB00-47E0-B1D5-CB44CE92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A223BD-CC14-4279-99BE-81D22F23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Paid-user generation COGS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B81D42-5D91-4C81-8F8C-113984EA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EA625E1-2457-4C4B-AF5B-89094959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$0.4K-$0.6K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FD6A71-A16A-4ADE-A6F8-D3A27D69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DADFCFE-BDF8-4421-AFEE-E2442B1C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$3.6K-$6.1K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B00E8F7-693E-4409-B07C-B5ECBFC6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3C2DB5-BE00-45E2-8BF8-8CB3C7D9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$16.2K-$27.3K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F0BF8DE-6885-471E-AA49-B646FC47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5812D1-4A9B-41A1-B963-6942E905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A2C8996-37A6-43ED-BE44-6D84EA84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E73F768-2404-449A-A470-C06BAB02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thin until retention is proven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BAD5084-C5BB-44CE-B18C-426137F7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FC7A3A0-AB56-4DF4-AFA6-0D9BC426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free COGS is capped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AA8BFAB-8FDB-4349-94E7-6D2AE50B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9C7D9D2-EE61-4D02-AC0C-1E1E4D15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if annual + token upsell work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2ECAC6C-2294-4484-8B22-A171541A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model assumes Plus users receive 30 daily visuals and 4 Runway 8s videos per month.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BB8C0ED-A042-44A9-8379-E01FB63F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1C86322-EACF-4877-A108-787D0FDC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5797834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F8E25E-19B3-4A4A-B0A6-F4596DD2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F8CA0E-19D0-47BC-BA9D-9D5270D1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268E1-1DC5-416E-83AB-AC19F9D5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0FB47-018D-4AB7-B9E5-4D20A0DB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5E375D-5AF3-4724-8D53-27C8B679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Marketing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0EBBE-E30E-4EDB-968F-41708E3E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EEA3D6-E572-401A-BB86-14EF513E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4236D-2AEE-4349-8A6A-02134C2C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Competitor / archetype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76BCB-61D1-4752-9B46-8C2000A7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541DD5-94A1-47F3-88E3-3B376041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E4977-D8BF-4497-AA5C-3F8B3A74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965757-386A-429C-B9D9-2F046D9E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E45A70-99DA-4CA9-B3C2-5B0D6B82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03A79E-8F22-4B69-9004-2D71B177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FF30E9-9ADB-418E-B963-4F30910A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04B5BF-793A-4E89-B430-A869105D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A04497-59C6-4D44-9F28-CB63E3C4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8CFE73-20E0-47E9-95B5-02ADF642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$6.8M/mo YouTube ad spend estimate; 620 creatives; 18.6M visits Jan 2026; 50 landing pages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F6B4E1-A6C8-467E-B5BB-C7E36162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205AF7-AA9C-4356-910D-01C1BAB1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requires high LTV and aggressive funnel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F5E92D-3267-47FF-8298-FF8994A4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2D16B0-1D4A-4092-8A1F-F506E03D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as paid-test inspiration, not MVP operating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282001-4C89-4FBC-9EF3-0A188FF3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1F289E-11A3-4145-92A9-60114C59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87A7B8-C1CC-454F-AFD8-6AFFE215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93B00D-8BF4-4F40-8E82-6249E53E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2A1775-41CF-4928-8489-8A0176F0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CEB57F-4A70-420C-A5D8-AAFA810D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can become scammy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B13B76-0B20-424D-8DEF-57B03612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345D45-9B69-4397-8F1F-C3E7E02C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test future-self / visual week / relationship hooks carefully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2C9583-A63C-4A4C-907C-DB88A25F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7910FD-401E-476E-93C7-93B98C79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0B2383-83AB-482F-8CC6-2F591320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EEFD22-DD18-4D58-9411-4C891EA5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with no real marketing spend; 25% young US women 18-25 downloaded historically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AAB805-B961-4373-8A8F-F2246BC7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8D7E51-F8F9-4F3D-B711-6C9F2359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hard to force virality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50F811-5ACF-46A6-BFEC-B2251DC5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EFBE3E-11E0-40FF-B4AC-B55BEA3E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shareable identity language and relationship/social hooks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696F5B-DD89-4B49-AE01-281881BB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5AF1F8-6C57-48B0-AB00-0A471B73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EADA06-479C-4870-8286-BFBD0244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65B5DD-D29E-465F-BCB2-2729FF39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A0EAFE-EAEB-4F56-81D6-65FC5813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4A53A6-D81D-4BD1-AD05-C6F3FA81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is expensive operationally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D303CE-5AE0-4661-9390-4E2D86D4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5429D24-0207-4B53-BE2A-433D36F0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 not start with marketplace/expert model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4F1F80-9846-4EDC-B22E-2DD7E141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54593D-7D23-48D4-B96F-553948ED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E2494B-0AB5-4DC4-BB29-F4BB113A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26F55EB-47AE-449E-A32A-587019D3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F0BAAC-04BC-42A0-B59A-1258189E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0743A31-82C1-452F-B03C-A54C3675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requires real authority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3E884AC-228C-4EB5-BFB0-6F70267D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B719FB3-0B74-4857-A744-66394163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Alina/creator expertise without guru 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886CB1F-A2C1-4D29-8331-1755E38F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and qualitative product observations.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C9EE51-4673-4D97-B990-82E55B5A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4841684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393F75-7AE3-4780-87AF-7C3E314A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30D84-78E6-4B96-9109-EE1C5D88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2D0B6-1359-4B46-8F64-0BBD16DE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C62D3D-97E6-4515-8302-B4759F76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D1294-1494-4858-A422-BD62581D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 Marketing Funnel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A8FAB-0834-4126-B34B-9F280E42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280B75-23A5-45B6-80D3-F56B5E87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E9F01-3C8F-487D-8994-EA63D28B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6FBC5C-D273-4E5A-9F42-3BE437DD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EFA8B0-0ECB-429D-B90B-0F0A9D3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9AD55-C41A-43B6-B3B8-2AB7F1DA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4FC3D-D311-4092-A70D-3BA26978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9B679F-2009-4EE3-B10E-F193F818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6D2CA-8FEB-4651-9EC8-12E9AE73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E7DE6-4977-42C1-87BF-6F857D4A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3811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C2D4D2-59F0-44E6-BD99-42C82B18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478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01569E-E645-4602-8741-ED722819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2BF202-836B-4DC9-86D5-85F8FD58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Visitor -&gt; signup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00DA15-0218-4119-82C9-9DA99352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D9577-6E4E-42CF-B362-CDB566CC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8A5EC-3BAE-463D-9BA1-E3829DA4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688F33-686A-445B-B738-3A42813A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57D1C9-0AA0-4244-8123-A4F2ED46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90FFB1-831F-4B49-B9BD-2BEFB88F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147A61-2109-48F0-8D71-081E4F59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335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5926F6-0C62-45CC-B8BE-E87A1AD1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must be tested before ad scale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545238-5B3B-46EF-A778-A7C50C08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F2F3CA-7D25-4184-B6A1-C7CAE05D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Signup -&gt; activated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040171-DC85-4595-99F4-E54C4C8E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1F911E-B674-416C-950A-5A57AA2B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8F282C-58A1-4373-A1B8-3AB3A9E3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17474A-F712-4069-950E-395344B5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0FA976-5670-4AC7-B506-5C4FA979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3946FA-3A2B-4256-9527-50F8C8EE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65%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9A5450-DAB2-456A-9177-5CD00216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860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5AB748-4338-4AD4-9C95-B8B4771B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527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 = first completed 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5BC0E9-FF7E-42B5-92D9-6797B6AB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43AC56-D58F-4D93-B478-632BC024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Activated -&gt; paid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E437D6-F2B8-4397-ABB9-0BA0217C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2507DD-AC70-424A-88F2-F75DB7ED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B200A4-DF47-43B3-B64D-6BBB45BD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7E8089-AFFA-4810-8ED2-45A86F6E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C6F5D46-85E5-494F-AFEC-C4F8C474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FA6A90-D44F-443D-AE66-E6F591EA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DD253F-B19E-4A30-A336-42313494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384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D95D49-BC80-43C4-802D-72180B0C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051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value moment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00651D-C049-4A22-B1F1-F0B4B7AB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7AA1A5-15F9-4832-B37A-36B41480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target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A85F41-BDDE-4467-B1F3-B37A3F13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A0C4B6F-3789-4725-9625-C6151872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&lt;$0.50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071F84-8BB0-497A-B55B-607574B5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132A990-7FF5-4902-91A0-38F5DD28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E6831BC-1D11-4291-8C2B-90ECD1B6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F8582E8-379E-44D1-A82E-D4DF7BEC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2AF4B5-33A5-48C0-B904-0109A4F5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909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FCC1B55-BF18-4D87-AB50-D9A5614D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576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based on COGS + contribution margin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0780A10-C5EF-4B85-9EC8-0C041B1A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AC042E5-9E9A-4B44-89B9-B2187C5B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test budget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9C92C99-7EDF-4BBE-9C47-44BE9DE7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67780F5-97E0-4CC3-A386-B52CBC89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A4FC82E-1DC8-48B2-BB37-48C8339F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50B977A-A310-43D3-A794-7DD2404E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$1,500-$3,000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68AD382-1100-443B-B546-B753BE29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72C465-49A9-4059-B22E-70047F76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048FAB2-4B46-4093-95D4-FA18578E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433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DC51D3F-0E4F-4BEC-81B1-6F048BE6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100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small tests before scaling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08081BB-AB93-4B4A-9958-812023C9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657C3B0-F24D-4572-9624-1FF2275F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1,000 users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E4AB92E-38BD-476A-817F-22E65FFE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1632F5C-20A4-4475-9B9B-7ACD414E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warm/interviews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1DFDF36-D0FF-4EF1-84B2-5C4AE167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967F4D0-FB89-4BA4-A5F1-CAF08BF6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organic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B71820A-CE0A-43E9-8631-846606D4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4D8E8DA-B3E8-40D3-AE35-A4B46BA3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paid test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8E897ED-1961-4BF4-A3E6-B72194C5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958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51C37EB-1EC7-4FC2-8FCB-E5E00552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7625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Alina marketing layer can sit above this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1A4E3D9-B573-4266-A0EE-236100EB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Marketing cannot be modeled separately from free COGS. If free usage is generous, CAC must be extremely low.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67954DC-D747-409D-9BBA-E4D4F95D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1152139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7060E9-583F-490D-947F-DED7D34A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AC7D4-A678-461F-9386-19600DCE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2DD7A-64E2-4B23-8CA4-0DE81911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9AA470-D2F4-4DCF-9A05-B6EC7D91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98E3E-29F5-4A8C-AB67-714068F5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Strategy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6C34C4-50E3-423E-8DDB-6274AE93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71E6F-3E2D-454F-B4AC-33F5751B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First 100 are not bought by 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00982-32A3-4172-9050-26A7C053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 users, interviews, manual weekly forecasts and concierge cohort. Goal: understand the loop, not installs.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CA3E4-9241-4514-BC09-8572BB3E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FF54D-BB1B-4814-80B5-CB4BA14B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in astrology/self-growth/visual AI pass a 7-day season and show the experience, not a generic 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0CCC6-F764-4D42-BBB7-5D88E432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Short-form hooks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519F0-988F-4B16-9A9F-F113C042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and paid-intent CTA.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0A4C9-8052-4982-A34A-E51DBE19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674B3-F10E-443C-AC6F-6D66306A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and trailer week as viral layer after value moment.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FEB7A2-40CA-42DB-9A78-51C0E0E2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615366549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6A302E-C219-4227-9CCF-8536D073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4C469B-8A72-4035-A8B8-3A6BDCA9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95D4F-C93E-457D-92E0-0D762F80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1681E-53F6-4805-82D4-C6F769BE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347CF-0246-484B-813E-44A64A60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30-Day Validation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C2DF8-327F-41A1-AA78-C166E6F3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34870B-49F7-4CF5-A980-268D238B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8B12E-DA18-446F-9CD7-1713D647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94EAC0-A5FF-4531-A8FA-582EE312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manual weekly forecast concierge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48C518-3C48-4EC8-86E2-B4B28B29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D0023A-33C5-4932-868F-2F612ADE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E2BEF-6097-402B-8D18-5EA920B0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Life Canvas visual styles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D38AB6-B760-43BB-A514-7C1C8F7F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C8AE28-6DD7-42EF-AD76-ADCA1AD8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16B370-AE5D-41CE-BBCB-C8FDAFEC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$7.99 / $9.99 / $14.99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BD21E1-E14E-44A7-9284-2DE21BBB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F7DFFA-B8C5-424F-B97F-2B622F8E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63341-BB1E-4C76-9753-9D45E48D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through 3-7 days + paid-intent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7BB329-494B-4B88-8025-4C2175C5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F155B2-259B-4BF2-8392-4A8D82B6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understand category  /  &gt;50% explain Canvas change  /  D1 &gt;20%  /  paid intent &gt;5%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4F9077-43C5-4900-9F35-99D8F667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393335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7566CF-DD87-464C-956E-EAE1A6AE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5C5483-E2FA-4FFB-92FE-B916FEF3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5B1F0-8997-46B6-93CB-E78F2F94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D37F2C-5773-4EBB-9E4E-68878868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4B33E-3019-420C-BD75-890824D8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Scope: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2E3474-6DD1-46E5-9CE1-E9F252F3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9BE07-075F-4C37-B36F-FB7046F4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0E38AB-6F46-4DBC-8ED4-483924F4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E6D25-D387-40C7-9F91-7080392E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40BDF-EB49-40FB-B5AD-BE21CE00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721E8F-CC54-40BC-939E-9BF60ED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AD8B22-B9E4-4EF4-8102-EFEDA9A3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7B90E-5B4E-4596-88FD-8D59C331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1D0CE5-9EC9-48D8-8A49-17BCBD6F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D8D9C-A5E5-4FC3-9608-EDE8EFB7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77C5E-4609-4697-AFB3-237C846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092DFC-56CB-46DC-BD19-9E92B635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6B0122-6F2D-477D-8509-E3F5187B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94DCF6-A78F-49FB-A282-F9547917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564AE1-7577-4F4F-9640-00D49262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and deeper memory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00B5BF-C3FC-4A27-BA71-6DA6854F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5F198-4522-478B-A412-77CB3AB3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must prove causality first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340C04-908A-4B83-ADF0-01675A85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A545E5-EF23-41D5-9015-40C92C5D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ADF3BE-0148-4A4C-859B-B497C3BC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6A5130-1635-4704-8B6E-29D4CBE4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841628-FED8-4FB4-B0F3-250F8F18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282877-360B-4C9A-ACD0-67123317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9F159E-010C-4E7B-98FD-7C463B0C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D2BC01-EF1C-41A2-9AE4-1758D284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is cheaper and faster to validate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FDA8DB-7157-4F80-A332-BE6C88A9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25F232-E75E-4F57-9D67-A07C4DE8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5927EC-749B-4406-B31F-BF672A9D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D6485D-C8CB-4CAF-B1BA-0722B93F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003768-2C19-41F2-8B36-1BF59992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28A4FF-F3EB-4C21-BC1F-24248E3F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5D71DF-3AD8-4693-B301-D8ACE410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6BB744-60A3-4947-B2D2-C2913DA0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is premium COGS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165544-C70F-41D7-ABBD-08632D60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034D5A-AE3C-4566-A10D-FB6033FA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FDE942-9022-4B4D-BE34-BA030982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33183D-FB89-46B8-A00D-8011C9AE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BCD124-9D1E-4DA2-9E92-3349F2BD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05CF9E8-D72F-46D6-9072-8918B271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69DAB4-6336-4389-83EC-C0276775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79FBA69-A38B-44CC-BFCC-80890819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avoid operational complexity before retention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0E8302-D137-42C6-99E8-48D94BF4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257359-5C1D-4DB5-8D37-5816D856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6899B0-3F0A-4336-9BFD-F208EEE2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5833C3-434D-4D19-AC0E-BB34A2BD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none in MVP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568B9D-20D9-4675-81E2-BB5702F6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4650C2-5B77-4BBA-A2C3-2CF91700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682EBB1-4F1D-4E44-93AB-F8EE0676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C721C6F-E8BC-4C8F-BD32-AAC1E74B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 not build social network before core value is proven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C688ECB-1F31-499A-93CD-80DBEABE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882219656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B9DF2C-F735-4618-98C5-45524FC4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A109A0-BDA2-4DB4-AD89-C0E3D2DE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9E8B4-88F7-4483-A3DA-58A122CC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67C58A-C175-4EC1-B3AC-0F0FCCE9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C9B70-8F5E-4D68-B493-B1AE0EC3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4051A-8858-4744-8B91-BA33611D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B23140-5934-458C-9228-1DEC75EE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6D1B5-9201-4EF4-98FF-F929A780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36BDF4-0906-4CDD-B734-76221132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FFA202-2013-4FCB-83FC-D2127015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How it breaks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576BAD-B92B-49BD-957C-CCB129A0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97E397-26A5-418E-8C44-D4F39A87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Mitigation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46A163-B48A-4A51-9959-87BE119C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C40BA8-8C69-429C-8899-F20AB5D3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Looks like horoscope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00B6A-6CF4-4838-BC99-495C0EE1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AAB2CA-125B-4B33-B2D4-27DD5ED5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8B791-E991-417E-A704-6A0904CA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DDA888-3E6D-465F-A5B8-6201EB7F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position as weekly life-series and action, not fate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30D60-CB1E-4436-9A1C-D595DC50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36B8E6-6C6A-4AB8-8B5D-DFEAFC7A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32D95A-AC36-4BE2-94EE-31530D7B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BDFE4A-4624-4ABE-BA57-A07CA875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CCEC15-3132-476F-8CE1-5313777A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7BA33E-D582-4F5C-A8BB-02BBCF3B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show cause next to Canvas and tie it to action/reflection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B1F45F-7482-421A-A1BB-07F223BD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E2CC85-B478-46C4-B5AA-67830E18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56E0A4-4071-426A-BBA2-C86F34B1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038B66-236E-4E2D-9F46-509727F5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3C2A33-DF99-48E2-874E-DB419011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0E78ED-AFEC-47A6-944B-8CB0EED6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DC9068-D521-4D5D-9809-DE0FD3A4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2934B5-2FE1-488B-9B96-E5BEFF08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6C9FEC-5920-4DB4-937F-7D63B91F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2B2BAE-BC36-4C78-843F-527AEBFC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274DDF-B940-4864-B75F-D25A553F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D99173-A7CA-403A-9207-6F90A3E3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and memory guardrails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91C3DF-1130-4FBD-BDA2-B7B7EB71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F6BD88-7878-4652-9FE4-4A508A14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A92DD7-853E-4761-BBFD-C29E6CEF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AEC9F2-0132-4A87-85DE-FFB5526A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77CF39-02EC-4F74-BFBF-A6632938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E808B4-61D7-4282-9B64-245F60D0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and price tests by cohort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9A5264-52EE-409C-8367-10103D72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75284828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ED466F-DAE5-42DE-B7A4-30377049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AA086A-E386-4670-90D8-39E19391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6936A-C713-47A7-B757-7C93409E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03C4E-8F5E-470C-AC46-B962D9F7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B329E-B0EE-44B9-9992-0A632027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Growth 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71B10-96D7-45BD-8F52-17E66B71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787AB-AE85-40BC-A6B5-010D18A5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4FCDA-48BC-4EDD-B3E6-34B9557C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A306A5-2786-45AB-9DFC-F688B6E7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075E8-0721-42BC-8239-D1351194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forecast + avatars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41C0C5-0346-4873-9BB2-C5952210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D217F-3927-4C34-B066-5913B525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412F11-B3B4-4B32-ADEF-5C59D088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season + Canvas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FA5E4D-22C1-43C8-8955-CC19BE91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B0856-4EB4-496F-A838-1254780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B579DD-357E-4544-9B16-425416FE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first token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190E4B-C79A-4B54-9D36-EBF3880E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A98168-8BC3-44C9-BDAD-9D76491D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45051F-3F0E-4402-B237-DB487137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D7 / season recaps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351D0F-EDDA-439C-BE6F-C75C8755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3F222-D4F2-4E62-B3B4-E2CC99DE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D54514-D735-4EF5-AC48-98A4B03F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paid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8FB3E3-A73C-4ECA-9C6C-1EB2C905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572DA0-84D1-4F32-8563-A4BDD8CC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A3A3E3-A429-4334-8FBC-FFE6B1B6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engine + annual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3225EE-6788-4379-9C64-F53905CF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roadmap stays narrow until the loop is proven: first causality, then retention, then paid scale.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948782-E85E-432E-B73E-7111E337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511910532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E59D61-6F8E-45B9-8750-4A4269C6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0A2DE-FE48-496F-B3BD-A141FB03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D1A5A-BE16-47EF-91EB-EEA2B132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2571E-16AD-4CE3-97E0-C7785E52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CA5CA-EDED-4B79-9D89-A72EC780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We Should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1416B-D108-4ECA-828A-6F7FBDE8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C5104-CEF6-45AD-A39F-51662AD1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CD9C07-5CF2-4F5C-B271-85E27157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weekly visual self-guidance app where the user enters birth data/context, receives a forecast, completes daily micro-actions, and sees Life Canvas evolve.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F0E73-8D34-4082-A406-68D8D26C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0945EC-A560-40B6-A88C-27D27966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Text-first assistant, weekly season, daily episode, action/reset/reflection, image-first Life Canvas, Plus paywall, one premium video token 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3F5186-96EA-4DA2-9077-C42A7E5B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3B70D-9A03-4522-B401-3F125FEB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 monthly, $69-$89 annual, $2.99-$9.99 visual/video tokens, no unlimited generation.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84234E-2CAB-46C1-BAC3-9F52B147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BF7D6-168D-4FED-8F33-57A3789F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Start with interviews and concierge cohorts, then creator-led proof, then small paid tests around visual week/future-self hooks.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22E17-FC1F-4D30-9C49-EDF90AA8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 criteria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72DA2E-C705-4783-8C23-2B0A0C38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Stop or pivot if users cannot explain Canvas causality, D1 is below 20%, paid intent stays below 5%, or video COGS cannot be controlled.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23A36C-313A-4C75-BDDA-97BB2F29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C41BF-A874-4F81-9647-534B2B42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Create 3-5 visual examples, clickable prototype, 30-user cohort and one pricing/token experiment.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C09C00-D6B1-46EE-ADBA-B061E63F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2201839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668584-CCD4-43DD-AD37-2ECA400D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140C1B-D5C6-4943-B419-C2F6288B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83B43-C1A4-4F8D-9579-3A5F884A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B68CE-707B-4FEF-A5C4-1742D9A3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28DBB-196E-4C45-B79F-5167DB3C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Development Offer: Phase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12484-D231-4E1B-9C49-3F472CE7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B1D421-7162-4E57-998B-7B0D55C7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23336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F4D152-EDE0-4EF8-82E5-D4496C97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002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€5,000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5C0CA-04CF-43BA-8E46-B4697C50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57500"/>
            <a:ext cx="1666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Phase 1</a:t>
            </a:r>
          </a:p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proof sprint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198DB-803A-4B0B-BBCA-98BF75EF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100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not a full-scale app build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35BDD-8D10-4348-8A70-E45B0EE3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381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983F09-5DC7-474B-B1CF-CFB9C463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447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45180-42DB-4858-8959-956228EA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381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4242A-A2CD-41CC-A425-E651DF97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447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Included in €5,000 Phase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CD74E4-4C80-4D5B-9684-87022AE4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381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31D44D-A1B3-42D6-BE3B-1B637708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447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Not included yet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048B8-C8D5-4EA6-A20A-CF206265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14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E6E47-3D3F-4504-AC59-634136C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81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4B3B9E-1D7C-4E45-BED8-2D8EC6A6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14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BA2B23-1229-493B-86EA-A0B5087F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981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Figma / screen logic / product 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E29080-7C06-445E-93E6-C849C65E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14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BEE9A2-DE4A-4F54-B43E-3135AAD7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981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full native mobile app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6A111C-F42A-4A0A-99B8-CFD88092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4479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F61AFA-4E30-4E3A-AB34-2DD50199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5146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pipeline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736B5B-4943-4D03-A0B3-14BEB7BC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4479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A3EBF8-06BD-435E-BE9C-59E31228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5146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manual or semi-automated Runway/image workflow for 30-user 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BD1BED-82DA-4A98-88A3-A53605F9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479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9FC688-D304-417C-980F-5E2D74A2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5146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scaled backend with unlimited generation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722C2C-69BC-4AF0-96E4-A5A32F22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813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5D5AED-96C9-40BE-80F0-9BF279F3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0480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logic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4C7E7D-519C-4F75-BCE6-F3915EEB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813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EA8968-D084-49B6-9EE8-CED8E373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480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prompts, daily card structure, Life Canvas explanation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A9B35D-5E08-4B91-9FCB-529A7D81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43E3FD-8B67-4F0C-AEE8-E0860B86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0480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large content marketplace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C8AA1A-A85A-453A-A5E3-0C28A09A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147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E33D63-444D-4550-B318-376C303A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5814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/ 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9B1002-12FD-44BC-B403-5522F06E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147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1D9D9C-B5F2-4989-A87F-BA4A7A30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5814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simple landing, price test, lead capture, analytics events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28057-A81D-4E98-9B2D-3C40D083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5147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E81024-7F08-4B99-89EC-218FE87F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5814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large paid acquisition campaign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82BD73-5A13-444A-8BF4-C4B820B0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48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AA6FAA-BA93-4821-A3F1-67AD3767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114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pack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12BE4A-4312-4E56-8E36-3E8AA3E5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048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2727D31-6779-41BA-98A2-94A06FA3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14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cohort plan, metrics, interview script, results template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B57B60-FFBB-4E3E-8DDD-31887F7E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48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F68394-479B-43B0-BE6B-F9CF8AE8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114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guaranteed revenue or scale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4E217E-256A-49DF-A1C2-3A9B08F4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81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AB3F228-4023-4B5F-AEA0-A952B8BA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648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Alina side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92710E-C442-4D72-BF71-C0D8ACD5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81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E0887C4-B665-4067-9E76-DCA744B2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648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marketing/creator distribution and expert content layer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880929-D569-41CB-A566-027AC200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81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F9FC022-F60D-42CD-B35B-ED85DF4A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648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handled outside development budget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06BD669-EE80-45EE-BAA0-E90E12E8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Offer logic: do not sell a huge build yet. Sell a tight proof sprint that verifies product loop, generation cost and paid intent.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730D532-7CDA-4BB1-AD34-5FB58923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562843781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F387DF-48FB-4DEC-BD68-A0D1197D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35BCC2-A8DA-4E88-8420-11C512BD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19C70-F215-4922-8821-3B11D6D4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0CF18-9A18-45A6-BDF4-7F7677F2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A14E9-65E9-4F97-9FCD-A3A307FD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Contacts / 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B3C9E4-28D9-47C8-8A2C-EF0AB356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2C005-09AD-4FB4-8589-E20EAACD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5BB6F-D32D-4322-B92E-74AA8886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step: generate visual examples, assemble clickable prototype, test first 30 users, and verify whether Life Canvas causality is understood.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395A9-B204-4A8C-8E23-B8F9DF84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96E69-5473-4A51-9CB2-CE709B6E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9008374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2026-06-03T08:33:04.1680000Z</dcterms:created>
  <dcterms:modified xsi:type="dcterms:W3CDTF">2026-06-03T08:33:04.1680000Z</dcterms:modified>
</coreProperties>
</file>