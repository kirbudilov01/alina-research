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11137fb47f4147" /><Relationship Type="http://schemas.openxmlformats.org/officeDocument/2006/relationships/extended-properties" Target="/docProps/app.xml" Id="R2e22230c9ab44603" /><Relationship Type="http://schemas.openxmlformats.org/officeDocument/2006/relationships/officeDocument" Target="/ppt/presentation.xml" Id="Rb6fedccb236f4f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5245a2eedd429b"/>
  </p:sldMasterIdLst>
  <p:notesMasterIdLst>
    <p:notesMasterId xmlns:r="http://schemas.openxmlformats.org/officeDocument/2006/relationships" r:id="R5c9b20e3e99b47dc"/>
  </p:notesMasterIdLst>
  <p:sldIdLst>
    <p:sldId xmlns:r="http://schemas.openxmlformats.org/officeDocument/2006/relationships" id="256" r:id="R91d89a71ee454e02"/>
    <p:sldId xmlns:r="http://schemas.openxmlformats.org/officeDocument/2006/relationships" id="257" r:id="R2c88928042ac4f55"/>
    <p:sldId xmlns:r="http://schemas.openxmlformats.org/officeDocument/2006/relationships" id="258" r:id="R5f4998c22a8e47d2"/>
    <p:sldId xmlns:r="http://schemas.openxmlformats.org/officeDocument/2006/relationships" id="259" r:id="Rd4b713a45fc14e21"/>
    <p:sldId xmlns:r="http://schemas.openxmlformats.org/officeDocument/2006/relationships" id="260" r:id="Rc24b1635c03b4e7e"/>
    <p:sldId xmlns:r="http://schemas.openxmlformats.org/officeDocument/2006/relationships" id="261" r:id="R0bab711458df41a7"/>
    <p:sldId xmlns:r="http://schemas.openxmlformats.org/officeDocument/2006/relationships" id="262" r:id="R8f0460f0efa14c8e"/>
    <p:sldId xmlns:r="http://schemas.openxmlformats.org/officeDocument/2006/relationships" id="263" r:id="Re424fdca0291465b"/>
    <p:sldId xmlns:r="http://schemas.openxmlformats.org/officeDocument/2006/relationships" id="264" r:id="R326414dc858e42b3"/>
    <p:sldId xmlns:r="http://schemas.openxmlformats.org/officeDocument/2006/relationships" id="265" r:id="R60543927a6f046e4"/>
    <p:sldId xmlns:r="http://schemas.openxmlformats.org/officeDocument/2006/relationships" id="266" r:id="R3a8e4ce8af1f4bf6"/>
    <p:sldId xmlns:r="http://schemas.openxmlformats.org/officeDocument/2006/relationships" id="267" r:id="R78550c3740ff495a"/>
    <p:sldId xmlns:r="http://schemas.openxmlformats.org/officeDocument/2006/relationships" id="268" r:id="Rca6cc38a8bad479b"/>
    <p:sldId xmlns:r="http://schemas.openxmlformats.org/officeDocument/2006/relationships" id="269" r:id="R8e641ab4f15a460a"/>
    <p:sldId xmlns:r="http://schemas.openxmlformats.org/officeDocument/2006/relationships" id="270" r:id="R4f45b412770d4e06"/>
    <p:sldId xmlns:r="http://schemas.openxmlformats.org/officeDocument/2006/relationships" id="271" r:id="R31b7a9cb837e42d1"/>
    <p:sldId xmlns:r="http://schemas.openxmlformats.org/officeDocument/2006/relationships" id="272" r:id="Reb22ee3a36dc4831"/>
    <p:sldId xmlns:r="http://schemas.openxmlformats.org/officeDocument/2006/relationships" id="273" r:id="R59d0255f6f6342ba"/>
    <p:sldId xmlns:r="http://schemas.openxmlformats.org/officeDocument/2006/relationships" id="274" r:id="R29257e8fc2b24619"/>
    <p:sldId xmlns:r="http://schemas.openxmlformats.org/officeDocument/2006/relationships" id="275" r:id="R49b9a8dd9e9241a7"/>
    <p:sldId xmlns:r="http://schemas.openxmlformats.org/officeDocument/2006/relationships" id="276" r:id="Rcaa10ccca04b4810"/>
    <p:sldId xmlns:r="http://schemas.openxmlformats.org/officeDocument/2006/relationships" id="277" r:id="R30f7b32ebe53460d"/>
    <p:sldId xmlns:r="http://schemas.openxmlformats.org/officeDocument/2006/relationships" id="278" r:id="R9e5173863e96492a"/>
    <p:sldId xmlns:r="http://schemas.openxmlformats.org/officeDocument/2006/relationships" id="279" r:id="Re4689749b6d04371"/>
    <p:sldId xmlns:r="http://schemas.openxmlformats.org/officeDocument/2006/relationships" id="280" r:id="R251a1c227cf54f17"/>
    <p:sldId xmlns:r="http://schemas.openxmlformats.org/officeDocument/2006/relationships" id="281" r:id="R4bed003457584d82"/>
    <p:sldId xmlns:r="http://schemas.openxmlformats.org/officeDocument/2006/relationships" id="282" r:id="R89f10d31aa8d4f70"/>
    <p:sldId xmlns:r="http://schemas.openxmlformats.org/officeDocument/2006/relationships" id="283" r:id="R6459ba8227984d6a"/>
    <p:sldId xmlns:r="http://schemas.openxmlformats.org/officeDocument/2006/relationships" id="284" r:id="Rbcc60b5314f945f7"/>
    <p:sldId xmlns:r="http://schemas.openxmlformats.org/officeDocument/2006/relationships" id="285" r:id="Re2cea034ab7f4765"/>
    <p:sldId xmlns:r="http://schemas.openxmlformats.org/officeDocument/2006/relationships" id="286" r:id="R323a095a613d4ea2"/>
    <p:sldId xmlns:r="http://schemas.openxmlformats.org/officeDocument/2006/relationships" id="287" r:id="Re0a0f20978f949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245a2eedd429b" /><Relationship Type="http://schemas.openxmlformats.org/officeDocument/2006/relationships/theme" Target="/ppt/theme/theme1.xml" Id="R3e711e8da52143cc" /><Relationship Type="http://schemas.openxmlformats.org/officeDocument/2006/relationships/notesMaster" Target="/ppt/notesMasters/notesMaster1.xml" Id="R5c9b20e3e99b47dc" /><Relationship Type="http://schemas.openxmlformats.org/officeDocument/2006/relationships/presProps" Target="/ppt/presProps.xml" Id="Rd449d96b6ff64d92" /><Relationship Type="http://schemas.openxmlformats.org/officeDocument/2006/relationships/viewProps" Target="/ppt/viewProps.xml" Id="Ra66d8f9350914583" /><Relationship Type="http://schemas.openxmlformats.org/officeDocument/2006/relationships/tableStyles" Target="/ppt/tableStyles.xml" Id="R8cc6092ab318477f" /><Relationship Type="http://schemas.openxmlformats.org/officeDocument/2006/relationships/slide" Target="/ppt/slides/slide1.xml" Id="R91d89a71ee454e02" /><Relationship Type="http://schemas.openxmlformats.org/officeDocument/2006/relationships/slide" Target="/ppt/slides/slide2.xml" Id="R2c88928042ac4f55" /><Relationship Type="http://schemas.openxmlformats.org/officeDocument/2006/relationships/slide" Target="/ppt/slides/slide3.xml" Id="R5f4998c22a8e47d2" /><Relationship Type="http://schemas.openxmlformats.org/officeDocument/2006/relationships/slide" Target="/ppt/slides/slide4.xml" Id="Rd4b713a45fc14e21" /><Relationship Type="http://schemas.openxmlformats.org/officeDocument/2006/relationships/slide" Target="/ppt/slides/slide5.xml" Id="Rc24b1635c03b4e7e" /><Relationship Type="http://schemas.openxmlformats.org/officeDocument/2006/relationships/slide" Target="/ppt/slides/slide6.xml" Id="R0bab711458df41a7" /><Relationship Type="http://schemas.openxmlformats.org/officeDocument/2006/relationships/slide" Target="/ppt/slides/slide7.xml" Id="R8f0460f0efa14c8e" /><Relationship Type="http://schemas.openxmlformats.org/officeDocument/2006/relationships/slide" Target="/ppt/slides/slide8.xml" Id="Re424fdca0291465b" /><Relationship Type="http://schemas.openxmlformats.org/officeDocument/2006/relationships/slide" Target="/ppt/slides/slide9.xml" Id="R326414dc858e42b3" /><Relationship Type="http://schemas.openxmlformats.org/officeDocument/2006/relationships/slide" Target="/ppt/slides/slide10.xml" Id="R60543927a6f046e4" /><Relationship Type="http://schemas.openxmlformats.org/officeDocument/2006/relationships/slide" Target="/ppt/slides/slide11.xml" Id="R3a8e4ce8af1f4bf6" /><Relationship Type="http://schemas.openxmlformats.org/officeDocument/2006/relationships/slide" Target="/ppt/slides/slide12.xml" Id="R78550c3740ff495a" /><Relationship Type="http://schemas.openxmlformats.org/officeDocument/2006/relationships/slide" Target="/ppt/slides/slide13.xml" Id="Rca6cc38a8bad479b" /><Relationship Type="http://schemas.openxmlformats.org/officeDocument/2006/relationships/slide" Target="/ppt/slides/slide14.xml" Id="R8e641ab4f15a460a" /><Relationship Type="http://schemas.openxmlformats.org/officeDocument/2006/relationships/slide" Target="/ppt/slides/slide15.xml" Id="R4f45b412770d4e06" /><Relationship Type="http://schemas.openxmlformats.org/officeDocument/2006/relationships/slide" Target="/ppt/slides/slide16.xml" Id="R31b7a9cb837e42d1" /><Relationship Type="http://schemas.openxmlformats.org/officeDocument/2006/relationships/slide" Target="/ppt/slides/slide17.xml" Id="Reb22ee3a36dc4831" /><Relationship Type="http://schemas.openxmlformats.org/officeDocument/2006/relationships/slide" Target="/ppt/slides/slide18.xml" Id="R59d0255f6f6342ba" /><Relationship Type="http://schemas.openxmlformats.org/officeDocument/2006/relationships/slide" Target="/ppt/slides/slide19.xml" Id="R29257e8fc2b24619" /><Relationship Type="http://schemas.openxmlformats.org/officeDocument/2006/relationships/slide" Target="/ppt/slides/slide20.xml" Id="R49b9a8dd9e9241a7" /><Relationship Type="http://schemas.openxmlformats.org/officeDocument/2006/relationships/slide" Target="/ppt/slides/slide21.xml" Id="Rcaa10ccca04b4810" /><Relationship Type="http://schemas.openxmlformats.org/officeDocument/2006/relationships/slide" Target="/ppt/slides/slide22.xml" Id="R30f7b32ebe53460d" /><Relationship Type="http://schemas.openxmlformats.org/officeDocument/2006/relationships/slide" Target="/ppt/slides/slide23.xml" Id="R9e5173863e96492a" /><Relationship Type="http://schemas.openxmlformats.org/officeDocument/2006/relationships/slide" Target="/ppt/slides/slide24.xml" Id="Re4689749b6d04371" /><Relationship Type="http://schemas.openxmlformats.org/officeDocument/2006/relationships/slide" Target="/ppt/slides/slide25.xml" Id="R251a1c227cf54f17" /><Relationship Type="http://schemas.openxmlformats.org/officeDocument/2006/relationships/slide" Target="/ppt/slides/slide26.xml" Id="R4bed003457584d82" /><Relationship Type="http://schemas.openxmlformats.org/officeDocument/2006/relationships/slide" Target="/ppt/slides/slide27.xml" Id="R89f10d31aa8d4f70" /><Relationship Type="http://schemas.openxmlformats.org/officeDocument/2006/relationships/slide" Target="/ppt/slides/slide28.xml" Id="R6459ba8227984d6a" /><Relationship Type="http://schemas.openxmlformats.org/officeDocument/2006/relationships/slide" Target="/ppt/slides/slide29.xml" Id="Rbcc60b5314f945f7" /><Relationship Type="http://schemas.openxmlformats.org/officeDocument/2006/relationships/slide" Target="/ppt/slides/slide30.xml" Id="Re2cea034ab7f4765" /><Relationship Type="http://schemas.openxmlformats.org/officeDocument/2006/relationships/slide" Target="/ppt/slides/slide31.xml" Id="R323a095a613d4ea2" /><Relationship Type="http://schemas.openxmlformats.org/officeDocument/2006/relationships/slide" Target="/ppt/slides/slide32.xml" Id="Re0a0f20978f949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4c6326978af44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2606fa06c94790" /><Relationship Type="http://schemas.openxmlformats.org/officeDocument/2006/relationships/notesMaster" Target="/ppt/notesMasters/notesMaster1.xml" Id="R1f82ea741f564c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802fb4ea7f4e41" /><Relationship Type="http://schemas.openxmlformats.org/officeDocument/2006/relationships/notesMaster" Target="/ppt/notesMasters/notesMaster1.xml" Id="Rb8caa66170df4a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93cd4fa6ad407f" /><Relationship Type="http://schemas.openxmlformats.org/officeDocument/2006/relationships/notesMaster" Target="/ppt/notesMasters/notesMaster1.xml" Id="R756130cd7a0940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dd91e659ef43c0" /><Relationship Type="http://schemas.openxmlformats.org/officeDocument/2006/relationships/notesMaster" Target="/ppt/notesMasters/notesMaster1.xml" Id="R13869fdf1b3243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f520d2a47e47fa" /><Relationship Type="http://schemas.openxmlformats.org/officeDocument/2006/relationships/notesMaster" Target="/ppt/notesMasters/notesMaster1.xml" Id="R8fbdea5c283546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6e8673d36648b5" /><Relationship Type="http://schemas.openxmlformats.org/officeDocument/2006/relationships/notesMaster" Target="/ppt/notesMasters/notesMaster1.xml" Id="R3c432957fdac49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4fd2a52f94ff7" /><Relationship Type="http://schemas.openxmlformats.org/officeDocument/2006/relationships/notesMaster" Target="/ppt/notesMasters/notesMaster1.xml" Id="R8f18545f0fcb41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b3b2d1a2c54f0f" /><Relationship Type="http://schemas.openxmlformats.org/officeDocument/2006/relationships/notesMaster" Target="/ppt/notesMasters/notesMaster1.xml" Id="R00a6028ba5b545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c229185d964f70" /><Relationship Type="http://schemas.openxmlformats.org/officeDocument/2006/relationships/notesMaster" Target="/ppt/notesMasters/notesMaster1.xml" Id="R5af7235a6d034f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4b074298ce42e6" /><Relationship Type="http://schemas.openxmlformats.org/officeDocument/2006/relationships/notesMaster" Target="/ppt/notesMasters/notesMaster1.xml" Id="R60fa42b0c68840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0969fa068b4330" /><Relationship Type="http://schemas.openxmlformats.org/officeDocument/2006/relationships/notesMaster" Target="/ppt/notesMasters/notesMaster1.xml" Id="Ra54440c824d542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01ef68591947b1" /><Relationship Type="http://schemas.openxmlformats.org/officeDocument/2006/relationships/notesMaster" Target="/ppt/notesMasters/notesMaster1.xml" Id="Re6ab899d116e45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56a40b4e9854ea7" /><Relationship Type="http://schemas.openxmlformats.org/officeDocument/2006/relationships/notesMaster" Target="/ppt/notesMasters/notesMaster1.xml" Id="R6bb5b53a1d1547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be1dacc5734a91" /><Relationship Type="http://schemas.openxmlformats.org/officeDocument/2006/relationships/notesMaster" Target="/ppt/notesMasters/notesMaster1.xml" Id="R73b98d4e4065448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77850b41e4a49f3" /><Relationship Type="http://schemas.openxmlformats.org/officeDocument/2006/relationships/notesMaster" Target="/ppt/notesMasters/notesMaster1.xml" Id="R76e3496c9a97451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927ac456181478e" /><Relationship Type="http://schemas.openxmlformats.org/officeDocument/2006/relationships/notesMaster" Target="/ppt/notesMasters/notesMaster1.xml" Id="R571af690acdc45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e7967572702416b" /><Relationship Type="http://schemas.openxmlformats.org/officeDocument/2006/relationships/notesMaster" Target="/ppt/notesMasters/notesMaster1.xml" Id="Rd01cc6b09839404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d586fe74f7a4fbd" /><Relationship Type="http://schemas.openxmlformats.org/officeDocument/2006/relationships/notesMaster" Target="/ppt/notesMasters/notesMaster1.xml" Id="R347a5e48bf014d5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cdea53efff459c" /><Relationship Type="http://schemas.openxmlformats.org/officeDocument/2006/relationships/notesMaster" Target="/ppt/notesMasters/notesMaster1.xml" Id="R31f64b9c208049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c41d5db9174483f" /><Relationship Type="http://schemas.openxmlformats.org/officeDocument/2006/relationships/notesMaster" Target="/ppt/notesMasters/notesMaster1.xml" Id="R94b668b96b8b49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a83956e2fe64657" /><Relationship Type="http://schemas.openxmlformats.org/officeDocument/2006/relationships/notesMaster" Target="/ppt/notesMasters/notesMaster1.xml" Id="R2958930807cd4af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54978b99fe04dd9" /><Relationship Type="http://schemas.openxmlformats.org/officeDocument/2006/relationships/notesMaster" Target="/ppt/notesMasters/notesMaster1.xml" Id="R3669ccd618114fb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62d9623e0094d11" /><Relationship Type="http://schemas.openxmlformats.org/officeDocument/2006/relationships/notesMaster" Target="/ppt/notesMasters/notesMaster1.xml" Id="R033d583493fa4d6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a8208f8b55f4894" /><Relationship Type="http://schemas.openxmlformats.org/officeDocument/2006/relationships/notesMaster" Target="/ppt/notesMasters/notesMaster1.xml" Id="Rbd94503c1ea744c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bb8f2c5cb7a4812" /><Relationship Type="http://schemas.openxmlformats.org/officeDocument/2006/relationships/notesMaster" Target="/ppt/notesMasters/notesMaster1.xml" Id="R012aea19d91d495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12bddfc41e34626" /><Relationship Type="http://schemas.openxmlformats.org/officeDocument/2006/relationships/notesMaster" Target="/ppt/notesMasters/notesMaster1.xml" Id="R80547c5c298c431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04c711d995e470a" /><Relationship Type="http://schemas.openxmlformats.org/officeDocument/2006/relationships/notesMaster" Target="/ppt/notesMasters/notesMaster1.xml" Id="R0140d8733a05468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285fb1dadcf4482" /><Relationship Type="http://schemas.openxmlformats.org/officeDocument/2006/relationships/notesMaster" Target="/ppt/notesMasters/notesMaster1.xml" Id="R2fb211846fef4ee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2b39d1423874403" /><Relationship Type="http://schemas.openxmlformats.org/officeDocument/2006/relationships/notesMaster" Target="/ppt/notesMasters/notesMaster1.xml" Id="R55eba3a6f5ed460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c64144687c84687" /><Relationship Type="http://schemas.openxmlformats.org/officeDocument/2006/relationships/notesMaster" Target="/ppt/notesMasters/notesMaster1.xml" Id="R5dc5efa88c8e4d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dbdb9bd8ff24d79" /><Relationship Type="http://schemas.openxmlformats.org/officeDocument/2006/relationships/notesMaster" Target="/ppt/notesMasters/notesMaster1.xml" Id="R216604907a6646c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0e7fb58e31341bd" /><Relationship Type="http://schemas.openxmlformats.org/officeDocument/2006/relationships/notesMaster" Target="/ppt/notesMasters/notesMaster1.xml" Id="R63886a796cc24a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314e492226478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691895841e4778" /><Relationship Type="http://schemas.openxmlformats.org/officeDocument/2006/relationships/slideLayout" Target="/ppt/slideLayouts/slideLayout2.xml" Id="R51c24d6ef3ed4a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c24d6ef3ed4a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78619eb8974acb" /><Relationship Type="http://schemas.openxmlformats.org/officeDocument/2006/relationships/notesSlide" Target="/ppt/notesSlides/notesSlide1.xml" Id="Rf72c7b8815de42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3825cd1a184850" /><Relationship Type="http://schemas.openxmlformats.org/officeDocument/2006/relationships/notesSlide" Target="/ppt/notesSlides/notesSlide2.xml" Id="R669058a2dabb4c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aa4bc45ca44e66" /><Relationship Type="http://schemas.openxmlformats.org/officeDocument/2006/relationships/notesSlide" Target="/ppt/notesSlides/notesSlide3.xml" Id="Re6d3a16d8a0c4d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93f67be83d478a" /><Relationship Type="http://schemas.openxmlformats.org/officeDocument/2006/relationships/notesSlide" Target="/ppt/notesSlides/notesSlide4.xml" Id="Rb0a64d1191f54a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eb8aaa4d8b4d3f" /><Relationship Type="http://schemas.openxmlformats.org/officeDocument/2006/relationships/notesSlide" Target="/ppt/notesSlides/notesSlide5.xml" Id="Rc4ac99414ca94a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750a4e6ec44217" /><Relationship Type="http://schemas.openxmlformats.org/officeDocument/2006/relationships/notesSlide" Target="/ppt/notesSlides/notesSlide6.xml" Id="Re8e56745c6f345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670bfaed9e455a" /><Relationship Type="http://schemas.openxmlformats.org/officeDocument/2006/relationships/notesSlide" Target="/ppt/notesSlides/notesSlide7.xml" Id="R16dbf4816db642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14712ec3eb4995" /><Relationship Type="http://schemas.openxmlformats.org/officeDocument/2006/relationships/notesSlide" Target="/ppt/notesSlides/notesSlide8.xml" Id="Rfad6d8a6ab114a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1f9a4cc1724821" /><Relationship Type="http://schemas.openxmlformats.org/officeDocument/2006/relationships/notesSlide" Target="/ppt/notesSlides/notesSlide9.xml" Id="Ra8005ca6ddff4a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250cdcdc4e4502" /><Relationship Type="http://schemas.openxmlformats.org/officeDocument/2006/relationships/notesSlide" Target="/ppt/notesSlides/notesSlide10.xml" Id="Rf4fe682b3e6347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cb403f1d924127" /><Relationship Type="http://schemas.openxmlformats.org/officeDocument/2006/relationships/notesSlide" Target="/ppt/notesSlides/notesSlide11.xml" Id="R2e412615110042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a276fbc674d7e" /><Relationship Type="http://schemas.openxmlformats.org/officeDocument/2006/relationships/notesSlide" Target="/ppt/notesSlides/notesSlide12.xml" Id="Ra5bf19f1e9064b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12b1bb6cb74fa9" /><Relationship Type="http://schemas.openxmlformats.org/officeDocument/2006/relationships/notesSlide" Target="/ppt/notesSlides/notesSlide13.xml" Id="Rbdab69705fb9473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c7c44c62a9413c" /><Relationship Type="http://schemas.openxmlformats.org/officeDocument/2006/relationships/notesSlide" Target="/ppt/notesSlides/notesSlide14.xml" Id="R8ed591ce370442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a58fabe68b4427" /><Relationship Type="http://schemas.openxmlformats.org/officeDocument/2006/relationships/notesSlide" Target="/ppt/notesSlides/notesSlide15.xml" Id="Rcc9ea870497d47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978c3f7f3c4a14" /><Relationship Type="http://schemas.openxmlformats.org/officeDocument/2006/relationships/notesSlide" Target="/ppt/notesSlides/notesSlide16.xml" Id="R5dcdc42354574d7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1327665f494851" /><Relationship Type="http://schemas.openxmlformats.org/officeDocument/2006/relationships/notesSlide" Target="/ppt/notesSlides/notesSlide17.xml" Id="Recaed2f89f7d45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ecb8e2981d4d0e" /><Relationship Type="http://schemas.openxmlformats.org/officeDocument/2006/relationships/notesSlide" Target="/ppt/notesSlides/notesSlide18.xml" Id="R256c0c93c13040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c2e2dae954696" /><Relationship Type="http://schemas.openxmlformats.org/officeDocument/2006/relationships/notesSlide" Target="/ppt/notesSlides/notesSlide19.xml" Id="R2539b0118257420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a245d27c8149ed" /><Relationship Type="http://schemas.openxmlformats.org/officeDocument/2006/relationships/notesSlide" Target="/ppt/notesSlides/notesSlide20.xml" Id="R2ad73cdf160645d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d5894ef19142e1" /><Relationship Type="http://schemas.openxmlformats.org/officeDocument/2006/relationships/notesSlide" Target="/ppt/notesSlides/notesSlide21.xml" Id="R91f5ed32bc4b472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e2bc1e44024838" /><Relationship Type="http://schemas.openxmlformats.org/officeDocument/2006/relationships/notesSlide" Target="/ppt/notesSlides/notesSlide22.xml" Id="Rfbcb97adeb7d482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093d79b313471a" /><Relationship Type="http://schemas.openxmlformats.org/officeDocument/2006/relationships/notesSlide" Target="/ppt/notesSlides/notesSlide23.xml" Id="Ra11c6fc222e84c4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dfbec8119d48f5" /><Relationship Type="http://schemas.openxmlformats.org/officeDocument/2006/relationships/notesSlide" Target="/ppt/notesSlides/notesSlide24.xml" Id="Rcddd4e0919974c8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4f19fc87b94b28" /><Relationship Type="http://schemas.openxmlformats.org/officeDocument/2006/relationships/notesSlide" Target="/ppt/notesSlides/notesSlide25.xml" Id="R15bc6eee1b7e4bb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203e0ec4674ffa" /><Relationship Type="http://schemas.openxmlformats.org/officeDocument/2006/relationships/notesSlide" Target="/ppt/notesSlides/notesSlide26.xml" Id="Rc22b8422f860416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f79abbc7ec4587" /><Relationship Type="http://schemas.openxmlformats.org/officeDocument/2006/relationships/notesSlide" Target="/ppt/notesSlides/notesSlide27.xml" Id="R999a0a25b3c44dc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de2b3e80ee4bd2" /><Relationship Type="http://schemas.openxmlformats.org/officeDocument/2006/relationships/notesSlide" Target="/ppt/notesSlides/notesSlide28.xml" Id="R899b618e7aaf4fa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225319a10a4535" /><Relationship Type="http://schemas.openxmlformats.org/officeDocument/2006/relationships/notesSlide" Target="/ppt/notesSlides/notesSlide29.xml" Id="Re326757e429b497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bc5099591646f8" /><Relationship Type="http://schemas.openxmlformats.org/officeDocument/2006/relationships/notesSlide" Target="/ppt/notesSlides/notesSlide30.xml" Id="R76b1f76b5a38485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d512ef0d2a43c8" /><Relationship Type="http://schemas.openxmlformats.org/officeDocument/2006/relationships/notesSlide" Target="/ppt/notesSlides/notesSlide31.xml" Id="R1e2f08d2a9f2464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c0956409924df7" /><Relationship Type="http://schemas.openxmlformats.org/officeDocument/2006/relationships/notesSlide" Target="/ppt/notesSlides/notesSlide32.xml" Id="R3d4b4f24b7a344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1B6178-C5E7-4CA9-B271-6A67EC21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9E5F2-2B0D-4E13-AA20-B0D03003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FBECE-60AD-4E22-891A-03B9B0B0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E226B-1995-4ABF-9F20-62C3AE06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EC99C-F250-4991-96C9-A94D8152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29105-5BD9-4455-BB9C-1F6E20EC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14584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944E8D-7B2E-467A-98EF-88CA6649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E084D-2C2B-4EC9-BBFC-92C69F2C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ECDD7-BB35-4616-9060-28356D96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7844A-C2F9-4EE7-91DB-0FC01F3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E2F01-530D-442D-B148-62EFCA42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AURA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AAA1D-9284-42EB-B320-9E4E1989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One-line thesis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4260B-49C5-480E-BD87-3DF4895D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a weekly visual self-guidance app: birth data + personal context → forecast → daily episode → action/reset → Life Canvas change → tomorrow hook.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8B4CE-F9B0-40DA-ACDD-66FF476F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promise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10D70-79DA-4C3A-ABF7-D70A27D1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“your zodiac sign says X”. The user should feel: “I understand my week, I did one small action, and I can see how my life picture changed.”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969DD-ADC2-40C6-BE44-F6DCF31E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product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840B2-EA19-429F-80A9-66FA80B7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personal pocket forecastist/assistant with memory, weekly seasons, image-first Life Canvas and rare premium video moments.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C53B5-B3B0-4444-B23B-B22EE430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now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628F90-F538-43AE-B94E-7684466D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apps monetize personal meaning, mindfulness apps monetize ritual, AI companions monetize memory, video AI creates premium visual moments. AURA joins these behaviors.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523612-4FA1-4A51-9485-870462E9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rule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DCC837-1D40-47C8-BF2F-A7277329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stay cheap. Premium video/avatar must be tokenized, milestone-based or paid, not free daily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CB9F7-CF0F-4EF9-9008-DA73F82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Strategic gate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A29804-1E87-4BE7-9207-41F14D95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users cannot explain why Life Canvas changed, AURA becomes an AI image toy. If they can, AURA becomes a product.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9450D1-CE63-4BAE-BE4A-857F3624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820844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DEA43E-76E6-4301-B6D0-23A7B857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BBF96-A75B-4D13-93F4-B2CAE7A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2B7EC-9FD9-4C2C-A35B-60DF84B4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A29A6-C4B1-4C42-A567-C5E8E72F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FBA5F-6A98-4A1B-A582-CAE642BF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Product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B54B-AD41-44CD-B15A-C61B4770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3A33F-BB9D-4EC4-A066-9E4562B7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9536A-4BCC-4F03-AB4F-18AB0597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47B9B4-8A87-4090-AB74-144D4912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E0CD8-D8B1-4E08-90CB-91CF87A2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88BD4-7E02-4D21-AAC3-D8E7C02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arc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89004-8914-4536-938B-82968784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0A56CC-F55C-43B9-9802-6963A379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84EC9D-81D7-4A27-9160-0A0EDC8D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2BD5A-979F-4C0A-BF0D-0F8DF9C7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2D7FEB-36D1-4BE8-A0C5-4975DAD8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E3B9A-2ED9-4706-8A0A-7F3B24EC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small behavior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26A60-F99C-4F4F-9353-E3BD4394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38777F-B2B8-4788-A35B-D755975B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88E72-CA4C-43BB-BEEA-E92C38DA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causality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D6086-8B95-4CB2-A088-1927826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loop is the product: Episode → Action → Reset → Reflection → Life Canvas → Tomorrow Hook.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02B18-47F8-4298-9A45-75164413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E3C3B-EEA2-4B03-93FD-1CC2E594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68600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B021D-493C-4CE8-A282-1D4B71EA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DA637-6AE1-467F-926E-D4C4F27C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D991A-EBA1-4AEF-91E7-9B6DF50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6E7C1-2E70-441D-8753-EBAE852C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481EAF-CF5A-4E49-BF9E-079B8215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User Journey: First 30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DD424-6ACE-4506-AA38-B2DD3CD5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AE70B-EF40-4EAC-878A-ED2588A4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34EF4-EA1E-43C8-AAB5-674D067B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82EFC-34E5-4D23-9FDC-37D5D60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Search moment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61B7E-181E-4AB8-97BE-75650A73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wants meaning for the week, a softer reset, or a visual future-self prompt.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DF804-93C7-4BFB-98B5-CEA0B066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2C627-0D06-47DC-86BA-9EE9E498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Day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F41BB2-A9F5-4E53-9E6A-2CF8B5E2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4FCB9-6DF8-401E-AA3F-27666359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context → first forecast → one action → first Life Canvas shift.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D73B5-1F13-49FD-A5FE-4E11B491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05DBE-2361-435C-AA15-046315C2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3098C0-5B21-48B6-93EF-25961F58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7F3055-375D-4395-ACE1-11898D7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sees a weekly arc, remembers actions, and receives a recap/visual artifact.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19D1B-1B57-45F0-BE37-B5009407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988DE-3570-496B-B1DB-F76AC20C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353A9F-2392-4259-ACF7-95212BEF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system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23A3D0-C3EB-413A-A324-31F80767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becomes a ritual: assistant memory, seasons, premium visual moments, annual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097F2-EB7C-449F-B83A-947C0CD8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only works if the user understands the sequence: input → meaning → action → visible change → return tomorrow.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F7FA9B-7D2A-4794-970D-052EAC05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0192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368D05-F98A-435E-B425-83F2CDDF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BC14F-B79D-4647-9262-00FDEF4C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EEE48-19A5-48BA-857A-49575445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1E074-F476-493C-A1CF-20F3CCA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12204-E2A8-45F0-9D3F-612A0934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Core Screens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8D755-B6BD-4734-A6A8-BF00ABB0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985D1-605B-4930-9DBA-2D72EAA6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74D76-7AEF-4760-9EA4-DC0FEAAE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9B8BE-A694-49F0-99B4-AB56ACC7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A0442-305A-4A13-93DA-59F43AD9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A28C-2F39-4B0A-8B3B-CEDC3C42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date / time / place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question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C32BC-F946-4A4B-B1E4-2F7C53E7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635DC-C889-41AB-B824-4B21DA79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27CF-FEEE-4AE6-A48A-CD3660FB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43F14A-0735-41CA-842E-DE8E840F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6A9AF-9CC2-436E-8C5B-C0E7DB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E582CE-DC0D-4259-A893-FC4BEE53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9BED0-0E77-422A-B529-BC28648B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9DEC9-A9D7-4455-A0A9-540A780D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theme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tensions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promise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FA447C-CB17-4262-8EBE-0FA8E1ED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858851-42AE-407C-892A-82F486A7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2526F9-EC50-4E39-BB71-2AE78E28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89A253-668E-44FE-9D23-5D063C2C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7757E4-449E-413A-90B9-B06A727F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845C6-5D26-4F95-B59F-E514D3B3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2E5976-13E8-4FF4-8270-995B4C22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685157-D8F2-4444-9F92-408581EC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 message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card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DBB069-10FA-4F80-BD96-BFD5EA78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EB98AD-5657-472F-B9FD-E76C7A2E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C3611-961D-422C-898D-6D4D5A7F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8E12FB-92F6-4C4F-ACDE-9D1D6AFD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101AC8-CAEF-4D81-BC40-BD51EF58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F356F4-4E17-4398-A358-94A8C779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BF1798-CFA4-44A6-9DD0-EFE5BA5B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63405B-9D1B-40FA-9E44-DCF683DE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2-min practice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reflection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completion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94C073-6186-4879-9C10-AAF1F601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FFAA94-E5F0-4F3E-974D-C2499156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274751-E069-4F31-9975-B8D60914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AE4F4A-3F3A-465F-9CED-F1EC4F31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27C0ED-F37E-45D3-8C55-5B5F88EB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38DA35-548B-45A3-B957-DBC9615D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0089D1-2EDC-4208-8612-B66BD403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E68A22-BD56-4396-80A0-E006B0DD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/ after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changed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it changed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1168F8-E0B2-4CF6-A86A-1B3DB029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0F795D-A840-4D76-BB08-9802E38C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36A11D-E177-4FF9-A971-0BA8FE75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A8A825-C6F8-4A55-A057-5DD7D618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3D13A6-F11A-4846-9D6B-7AE752DE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66241F-2B5A-4215-B1E7-95594F1F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85E25B-DC00-4ECD-8A9F-9134673E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4B88E5-7328-4033-80E2-E33DEDF2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 season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21E4AC-272E-4FC0-BC8C-EF64BF09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170B7C0-7002-4185-84DC-826D9BDF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choose plan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CCECB20-54F5-4A6B-8003-4A3214CA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are not final UI designs. They define what the designer must make visible on screen.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B4F410A-8FEE-4273-888C-7481B676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866825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1D2149-4D43-4B89-8240-7149468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69EDF-9387-4D7B-9999-1CB905E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DA0C1-D07B-417B-BA80-9BCC151E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BA236-0124-4317-ABCA-1372AA1E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E34FA-A71F-45F0-A46F-52115DCC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Must Explain Causality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BA22B-DE56-4CE8-817D-46A5F91D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EA4B7-9E70-4A4C-BE3A-AAEC3B84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After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6E9BD-CA02-4DBD-96F7-46ED74F1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6F9C9-D553-4E06-8FBB-BFCA75FF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26F84-605B-402A-9A70-4FD742DE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4D79E-9C92-4FFB-8A30-7714DF59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fog / pressure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unclear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53C43-3363-4161-A2DD-770A8E3B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C12AB9-1341-42D9-B95D-22FD67D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70B6E-910B-4794-AA54-E051CB8D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841CE-609A-4C7B-8B09-45968BA1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CF2C2-157A-4EBB-B57F-3F78C24C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clear route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grounded self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7C895A-BE9E-4813-A388-91331284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D376D-5FDB-444D-8E40-C030F0A7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3907D4-5F40-44E1-BAEB-622EF1C1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Because the user completed the reset and reflection, the Canvas changes from “fog / pressure” to “clear route / grounded self”.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75C4-D70E-49BE-8753-9E8CAAE4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the user says “AI just drew another picture”, the product fails. If the user says “the picture changed because I acted”, AURA is alive.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E67D7-997E-4439-845A-9BB8B37B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317582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5A30C6-3CF8-43F4-A04A-8346823B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743FF-01D3-4037-83EA-632F2FFE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92A82-0BFE-47FE-B64C-AF09F449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B340A-958B-439B-9592-5052C787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815894-F9E0-4DD5-854A-27BF7EE0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 Video Is a Magic Moment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85CCF-533B-45DB-8FB9-747321F6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F0894-A300-4770-9864-A1CE67AF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F979E-30F5-4DBE-B10F-1E657B50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E6690-BA42-4D7E-AEA5-260FD68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A10DE-9251-4385-BB8D-94E67E12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should feel like the trailer of your week, not like a free daily content slot.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402176-6203-4BAA-885E-55F3B337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558E5-222B-40E8-AC6F-77E16712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Veo 8 sec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DF19B8-69A0-4CD1-B137-3BD5C08C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521E8-617B-41AD-BB6E-54346DC6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~$4 COGS before retries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8C29-D039-476B-A6F8-1FC542E6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070171-AE25-4395-922D-4791126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73D481-1A18-4CFC-A606-CC240C89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E5506B-83E9-42EB-9C78-BDDF46F7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COGS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CF2A55-3242-49D1-A5BA-43111547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39250-DC23-473F-8DBE-ED001189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30 sec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CFCE77-381A-4B3A-8A05-5672F8B4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C781D4-7C8F-4C94-AB6C-4D4E1ADA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~$1.50-$2.00 COGS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EF2F1-1ECF-47AB-BBD2-602C3188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4FEEAB-06D6-4B9D-80CA-90D2435D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token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D502B7-4CAD-4572-8428-599FD11B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ACF943-3B68-41C5-91F2-77A62FC9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$2.99-$9.99 depending quality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867C5E-F32A-4238-860F-4D7076AF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business move: keep subscription image-first, sell rare video as premium forecast / future-self / season trailer.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56F2E9-3D36-42B6-A752-6099F27E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8111338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9A24EE-036F-40FD-8559-17C38C82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27C69-9C4C-47A7-A53A-BA0B13C4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96548D-5003-4252-990B-CCCD1FE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10003-B3D3-47C4-9CE8-95D9E819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678A8-B568-44EF-9D9A-F679569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Paywall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748E8-43CB-4D6E-A4C4-F689EA2F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99F6C-9390-4CCD-8ABA-06841DC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A498E-C1D9-4AE5-B7B2-020DF1B9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F8F51-2555-4C24-A6EA-2B9A4A1E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1 loop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Life Canvas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E5930-BD96-4B53-B4D3-311F97FB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35CB3-DEE2-4ACF-9C90-B7376AD0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AB6CD-4501-40F8-A384-A679788D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D52DF5-AB08-43B4-9C56-516E7BE4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2C5F5-1078-4C25-96FA-8D593471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22D96-0577-4277-91E5-DBE2D366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images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833FD-99EB-4FEA-8089-070868AC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2BB47-BCC3-48D1-985C-BF04C95B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1754E4-C6E0-4AE2-96EE-501962C9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157F8-B030-45B5-BA44-3FA98EAF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7413B8-B857-43F7-8375-217E1436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01A24-0F68-4C20-885B-0B95FA63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framing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lower churn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39311-7E46-4F06-A435-8FEEE176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C506E7-7EAD-4E88-94C1-B8FEFE18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963705-E4CF-4ABF-956C-1EE82523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D8A1E5-E709-407B-9044-C0C463AA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Tokens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1E0FC-3806-4EE5-8CB9-77F7FBE0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71F516-6C28-4243-A208-642E1441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video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trailer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episode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CF67BE-BD7E-4DEF-8645-B9E19996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ED3179-00A7-4EBD-A794-B66481B6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uplift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27C11D-9893-49BB-8A2D-47273810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appears after the first completed loop, not before the user understands the product.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7C4854-9283-4938-BF1D-B9B7D910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0082021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3B1BA8-9853-46DC-BF29-9F8CFE83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1C2FE-9E20-4C9B-A96D-0D5CF950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6C234-4174-4E0E-8D89-49D4B2AD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F5163-7250-4F4F-8609-72B33F4C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FDA70-B3B8-4555-B16C-5C20EC6A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This Is Not Just Astrology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48228-4A4D-4E6F-999B-62ECB0F9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existing apps give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8F5AF-206A-4DB5-AC5C-AB013A03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C665B-E6AC-4A87-B7AE-C45254CA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meaning, but often generic and passive.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6CFAF-283E-4655-BDCF-FECF442A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88562-514D-49EF-889A-A1979808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ritual, but often not personal enough.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EB659F-A141-4CDE-8DA6-03CB9B94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E22C3-77C0-4065-BC2D-63033356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conversation, but not a structured week.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B90DFD-758F-48D1-A18E-96A8CC5B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0D8A4-D5B1-4E2B-92E2-DEBF0577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visuals, but weak causality.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2ABE3-45EB-4E82-9F08-06F0421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AURA combines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375C87-AB77-4335-B8D9-34387B7F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79DD93-B933-49A6-B3BB-6E7F3778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context without fatalistic positioning.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264FD5-60B8-46F7-B431-1942FBA8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1044D-60F1-4EA9-B1BA-23090B52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season that gives structure.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CC7069-15A9-4EBA-AC65-8C95C4FF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10AD97-F16C-4982-8565-96C4E46A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daily micro-action that creates agency.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633471-8D1F-4B22-B863-893FB3FA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9DB53-15CE-440B-B848-1BAE9C9F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Life Canvas that changes for a reason.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5E2A1-1CD1-4F17-9734-1D0400A3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D066E-FE24-40E6-9504-B87DE631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as rare proof-of-magic, not daily COGS leak.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C1EBAF-6F0C-4217-AA8A-5C44818B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AA7B3-8ECD-477F-B26D-07BCDCCA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7524681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91832B-F3EA-43CF-844E-8C50675F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8EA0E-152D-4DFD-83EB-67E978A6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C74B70-C35E-4DE0-AC8E-3FA32E87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A6A6A-0F6E-4D5B-8805-5A88ED9F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C128B-7268-45EF-862E-2806D275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83ACC-3273-499D-9D8C-9EA3D4E4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6BBC6-AB00-4CDF-8F63-5C6CA1D3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917A5-1F1B-438A-B0B7-40EFCA21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D73C1-C705-44F0-8436-B91AD0B8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competes for the daily habit of opening an app for meaning, reset and self-direction.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2B298-74E0-4176-8B45-CFF6333B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08A6B-7E33-4C41-806B-E9A41781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00355-0F19-4CBF-9A5C-BEA0F37F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paid behaviors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BA7D9-7FE6-4C08-B622-91307D8C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guidance, wellness ritual, AI companion memory, visual identity/avatar progression.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954BF-0F72-45C9-B06E-C84116BC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FA860-FE2A-45FA-84EA-6A8E8121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D93A51-5DF2-4720-ABEE-EA4DD5C2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03E6A-25C0-4FEB-AB09-3C66C555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existing research covers app stores, web apps, paywalls, adjacent tools and manual competitor walkthroughs.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8672A-D0C5-4410-9F0E-646E03E9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3DCE2-5BF9-4DC0-A521-6792EAB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84F67D-0591-4B44-978E-83CED5A2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D2EB3-B17B-4379-BF02-5C4AA57D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reachable first scale if creator-led GTM, weekly seasons and premium visual moments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EDAD4C-B22B-4EE9-A372-AC1DF1C4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7D89F-6135-431B-827D-4F300AB2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B4824-8FF4-4FD7-BC2F-7E9987B6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9755F6-25A3-48DD-AB65-0FBACF13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+ annual + premium tokens + creator seasons can create venture-relevant upside.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D9A87F-8D23-47E4-B81A-363AC99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market is not a single horoscope TAM. It is the overlap of paid personal meaning, daily ritual and AI visual identity.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56F1DD-003C-4150-B5F1-42BFA971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065394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5C2E95-B08F-492E-B7B3-8BD6C6AE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7A072-28D1-4BF8-8ED5-A4C48BDA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236E0-F346-4A9F-BF7D-D09FB94C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95F5B-37B8-404A-99BD-AA2EF2E3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C248A9-B230-4C7D-9538-46F640BB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How The Numbers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614D3-E6A5-425C-AE4B-58B71ADB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3F186-86E1-4296-80D6-AF1C0E5B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97AAD-0B63-4891-8CF5-D5F877BE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E4D8D-DD77-4445-9E48-7EB6E87B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External signals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1BC29-FC03-4C66-B886-4574B110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1AFCE-FC2F-4E58-92A0-85CE8704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43190-B107-413A-9EB0-A31893B5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BEE9D-8D68-4249-91D6-7469321A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96BB1-B3A3-410A-8811-C507AFD8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Derived benchmarks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372FF-A69F-4A71-B915-7121C00E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calculated from public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5F93CD-BFF2-4F55-9013-FF48D145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E9250-BF31-42BD-8E8B-047FFE28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92298-D966-4460-A557-F6D20CA0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0BB98F-1A70-44E9-9F66-FDBE523B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assumptions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8BABEF-0F3A-4B7D-8DB0-74A6A1B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DD7DA-FC83-46EF-9A07-34841211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1AC55A-1A37-4D04-BF19-4874EDA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BC1C7E-6531-4AE2-8D4A-AFD17D72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E5B6AF-8736-492C-A223-E0E89C93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0E93A6-BB41-4838-85CA-6279EAB5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what we actually build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D03F2D-A978-4F97-A121-B01F30DB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972FF5-A171-4CA4-AB5B-9B736E60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deck does not treat competitor estimates as truth. It uses them to create bounded assumptions for AURA.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0F4BF4-9923-449B-85FC-161AA1D8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871711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15E1F2-7591-40BE-A8DF-0189DCB6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5141E-F434-4F59-9363-EDAFF6CA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1D30DE-3BC7-430A-B680-215916D2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B394B-F371-4BB9-9BF0-EB5B666E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EE863-36FA-4954-B73A-7D68059C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Four Numbers That Matter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2C082-0ECB-4D3F-AC70-FF6E308B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B0BB9-C994-4085-BBE9-E2493D26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3EB54-A246-4E8E-9CFD-6632DD66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398F9-D767-419B-BEEC-9BBB0489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derived from Co-Star / Nebula / The Pattern style subscription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A57CB-D0CA-4C4F-AB17-9DEF872A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B225BD-1DF7-464F-9FAB-C0CEAA06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6C5DC-27F1-4147-9027-3CFB0B0E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00671-A16F-4784-AFCD-FCADD529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needs subscription + some visual/token uplift to beat long-tail astrology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FA62EA-24E6-4FD5-B6E6-1A0D53DC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EFA74-2495-4286-ABCE-0850E275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CA2EB-E4FD-4D79-9FE7-D25D19FE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83AAA-FCF2-48C3-934D-1C201D6A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only if high-intent premium moments work: future-self, relationship, 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5811D-0AD1-4BAF-865A-C5B16A25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708113-7BCB-4F89-824E-F253232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62EAF-DF50-4498-BD8B-77B3FA6C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 AI/image COGS target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73A660-5DE6-4F54-94F3-FCC3E142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be cheap enough for $9.99-$14.99 subscription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64113-6C59-469B-833E-D5BE0A97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If one of these four numbers breaks, the product model must change.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058EE4-B734-4631-A395-24860B6A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0110459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4B56C0-5173-41B2-A908-51C90080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E01C1-FC90-4985-BDC5-6254DB42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6E7F2-07D2-4D08-913B-D8E291AE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BF28C-EA05-4B17-9664-FD655164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41B44-EF28-40A1-9B7E-109A5DB3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 Economics: The 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F8C26-9564-4FD3-86D3-E19E718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E06BA-FC6F-4555-9202-EC4ACCAD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12A0E-17D0-4686-9D68-C3A84939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9987C-AC94-4984-9E08-45C3B464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FF45B-CD63-4126-8AAA-D9A665FB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780BE-22A6-466D-82F0-4CEB08DD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it proves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207FF0-8947-4DEF-9767-E8EA6CE9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54299-5AED-420D-8EA0-BDC6866A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529B31-779D-4BAF-8CD7-DF16B04E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34AD3-7051-4782-9B9A-57A67176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Will people pay for personal meaning?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6454D-E32E-4646-ADED-996F2929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47714-808C-44D3-B58B-AF65F9C0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$797.5K/mo, 2.7M MAU, 64K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CA2F1-6E24-410B-B18E-A3C764C6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F4DA-82C4-4457-907F-16416A1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but conversion is closer to 2-3%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17855-A069-4CA0-A08F-845173C3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7D8A0-8534-4538-9991-900DE2C4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model base conversion at 2.5-3.0%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7CDC3-42AF-4FE6-A695-B94F2AB2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04EDD1-E6AB-4C00-BFFB-D11FA054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spiritual guidance monetize?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392241-2BE4-4CBB-8BB9-D3060542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51AD8A-87E0-4670-B217-1BE439F5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$718K/mo, 52K payers, $0.33 ARPMAU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B2EBEC-FB27-4B21-ADCD-D60463C2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10015D-A8CE-42C2-A85C-39BBF88E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but aggressive paywalls create trust risk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75AC42-2F1D-4A72-8934-5E8F5C50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070C1F-4273-4644-8AA1-409647EB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sell causality and season, not vague psychic pressure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289533-0F9C-4315-A6AC-0D770D6F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16A466-1E33-4F19-901B-8146B61C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daily ritual become large?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35A6DC-1FCC-4AB9-84F5-8AF6D9A5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15D693-6F4D-455D-9117-B1A44F14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$300M/year proxy, 4M+ subscribers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547E8C-DFDF-45BE-BA06-9CC29DF1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A428FB-14FD-4041-B9F2-284FDC3D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if trust and annual habit exist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4DE3BD-F64D-48E8-AAB8-29287ABF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FBF86F-C553-4827-8D5B-D065FD08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after first completed week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6B0710-6DD4-4FC2-87F4-69BE9D38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8DF4D5-B982-41EA-9056-B804CE7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AI/avatar create paid intent?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E085CE-988D-401B-860A-9F704776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EFF988-6638-43E3-8EC8-0AF485BB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$2.36M/mo estimate, 99K payers proxy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3EA44C-9338-4CDE-ACD4-7B15DE7A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96F211-E51D-4CAB-9CD4-99A980ED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users pay for memory/avatar/voice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7A17DF-7B22-4781-B5F7-8FB38C27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BE104F-8C4D-4C81-A8B2-6BBAFA67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 memory + visual identity layer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138700-9F9F-4D0F-9650-EAD5669D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A18F0D-8BD1-41E6-BB0F-0721389D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urgent guidance lift ARPMAU?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ACEAB8-FC21-425E-BC96-4BC6BE29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257B2D-18CB-4502-963A-1AC4D648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ACC37D-2619-4AD3-929C-C378B6A4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0FD307-AF15-46C0-8952-7E627646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high-intent moments monetize better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1401B61-BCE2-4850-AF02-E694CF0D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C8879B-6EA5-42C7-ADB0-4730F99B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D66218-2871-47CB-9DE5-9AB3C23B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model base-case like subscription self-discovery, and upside like premium visual/guidance moments.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7D84EA7-EF36-47DD-968F-9520A710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62078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5E4E11-D2C0-4ABB-B91F-A2C9CB87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E7B92-9FEC-4DD1-9703-CD170A47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CF540-5C2A-4F75-B694-05C7FDE4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C6F30-DE46-4369-A17C-39901E13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889D9-60C1-4B8B-B35E-2A5ABBE2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Astrology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E8A07-E1DD-4CE3-A1A5-2955A992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0F6D84-CC19-47BA-B382-3EC4BC14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D6C83-02DB-4D92-BFD4-2B1556CB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399B5-255B-417D-AA2A-D2F1D8AE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D2332-837E-4512-A1F7-DD9CE981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C705F-9D56-4184-8096-30E47C5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3A9B8-EA53-4BB9-A079-C5286D1F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52C86-C4BA-4C84-B9E6-C8259536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B27DA-19F5-44D3-BBB6-FF2A6553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88E48-DE2D-4B0B-A2C3-C61A4D0C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6DCFC-63E9-4903-9D7C-02B87353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B753C-B09B-4895-9373-A94178EE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$797.5K/mo; 2.7M MAU; 64K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7052A-34C3-4CB0-9038-541E330C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E8336-3816-40F1-A071-58627586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$8.99/mo + IAP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A9F20A-707C-43E8-A497-5514C4D4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D1A9C-902A-456E-9681-2BD8ACED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should be 2-3%, not fantasy 8-10%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557010-7072-4BAE-B3F8-E70A4BD9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BB1D7-0A01-41F2-AC72-FD122F85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781C53-3E62-488A-A8F0-566E38F8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4B4A3A-901C-4C29-975D-8DA4CBCA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$718K/mo; 2.2M MAU; 52K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E11C59-1B25-4F8E-9360-F664D44C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6056C0-A95B-4028-8FDB-7DEBDB7A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$9.99/mo + weekly IAPs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D560CB-BF5C-49C7-88B3-1C019A0E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EDDFB7-0DED-4CED-AEF7-474A0FAB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monetizes, but paywall trust is fragile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12D390-51F5-49AA-94C3-B95D61E3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0A184-AD19-4B5E-BC93-AE211345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A14ACA-98B0-41CA-A0AC-B67B291D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9669AD-AEED-4BB7-918F-7D22D32E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$36.1K/mo; 160K MAU; 4K payers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3D229B-0631-46D1-9DB6-E2DC3629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868710-2572-4706-A303-E344D79B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9FCC26-EC34-47D2-AECA-63ABD4B6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DCC10A-6C8C-427E-BD8E-D4976E65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works, but depth alone does not guarantee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7C7D85-42FE-4464-AFA9-67FB4605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2C8ABA-80B2-4648-B04F-DCD7A588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7E4BE9-6EEF-4448-8B09-0D2877A0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3BFE97-82FC-48D7-9A54-F39FD0C9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$547.8K/mo; 2.4M MAU; 34K payers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69CA7A-F3ED-4B9E-9108-5E067FC7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857730-1A65-40A8-B7F6-E531EAE5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38848F-9C93-4FAD-82C5-16B637B8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03F9FE-C0A6-4C63-A4C6-FF25620A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can bring huge reach with lower conversion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89837E-2AEC-464D-A44E-5E8A195E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3C9E87-CAE4-48C9-B15E-95528EA7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E0C687-FB55-43AB-85F0-277EFBA3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935F9F-40F9-4DC4-9388-BD7AB01B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$440.8K/mo; 242K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5826D0-DCAB-4465-85E2-5578021F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6898F9-F686-45AF-8587-61CF8AB6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F3C415-D401-4717-A603-5B72FBCE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655FFD8-E0E1-4080-A066-41A0840A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can lift conversion and ARPMAU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F4542F-3E9E-48B6-A17F-192B1651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8B2C93-3C7F-4FD7-84F7-A6FB13EB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0743EE-BF7F-4535-A41F-2B17F3CF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582245D-DCFA-4598-AB3D-D9A6A29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914ABB9-73DD-458E-9032-9A344600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E6F02D-28ED-4F82-9957-702CEC9F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not pure app subscription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13888CD-B5BE-4062-A094-0C26C5C3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3BCE506-F1E3-4E55-BD4E-C25BDA30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is upside later, not MVP core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94ED85-2840-4E9D-8F5E-1CD39C39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 layer: Rev.now estimates and public company/press reports. Directional benchmarks, not audited internal P&amp;L.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137717B-4EF1-4C46-828E-2FA934EC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4218241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EF9683-E410-463E-B68C-6E753BF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C1047F-EAE4-44DE-BC94-9B87012A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D55F7-F77C-44B2-9106-BADAC81E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49CEC-CE5A-4186-B2DB-1ABE8138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0A467-0A38-49A5-BD89-D835B824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Mindfulness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8F990-A304-4B65-861F-FBF62D86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61093-6D66-4895-8904-1061F6B9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A31D8-839C-43BB-9BA2-D6DE5B4E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79721-DA80-4F21-93A5-E9ED5DEB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B68B9F-F06B-45AE-805F-B978C96C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68AD7-6BBF-4922-BF77-0D863283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900DA-D947-476B-9957-2FBDA66E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E21BF-5441-4381-88C2-199F9F4F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795B2-4DDD-4A15-BDFE-45E51404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6351E-24F4-406C-B727-AE689899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FCC4BA-6A9A-452C-B48E-6F0FB1A6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3D10C-7122-4135-AF2D-2F51AADF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$300M/year proxy; 4M+ paying subscribers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31366D-E284-4546-95D4-ED3465DF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0681F-5896-4BE3-B390-C7A1315C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 and $14.99/mo price anchors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E536F-1F9C-4ED8-B300-3C075E6D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CA3E54-A5C6-446A-AF57-7D9FA14D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can be very large when trust and routine exist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DFBF5-D996-4235-914A-4FA71A2C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5BBF1-B7B1-499B-A700-5381F24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BBC2E1-B7B5-4D23-BF08-C38D9BFC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97D55A-FE61-4D96-AFFD-07020286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$2.35M/mo; 3.6M MAU; 85K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CD6E7A-2E99-4DEC-8EB9-FB66CE17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229AE1-EAF2-49CD-9033-99F2281B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BDC186-7657-4231-B830-690C9401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520B28-863D-4AFC-966D-27C78D8A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can monetize above astrology ARPMAU, but needs retention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DA0058-B877-4BCC-9F83-23F4FCC0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E7624C-78DA-4EB3-B2AA-22AC3C4B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146CE2-D391-4545-9C54-26EEA642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D7D63F-3B15-459A-BC76-690ED695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~$200M/year brand proxy; app-store proxy ~$39-40M/year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A53D30-D843-4D42-ABA7-CBC3F967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3B898C-4124-44EA-8D6D-98CC6BE9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$12.99/mo price signal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45058E-83DA-4D52-AA1F-87127164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83A40-C113-4484-AB71-91C6682A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can understate visible app economics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5A0288-1EAF-4D1A-A158-FBC9AF14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F07CE5-4285-4A87-B6F4-732C50BC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D68385-54CF-42E0-BB8D-C8EABFEF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0C6A3B-3A0D-4B86-9AEB-EB219441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$492.7K/mo iOS leaderboard estimate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587BA6-F59B-4115-A968-C1A9368D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709CF2-479E-4D66-9943-3D00388D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$19.99/mo; $129.99/year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9263DA-997D-458D-814E-8E3A93E2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84F791-5C66-474A-BB04-6732959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can justify premium pricing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54FD15-8D90-4EF6-BAF4-063907D4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D76278-6BFD-457F-972F-A7E3FCC1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4B20C8-C84F-46E2-9574-388C9E52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69E3A3-13A5-4609-9EB0-88DCA36B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$180K/mo; ~317K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E99B5E7-56E4-42E8-AF8D-B810AE32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37E012-7896-4B02-A959-D4725A32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0F36B0-8380-477B-B81B-7F5CC9A0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BDC1B1-C185-475B-803C-0E72888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can outperform generic meditation libraries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608B58-583F-472F-920E-75B73277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01ED71C-A5B1-4707-A4AE-BB8FB422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8EEABA8-82FB-4C4C-BE0A-2EA2909F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4425BD-6A46-4252-AB99-A89328F4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$118.4K/mo; 629K MAU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B453CE6-E0B0-4768-9958-D0E3FB45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514816-4712-4630-8DE9-2BEB974B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12335AF-01F9-4EC7-B31D-C9CDB926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9863FCF-E0CF-48AE-9A7C-B69356D0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MAU without strong monetization can still be thin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7CE7CE-1425-41D9-8C75-45B1DAE6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borrow daily ritual and annual plan logic, not build a giant meditation library.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75E54F4-EFA7-4977-A568-BDC47448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635421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ABD38C-7B9C-4862-9A3A-81AF50CA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DF171-5153-4604-A7A2-63F84AC2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92740-3227-4B06-8813-7DCDA9B4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3E3BB-3F61-430B-AA3C-7C5488C7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F357E-BA1E-4B21-8D1E-CF02DDC7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Companion / Avatar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AE3C2-1D00-41E9-929B-9E01BF1B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2FDAA-965E-4CA4-A744-9C23B713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5FE9F-24F3-4D83-9F21-0F8938E1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D6AC6-8308-4973-AC74-01D1AAC7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52789-28C3-46A9-AC8D-0C52BD88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8C0981-9DD1-4DFD-AC1D-6F6378BD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people pay for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C9061-9E47-49C9-AA97-19A391D8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C9D47-61D4-4F3A-A861-203FD6E2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A7F8D6-2F84-438F-9CB0-E0D901A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D50E9-36B6-41BA-9893-2BBE5A5A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D4ED13-C31F-4F44-9C75-43503939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C1F12-F389-4C08-BF8C-5EC3E97A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7D8977-E0A6-421E-861C-FF6D404F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D533C-1DA6-40BE-93B6-12FDFC6B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E95502-0B22-49B6-BB94-06B3DEA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7684D-DDF9-4A32-AEDD-414286BE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can monetize engagement, but inference cost and safety dominate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4A976-6216-4873-A8CB-9B1769C9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C54D93-DC6A-4B12-B3FB-3F0A17FF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AB973-8BC7-4F17-AD79-17558D8E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169078-F5A3-43A2-A3F7-7D626043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estimate; 99K payers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2B5EFB-DFA8-4168-8B1A-3AF78BBB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798BD2-2074-4932-AE16-8DBFD8A2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78A69E-AB2D-4EEF-9856-CC64ECB3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66E073-3691-4A1C-BD44-1BF37E98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pay for emotional continuity, not raw text chat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9090C7-1F50-41AF-A59F-E750EDAE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BBA94C-A398-45AC-BCD9-B6EC1622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6EA32-F0F8-431E-9D0F-BC888B8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B44C89-C679-4832-B48F-2B5FEAB2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$1.5M-$2.0M/mo public estimate range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37CE72-98AD-4A80-B02D-67F5562C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F9FB74-8D83-46D4-96CE-32980F7F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3A272C-D7FA-48B4-A04E-6D8A4471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41F564-B267-4E72-94EE-3680A48B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can monetize without scary “therapy” positioning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C583E7-5889-46D6-9B20-46CCFE14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7CECEE-39E7-4CF4-9E6A-6AA1C820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F0C263-4612-4F5E-B56E-653D9299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06A295-E1BD-4797-950D-2F15BD2D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proves avatar video is paid compute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3F0805-5C57-4427-A5F4-218CA5E0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389F19-F7AC-4497-871F-ABD9E444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or plan/credit based pricing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78D451-57C0-432E-8ED5-28EF649F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C4F4C5C-578D-40EC-9A91-F3AF67C1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is a premium event, not free habit content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681C56-2BD7-4587-9EF5-9B4A50BD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5FEE05-9E62-48DD-8C2A-8C1B71CC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0D5E3B-C30E-4687-A5BE-27872F2F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D64EB3-392C-43B6-93D3-ECCB4252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 + tokens target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EF455F-784C-4CBC-96CD-5BD91115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25CE6F-7A0D-4136-AE8C-C3CECDFE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25C85B-987E-455E-A166-E1157836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5A1E791-4075-43BE-B378-BF489301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be a cost-controlled AI product under a premium visual wrapper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4C8A81B-F1FB-4433-A90D-7136F748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avatar is not decoration. It has to show the user why the week changed.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9ED0BB-F7D7-4E13-B570-56496F11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772853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74F5A4-BB90-45D0-A242-AEB4BEE9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6BBA71-7506-41FC-B04E-FF7698CB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0C253-3BA8-4071-ABD2-6B9C65A2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77B78-7CE2-4AC1-A3EE-54CEC788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70166-90E7-487A-BF8F-82BB69EB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People Actually Pay For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9D7F3-3452-4FFF-AE5A-44683691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C6BA55-E2FC-40D4-A49C-6D045683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object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231C1-E892-43FD-AA77-A45CCC03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FB84D-4920-45B3-AF29-46789CA1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Seen in competitors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D3BA4-767A-4CA7-AD30-E006259B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551E7-DA5B-4B08-A55A-0C13F378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users pay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917E9-4358-4A2A-8D0A-411427A8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B8C3C4-B60B-413D-BA19-D83BD93F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equivalent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4C5D3-91BC-4AAD-AB42-A92932EE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C6A7A-A318-4CE7-9D2E-C02F97B4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subscription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688B6-DA54-4C54-835B-0E71A4E6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11C4F4-2D17-4C1D-8865-4CE7CDA6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F25721-5E9D-4196-ABCB-769BC67B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D5B8B-0471-4C8D-BAF1-2ABDC7D0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regular personal value and lower friction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B55C5D-E422-4A3E-87ED-9BBEB681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773BAE-E9B1-46F3-A73D-2F2DB3D1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3CEA0B-7073-4055-8A4E-BE4FA6D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A821C4-476C-4B3C-B6C1-72EC5377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subscription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BCDECC-17FB-4A7A-AB73-D795A0B8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D85323-70EA-4CBF-B448-094EC304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198982-C83C-47F7-A795-392C30FC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0704C-B522-4EA0-B60D-D060D942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and cashflow when trust is formed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60B1BF-00EC-4C20-8F93-B7D94E8B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F21AE5-CD98-4B78-998B-8B598016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 annual after first completed week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F552C-C9A7-4254-9EB8-5B670DF2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F96A1F-A4B8-4BE4-A4C5-F2D2CC05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D62033-E713-4012-B1AC-3413C876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5EAE36-AA9E-4191-A15A-E50B809E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265B7A-A4CF-421F-9CD6-6886C88F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E977E2-0901-415F-BB4D-D98EE950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emotionally high-stakes personal insight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875CF7-3CC6-4771-9618-F6B4FDB3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C1C22A-EE81-4BBA-A694-859F1108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2570C0-90C4-415B-B8DB-E624235F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A23F45-734F-48FB-9F3A-A32D0A98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or urgent guidance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0FF989-22BE-45F8-A0E9-423E2A4D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D011D6-7ABD-4FFD-8184-F1C627A6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87C0C6-FC1D-4C15-B6BF-0E9477E6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780A3B-A3DA-4040-B173-339F186D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anxiety moment: “answer me now”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2D0DD1-D20B-4480-B842-1A3DA6A2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6A321F-795F-46C1-AA83-15514D45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assistant first; human/creator layer later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7C1FC9-33B0-4E1A-AE7E-783CF70A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F080F-13A5-4B1A-978C-C8F8C46A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78284E-A9BF-4970-B6A0-EACDFDC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B6F14B-C57B-43E3-AF5E-59F6E206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B8D1DC2-E546-454A-B15F-E98B2547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C8352B-A075-4D07-8B79-BDED5A71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of self/future/period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B575A0-9315-4CAA-B5AA-4D547658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7DB9EB-9E86-455D-9083-C2062E07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or future-self video token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F915EE-C0F8-4C60-9962-BEFAD542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0319967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ED3998-32F7-4E36-8187-7B9B9A00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00F65C-72A8-4CEF-BCE3-EC4B851E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47A29-A2D1-4FAF-9354-D418EAD0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D8F8B-32E9-4D3D-8247-07C5F701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77DDC7-A77F-4AC5-9FAE-9B2D80D5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D7A2A-2AB0-4A56-BE17-385E3E3A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C1C3C-EDDB-48DD-AFC5-BE80BE23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FC12D-8B2C-4735-BA00-432A9C00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A5C5D-D6F5-4205-9190-FC623C0E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70F355-3009-4B00-8AD2-46653D29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9888C-F0AE-44B8-86BC-021DE4F5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C43E2-7635-441F-BB94-0A3EA40F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CDF37-B04D-4B66-A8F9-356FDCD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margin logic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3F331-05AB-430D-BF3E-28DE0244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6595D-B5D1-44C2-8199-D778E1AA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FD0F26-B589-4714-A97F-2B20EFCA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59B45-D5CB-460A-9761-F1132835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7EE7D-4C5F-4188-BB23-23C48AD6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40EE0A-7C00-4CBD-A7AB-FE03772B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 + Day 1 loop + one medium 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53D55E-B52F-4047-9F23-74E79E0F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77CFB6-CF3F-4953-BF85-6D15242A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goal is activation, not generosity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A8E6A0-E644-48D9-A4D1-15D130FE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960611-40C3-4C77-8B0F-E40DCAE5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monthly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237CF6-7671-43A3-8B68-8DA2DF09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ACF661-23AD-43B6-B8BE-66191603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9C6409-996B-4BB2-AFDD-C16F26A5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E10C72-288C-4F8C-BFD0-CF155A03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loop, memory, weekly recap, 2-4 images/mo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79A1C9-237F-4270-811B-B7C474D7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B0B9A-3EDC-40FA-89F3-0A77E6FF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app fee ~$8.49-$12.74; COGS target &lt;$1.50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4A32EA-1259-4D4B-933E-C200EAB0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19F4B2-C2E0-4474-AC99-00A51E46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962253-EF0F-4562-BE7B-DB0BD27D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727B5E-9CEF-4CAD-B946-E897ABEC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2BE820-6CFA-44E4-8BD8-65315D36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EECB62-7429-4574-B372-0FA1D5DD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 + annual season framing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C675F-C9B6-4E96-9EB5-CA2914DC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CB4A3F-CE8B-4697-ACE3-FCC8F24F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and lower churn pressure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071421-FA8B-489C-A63E-2DF47849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D0CF8F-74DC-4F18-816F-12181561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video token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7D9CAE-2184-4911-90A1-50EC340A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6E2BF2-FFC3-4911-A483-5949F86A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$2.99-$4.99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96748D-1A96-43EA-9B37-C032EDF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DCDF64-8D1E-4D4E-84AA-61DB59FF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Runway/Luma-class 5-8 sec visual moment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3FA71D-3B34-4B7E-82BE-B9A56673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593E69-EEF0-42CF-81FB-1EF7FC1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COGS &lt;$1 and retries are capped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85881C-CE1A-4E5C-84B3-2644C1EE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43257C-EEAB-49C9-8E7F-F2E21444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A3EB947-458D-432C-9A08-3BC76C67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A2E899-6D39-4C42-8097-073FD4B1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$6.99-$9.99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CAC8-19F7-445A-B020-4053DEB7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206290-DB43-4DB3-A043-FDD19469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E50A70-6294-44A8-B76B-99954661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363972-0DDF-4300-A54E-CF8D7920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needed when COGS is $2-$4+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C7741-3787-4806-9423-DB259F10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9C7778-FEED-47D6-824C-3337C0A0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654485-F22D-4401-8810-A6FE4818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B79126-E9A1-44D9-9AFE-B0D32821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1F002C7-C180-4D95-8200-DBCA3221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0AF8C4-4200-437A-AD54-15B493E8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67940A6-AA44-44C5-BE10-670063DE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F22817E-4F09-4878-9B90-587CCB80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monetizes content leverage, not only compute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9FF8A34-7EF0-42CD-A9B9-8228ACA2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1DAB480-1B1F-4705-B7D0-23116067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not sell unlimited AI. It sells season, memory, causality and rare premium visual events.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38E5224-1908-4177-B711-2D4B8E9A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36533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8AE593-D46F-48B2-AF69-738281C8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8D388-8FB4-449D-89B2-5CEA371E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F48FE-E4B2-44AB-98EF-E18F60C3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9DD59-957C-4E81-99EA-21CA293C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7332-DDA4-4449-BF82-9518BEC8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Conversion / ARPMAU Assumptions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194E9-5B22-4F60-AED1-E9F1376E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08E95-ACFB-4BF1-BBDA-0A73F6B9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31BCF-C08E-4E36-9DBA-855E6BE9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9A19D-F14A-49A8-B5FB-29F44602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32FAF-4476-485F-9D8E-CE13DBDB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2DE68-2EDE-4629-962C-9E8F5622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B8530-3A6D-423D-B266-2EE53035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E37EB0-C6FB-47D6-9A70-1774392B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10684-E451-4C57-B93F-1D3003D9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425D3-1920-44DD-B3F4-D78C2A20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AC6E8D-3495-4871-94F0-2825A681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0697C1-1665-431C-8C68-2B927C92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E16BFE-75D3-46D2-A177-ABB1EAA7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99041D-7665-4275-8314-C8B30207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C03EE1-2857-4C6E-BF9C-3CA6BE99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20DE34-9053-4F87-BC52-FD7DF026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3F495F-6434-4DF6-8822-BAF550A2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E32188-5E51-4A57-864E-4C129064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9B4C45-2A64-44CC-B67F-146E1860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80F67-B1F7-4DC1-9CC3-4304B632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C6FB71-EF46-4198-8972-BE858D76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8CB70A-0B61-43DA-A348-EDB015AE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33907A-F8E8-4D4A-9420-508ABB85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B939BD-3BC8-4016-930B-B85E22D0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854CB8-6277-4996-A771-38799C55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F3217A-5C89-48F3-B8EB-053F26B8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D2EB30-CA81-440C-B147-879B12E1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45E0D9-ED68-489B-8308-B2854007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$7.99-$9.99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57E6DC-234F-4A76-9B0A-7A52B3E8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6DAB39-DFB5-48E8-B8F5-9AE900AA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6A4AB5-9E3D-448C-90AE-F8710C62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52C506-97E9-4356-AC5B-8020B2A7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7DFAE6-0B4F-4552-B2B2-51EEB224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71F598-88C4-4E62-A44E-E7E05F9B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B978A9-3E16-4BC5-B830-CF15E92C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E2C803-1283-4D1F-860F-2575664E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401948-718C-4A74-8E8E-56914282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D9195F-66E0-47FB-9F3F-A29F386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7EB648-A652-4798-BDB5-C10A44D4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7C7F0B-A3A2-43F5-8425-6B950A0A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861A3D-E8A9-4359-B6B6-11DB0544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A35B7A-9493-4028-A982-10C322BB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FFAB6E-2BB8-494A-93A4-8A19E2B6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035B98-9A5A-46AE-AF22-89DC2886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1A57AA-3620-4C11-A89B-B43793EB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267A0D-F9CF-499F-BE59-3A51AF4D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C67D11-D44D-44B2-848B-CD21C988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82E188-15FE-46A2-93B4-2872E163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55C23AE-C417-44C2-8115-57A6FB7C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18D0E4-9B4D-452E-91AE-BD95DEBC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09F8C7-E448-46AC-865D-7DCD7C69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AADC7CF-D347-4DF3-97F4-A3FC9D05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3814486-707A-44F4-B714-223CB240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EBB2D1B-8EC2-4361-9748-6DD33B46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causality is understood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36788FC-6CAA-4769-AE7D-5FDD9470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61CAA5C-5840-482E-81D9-BDBB873A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only with high-intent moments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2447CF-F202-4FA9-A8D8-FAB6E9B9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assumptions are derived from competitor estimates: Co-Star, Nebula, The Pattern, AstroSage, AstroTime, Calm and Balance.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F47FE9-6362-4327-9D8E-51076150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C9FC0EB-A690-4488-AD02-38400960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931313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BDD605-3B38-4193-8CAE-928CEE31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B46BE-E9B9-48C1-AA3D-9C0D226D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2C06C-C0A2-4ED4-92F3-CC75C0EC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39AAC-A359-4D09-BF76-EDEF163C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131E3-6F65-40B4-BF8B-9EA6E8DD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From Benchmarks To AURA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0ADC8-98AD-4351-BF8A-B721AFA5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E1A0E-8F17-4600-A055-9551CD6E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25EDC-CDD9-4168-86B3-43B25599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89948-6F19-4D01-8892-5BB9B8FC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Observed / benchmark range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B077E-8517-4212-8EBF-D0C6A5CB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6FC63-42A8-4110-8A44-A8EFF160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base assumption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EA006-C1E2-4E7E-8CFE-6C4E5812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D94748-45DB-4526-9DDF-D8C6D597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this is reasonable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650117-0CBB-4E25-8625-72C40C5A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5830C-B86D-44C1-A32B-4106FD19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48D4B-762C-4B85-B08C-69A5BC14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11880F-657D-4112-B6B6-F9BE6AE9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6463C-DA64-4770-9853-3873033E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855BB-35F1-484F-9A95-00587FED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7529A-D76A-4B3D-811A-67844B54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D9A77-23F6-4654-BC95-74BA17DA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assumes value is proven before paywall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22597-C123-4EC8-B7C7-309DE286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70447-E09D-467A-ADA9-77A6D3C6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41E2A9-BBD3-46CB-B012-AEC43DC5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3BE61B-6936-438C-86C2-E63392F9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BF661-0341-424D-8368-44D0BD5F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96B1AE-474B-4846-80C1-50805731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D2E9AC-8423-48FD-98E6-9AFFCCAC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D3427-0FDD-4EE3-A15E-D0AEE753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needs to outperform generic astrology through visual/token uplift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4555DC-055D-4059-A3A5-B7E0E055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A9F975-E92E-448E-89E1-684DD9F9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960542-C928-4AE5-B1BC-AB78F426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2B54E-1C39-4F6C-B2F9-3E9CFEBA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C38A4F-1A7B-40DA-B824-F004576B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CE6523-F957-4CD9-AEC6-FE7C7A45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392388-99CB-46ED-BA29-108CB51C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BAE0B8-1950-4895-A368-1A38A8D5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sits inside proven consumer subscription range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0F647C-F5E9-4A41-A9AF-DDAC3887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A07A3E-B11A-42CA-B53C-BF5166B6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C043D7-3AEA-42E0-BD0E-C15E90A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0FECA7-D245-465A-9DB8-C12D1474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B4D1DB-DD3F-4131-BEB5-B04F7D51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888FAE-440A-4045-8428-7C1447CA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 free daily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A5EEA9-C9AE-4E93-80E6-93899DFF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0E29A5-CD34-4A06-868A-F85038A9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destroys margin unless tokenized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2D1AED-B425-4920-87F4-A72ED20B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94BC20-1B2C-4208-91BC-AF64438E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2BF53F-7BC9-4A1D-A73A-E50161A7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70A3AF-CF72-4085-AE86-F6464443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51812D-6614-43DA-9C33-33B67088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A9C1ED-2EC4-4347-9F87-A567352B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ABAB85-ADE3-4A5F-9126-DCE15A39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673F23-105C-4CC9-BABA-A17077D0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only after retention and paywall data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F90C90-C62B-4BE0-AFF8-32CD69CB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bridge: competitor data is not the model; it is the guardrail for the model.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D5CAC4D-CAD7-48DD-96D9-E838239F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1990367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E297B8-BB2C-40DB-8B50-EB9D0CA1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BE244-9CAF-4768-AA60-530E5C01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0E9E0-AFB7-4D38-B8F1-33A554A2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930CB-C726-48FD-9CD7-172A1776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96BA5-F2C7-4297-9451-17028E2F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Cost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01802-5014-4923-8DBF-AAD66AC1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D31BD-28BB-4085-9B6E-9BF9CFFA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3F12B-C385-4351-BBA5-0FE1C0D6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2B96B-4BA1-468C-9FD6-476023FB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4D957-CAC5-4A6A-BB0C-E7B45849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EAE72-1F38-4330-B017-1120FD77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02F77-AF7F-4BAD-A12C-5FE194C4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19E65-A4A5-47A2-9FB0-BD08E503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19583-1492-4115-8886-9A2597A1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C43804-56FF-408C-90A5-E271D31C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0CCA4-BAEC-4DA0-B602-4D22009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32F5B4-0715-4DFC-8C48-972BB5E0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1921A4-00A7-4AE4-84EC-5EB29B57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12967-3741-447F-81E7-637EC075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3C1CD-B46F-4309-89DE-A1D6AB7F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BA4541-0EDE-43E1-9432-92A6B2C8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is cheap if prompts are structured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A32009-2EAD-4C62-9A15-8EC990C1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414372-33B1-4B74-9B60-39296FF6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468D4F-5207-44D6-B5CD-66452D79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351FF7-17D4-4F73-8A5D-0392FC79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BFA71E-F089-4DC6-A073-5E308A72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AA6188-73A5-48E6-8240-B64E9BCB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6988D6-070E-4CEF-B1F7-FEE67B45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BF27FD-19FA-46E5-8F35-8D0ABB5E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can be included if image count is capped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1524D4-4B17-4FF1-8716-A295F978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1D860F-F20D-40A0-B7E8-1438A27F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9CF9FC-79CB-4029-AF6F-31A5056A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1202C6-C80C-4A90-B0D6-4F005ADC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A32144-CD54-4D29-BB0E-C9ACF3F8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D30AA-93DF-44CA-BE4D-EDB0AA95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0F34AB-9B35-4671-A757-F00BC9F4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0DCCED-761B-448E-AA17-5D47D8C6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cannot be free daily content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CE773D-8531-4D2A-9754-4CE3748E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6AC360-44DE-495B-8F0A-FF3C5357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880AF2-5B06-48C0-846C-E03032FA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D543CB-4BFB-46FE-BE29-1B830151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A1359F-C6DA-42E6-B390-30CC3C6A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BC9138-2F09-458A-9615-B75D52C6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20C4A6-82F4-4DB2-B797-2B9BC3EF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4EC304-BE88-4458-B866-336EF75C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viable for tests, still needs retry budget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25C6B7-8D0C-4A8C-9FD5-DE9760D1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8A9D46-339B-4212-B4EE-F0F2F632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12BC8D-1183-4921-87D2-82ED8080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D20F2A-E246-41F0-9BE6-D3E132FE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81FAE6-8EFF-4C47-99C4-ECD2BD7D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E9623A-71C6-494C-8C05-19DF693C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2CEECA-A08F-4F47-B4CC-A623A41D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44AC04-6145-48CC-9BAA-055968CB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better as paid token / milestone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3E2889-8911-41EA-9D71-3710AF72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A72AE0-828B-45E8-BFEA-D393E5DB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0D1D18-97CA-4F44-8DE7-6CFCBD0A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E3CE52-40C3-40B3-89B3-94B2397F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665D445-0326-41CA-838A-1EF2C746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55ABA0-BAA4-473B-AFAD-84329FBB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FBFC4F2-AEAC-437E-B145-BA2FEAEA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B095EB0-18FC-4D1B-9C33-117CAB77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not a default daily loop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9326FE4-451C-4F06-B259-35C8EC9F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7AF4954-CF4E-420A-A40C-AF939569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FB7AAC-7BCE-435A-AE03-307D4B4F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109DF3-5F89-438F-9D49-7386E14D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1AD9D91-31E9-489F-A06D-0F5EB3D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67E8DD-490F-4E95-9E77-7836BC23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833AC9B-306F-4D75-86EC-11AC3BDC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75ABD50-6C99-4E3C-923F-9540735C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but limits/watermark/credits matter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02E9B6F-99B1-4DAB-9449-3B4062DA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All prices are public API/pricing-page signals as of June 2026; exact billing must be rechecked before procurement.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6A83F93-E4CF-4453-9975-9B887254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OpenAI, Google Vertex AI, Runway, Replicate, HeyGen, D-ID, Luma public pricing pages.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C38A856-BDD3-4675-9FA4-32F7B5A5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7373342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B8553-017B-4705-843F-F2AB3EF1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6A457-D726-4DA4-8441-3CC44E8B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4B442-7961-4AD6-8587-5F6853A9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92DDA-FE2A-4B95-86B1-024B706F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50202-490F-43F3-90FE-D7752678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Cost Per User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78438-3691-43A0-A748-B8816C57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22393-3D5C-4843-94B7-6E6E420B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EDC02-324F-413B-AD5E-2BAF897A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4FCB2-5EDB-4B93-A312-720D2286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5E4A3-54CB-4F22-9BF1-2D6B20AC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CB41C-A582-46B4-BE4E-4B0BC783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FB7F4-4648-47DD-B1A4-BC182F5E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B9CFC-2881-4EC0-BDEB-9EAD1565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meaning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99858-3E82-4567-A795-0AC81BE2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52CBA3-9185-4B2E-B633-63527F0B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388120-008D-4EE3-AAEB-FE15993B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7C40D2-4B68-4CC1-85C7-80B70E1B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8EE53-0A7F-4714-A444-09619AD2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20C402-0A09-4BCD-B808-2BAFC169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BE9FC8-806D-43BA-8CD0-663BE0EA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5B3E0D-0857-49BB-A02F-53DD42D2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if onboarding is capped and no free video exists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59DB5-8375-4286-B132-7A2DF8BB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DA503-4811-4644-9D82-9FD1030A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06129D-CB94-4FD9-B55A-4BC63AEF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8D37C9-A669-49EB-8234-2D5DF406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76E777-0E32-455F-9ED3-EC0D8338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5B0D3-BB46-4265-AADB-D43AB006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FFA606-2F5C-40EE-8917-9649F6F0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7C2BDE-9B61-45DF-BB5A-BACAD86B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acceptable only if retention and conversion are visible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969593-C5E5-49AF-8524-2D32F76C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D93362-0F7D-40D6-BC9C-4F625732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DC2D9A-0AF3-4F05-A231-3695A352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D65E2E-7286-47E7-B0EF-FACAACF0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 text loops + 4 images + recaps + support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FEE66F-5471-4443-98A8-C381CBFE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4E5887-F5A7-4CF7-81F9-BAA99891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$0.70-$1.40 / payer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CA23EC-1BCB-4133-A679-CED035E8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0E719D-989E-47DC-98A9-FD0329CE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subscription can hold strong margin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9981B0-EA64-4101-86C7-A0DFEF59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BA1136-A832-4D3D-AD0D-A73F40B8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+ 1 Veo clip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1E53CB-D295-4501-A588-E5B09E60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9C1879-D3DE-4D9D-99B6-BB7A267D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one 8 sec Veo 2 clip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F38FB6-431E-48CC-A05E-A222A1D8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227D49-1118-406F-A440-B9D06389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+$4.00 before retries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6DD220-CDED-49D8-9118-90C442B9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AF5CAE-DF62-4E2A-AF98-9B627F57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margin collapses unless clip is paid separately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4401E1-DCB0-40F0-9E88-C18C3886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424F38-3D1C-4888-B172-3607BB75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+ 4 Veo clips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9EB22D-4CD8-411B-9B40-20224D6B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702ED8-779A-4731-B437-6DA81974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weekly 8 sec Veo clip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B43655-83A5-4369-877E-1F0F3BC9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77C7BF1-51F0-4B02-B19C-91ED6F9E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C08A83-CFBD-47BC-8F77-BB35278C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349D5C-43FE-4BEF-8BC9-AAD16B9F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negative economics on consumer subscription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E81B92-DBB8-4D3B-B26D-980F843B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9DBF79-EA5C-41BD-A3D5-3A1E544A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7C7E2F1-7916-4571-8A1B-5D52C96B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96D849-171F-4D97-87FD-D3FDDF31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paid 8 sec video moment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656AA4-94D6-47EF-98D2-253ADB08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3DF510-A340-460C-9A71-BD4428B4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Replicate ~$1.92 / Veo ~$4.00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C72C94F-16B7-421C-949E-8D387884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13307A-656F-47EB-AB74-3F8A8124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8B61319-BF3D-4FC9-94C3-820AE371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4CC2E31-28A9-4385-B9A5-426CB22D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2E1F778-B9BA-494D-B9B8-8BC029CC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daily product can be cheap. The wow video must be paid, capped and measurable.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3C51AF9-D2FB-4D74-884F-F39D62AC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8383145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D030C0-4766-4FEC-A59A-DFEE43A3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9CDB7-4744-4A2A-9D79-BC02579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87A2B-A653-42E5-98E3-AE20B1E7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9F90C-E8FE-4B5A-995E-FDFC8C99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79273-B85C-4B1A-AB66-66D38371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Video Cost Stress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08AF7-A0C8-49E7-AC55-EFAB16E1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6015C-C365-4EA8-970E-7BF9CA3B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B4A29-5AFE-43B7-94DF-5E1DE4DB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001D46-45E5-4DF7-8359-F71A98AE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A4EBD-6EFD-4E48-B5E0-E2EF0714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F8AA69-60D0-441B-9FC6-2A9221BB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D4542-1080-400B-BA66-0C420D2C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E22E44-E9D5-410B-B904-BB40B1B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A44A8-88A9-4E8C-BCFB-57BC35E3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8D265-C6AD-4CCC-B6E9-52376563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C16B0-532D-4ABA-803D-6604C259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C3A571-E649-487B-A6F7-A4807058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Veo clip / month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F7D59-D0C5-4F8E-BD29-9D930A66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E3EA2F-FEB7-49D0-BB28-BE0D6185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E4FD4A-AEB1-4556-B033-38BDD475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72532B-9414-47CA-82E7-449245F5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83B518-8D91-41B8-924C-26BFB97F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4C189C-3616-47EB-B693-FFF51EEF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$40,000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5C679-1E16-42DF-9DD0-6B446FBA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D6F82E-4B87-4221-B8B5-C4224E99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too expensive before strong paid conversion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943CB-C3D7-44A1-B96F-81333F88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97B7B0-9B81-456E-AF42-F2810F9B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free 8s Veo clips / 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E010C0-F726-4C55-A90E-FE8AA07B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FA09DD-B8EE-4892-8CD1-532E04D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1EC089-21B5-4A4C-89EB-9DACB671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377A8D-9B83-4EDA-BA55-B0D2AB54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3F25F1-1168-4EA9-98A2-81763539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D05683-72C9-47DA-ADFD-A48E341D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E7B9FD-A88F-4052-9EE5-BF2B9848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52DC62-E97E-4422-A957-2164E6E8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kills consumer subscription margin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B32DED-2530-403E-988D-92D8C4DE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E425D1-F72D-415B-84AC-01B141DA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Runway clip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BA49F4-3960-4038-A88C-A3C905E2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05D346-1A1D-4EBA-A073-5845BC78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D984C1-BEF3-41DF-BD92-A85E4B6D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048D74-6A87-4298-A826-5115309F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868851-979C-44FA-93EC-56B86021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4577BD-20B2-4C10-BCEA-6BDA7E60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1A351A-4A00-49B0-B89E-CD02E23D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A686C1-B5B2-49E5-B163-0F12A1C4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work as low-price token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FF2189-21DD-4D74-80BE-0A739723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0D25F3-16B3-4295-8911-DF553A2E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Replicate/Wan clip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A270E4-09D9-48A9-8F8E-3E570CA7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ADEB2DC-EC67-4E51-982A-F03776B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7AB0E23-C696-45DE-B2A3-46CC907A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6813CA-7EC5-4D5D-A511-B526D3D4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45110C-57CF-41E9-867D-E59ED4BF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DEDA08-EF59-440D-B5E3-FFA282C6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78A3F5-CA9A-45BA-AD1E-94387228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F27D0A-D5D3-4377-B6FB-0008C328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needs $4.99-$9.99 token or bundle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56C9F2-105B-4B22-9B31-2408F737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26B128-FA6E-4BD2-88FF-59713411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DFC168-BB4F-490A-B705-E3BC65B8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1F9A22-83D0-4750-8DF5-E519B1BB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59E3838-63E8-4D47-84F6-21B0B157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0B3078-85DC-42FA-92FB-B1758C9A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F2ACF0-3AFA-4F15-AEB1-DEAE9A08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42B8CF1-8C9A-4CC2-83C1-334E1609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C141BC-3D19-4D9C-8EC1-046C73A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FD7F9AB-EC8B-4A0F-B633-FFEE0D6B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for premium forecast / assistant moment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F3E08B-722E-469D-8F3B-EDAF47F2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87E00A3-F9C2-48B3-8A88-3D5CE44E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7C0DA7-B9BD-4250-89E5-CCB8FF6C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751EF1-C72C-4AD5-BEEE-9DFDF858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$4-$17 COGS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6011237-D6B9-4E1D-B038-B3D9A486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D26C290-95BE-48E9-8CC8-33F22280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$40-$170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C9C0D83-C4E5-485C-A5C1-2B71D12E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54E3913-269F-4076-8AC1-A1B2CA5C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$400-$1,700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B3CCF5-30C6-4A43-B264-8EAFF83C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1FA5D9E-FC53-46BB-BCEC-B827B4D9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default visual layer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44B23A6-5D79-45F9-8CC0-D5254FA9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math: video is not “a feature”; it is a pricing boundary.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FD98B98-B39D-415B-8612-FF4ABA9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5694394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F14FD0-4685-4E25-9289-60340E9B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EA3B94-20E3-4D8F-AF6D-0EF7F2F7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2D326-C53E-426F-B653-32A884A5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908A8-9041-4310-96D3-5D168F01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4BD31-ACE6-4EAE-B9DB-1F4B819D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Base 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4BD59-70AA-4D7E-B2A5-C9175883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B650D-F8C9-497F-A870-4AF3D789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4D3C2-3955-482F-9566-0CDB3124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BC727-F8A6-417A-8225-20DAC3C8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A8A63-AC35-40E8-B070-2D5C4006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ECA6D-5D03-4F83-A91E-1403C045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5B5E1-D3F7-4AE6-BBD9-35C27B3D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991CD3-66DC-42AC-80DF-B6692602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F356E-2CB9-4463-8AFD-26DBD094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09000-E60F-45C7-AF40-005DF8EC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3F304-E9EF-43E1-95F5-8A7633BE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0DE39-F02C-4893-981A-AE1AADC4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6E834-99D1-43C0-8EB5-C971A096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5CCA0D-1682-421E-8F34-662EC53E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40CFE-F0E1-4D59-9D12-397CAFDA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183479-A491-4657-916B-D858C803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F5DE93-004A-4BE4-AAAD-9A73FB80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A77E8F-8678-4C5B-85B7-15012ED7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BCA408-B849-492C-A6C1-8E7CE1D5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9EBBAF-921F-4BD9-9B2D-5D179075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366AA7-7E9D-42E1-977E-9B42E6DA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CDA09B-E9C6-4CD6-94AC-FD46C117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1EBA06-B923-4B53-91B5-7AA1CBFD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52E92-4231-4883-A17D-1C351B45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41161C-1F7C-4202-BDC9-75FAB9F5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67B726-22CE-4952-9CD0-627DA1E3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$11.99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9E3A87-62BA-4859-ABC0-E76321A5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4B9912-16DA-465C-88AE-DB355F27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$1.8K/mo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3AA2E7-39C7-4D6F-A1D1-2F37641C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595F76-9111-41B1-94AB-34E7394D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$18.0K/mo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F01E6E-142D-41F5-835A-52FB0E3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A2DE57-5409-4E8F-A1A3-7C854C7F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$80.9K/mo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B49996-4F22-46A3-B7F7-DA94B9A2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1E1441-2818-43D3-84AD-4D8EC553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15% fee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DB31C9-9142-4A0B-8256-2EB54442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0098CB-1E1E-4DA1-A809-9342D3B2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$1.5K/mo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D4CDEC-E8F5-4F72-8D50-211A5D02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95366B-0388-46F0-B6AC-937941C1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$15.3K/mo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3C0A09-345E-4117-8346-AC341458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ECCABD-3979-4E6F-AE6F-22D4CE7A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$68.8K/mo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FDF50-8D45-4558-8C8E-68532377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1CC8BA-0965-44C3-8B30-3A5DD303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8B6AD9-6B03-4AB9-9F48-AC651FD1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D061C3-1331-42DE-9386-485C8DFD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$1.0K-$2.5K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FCC8A8-3FC0-4EEE-8DCA-16017255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339A0E-2ACC-4512-AC64-A1F8F43E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$5.0K-$12.5K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66D638-B7E8-482F-BBBF-F668FFEC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4F5D77-0685-4D44-8D00-6E72E0EE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$15K-$37.5K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98A49F-B7D9-434A-8777-043144C2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3BD9D1-FD7E-48AE-A601-067EC9EB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9E4274-2298-472A-88FA-85EA268D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40413A-F716-480A-9C22-C447BE2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thin unless COGS capped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B75D5AC-0DE9-4AF0-831E-6D833D4F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9E2CF5-4821-48D7-B762-D76B699A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no free video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F0A6FE-6C08-4B81-B548-414D9F72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110902-D22B-4297-9AF7-53D54CAC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if retention + tokens work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930FDB6-3645-4DE0-8283-AD9C026B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alone is not enough if free COGS is loose. Tokens and annual plans protect margin.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103CF9B-9A95-4CC4-8FF7-1E5BA25A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EDD29DD-613A-46DB-9415-AB643946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2578750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32BA57-D4B5-4630-B25B-5E806919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59DD6-207F-4625-A526-C717D7FB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9BC6C-04E4-458E-9C77-54B93108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BA9F4-C2AA-4D77-B77F-6BAB72FF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412AC-720F-4D4D-8B2F-FEF3CC09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Marketing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537E9-BA93-42A6-8573-A60EE6F6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44F2E-B71B-4674-B859-D39929F4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/ archetype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A1EB6-3431-441D-B0A1-AD4A96C5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7E362-5D2A-440F-9BEC-6998F55A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05524-6D88-4202-B334-9E6BD12B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1267D-BA31-4A88-9768-C02F3565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FBA9C-B903-459B-83E9-0E137817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9B69C-4CD5-4FA3-B8FE-9476D824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7B3FA-4C38-4088-A5E8-C8734FD2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D2B035-1B43-4210-BB4D-992FCF97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B6D0B-C67D-4BCC-B4E0-65646C3C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9D2D52-4F2F-4F37-B3AF-1DD3C70E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$6.8M/mo YouTube ad spend estimate; 620 creatives; 18.6M visits Jan 2026; 50 landing pages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D09A98-B416-4129-B483-DE406826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540BF5-81F1-449D-ABC1-0AEA6C50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requires high LTV and aggressive funnel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5B2815-291E-46D7-9CC1-DFE157FB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60B380-498B-4301-8276-9DF6F54D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as paid-test inspiration, not MVP operating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4C03C6-325E-464B-9AF7-C7359978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24E7F5-24C1-4FEC-84D9-8B630E9A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D15EDE-3376-4723-8018-27D6B0A7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2B3FC2-022A-499F-8A01-3C33B59F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3F8974-A6A5-4B6E-BE24-F4164350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DC4902-00BB-4A5A-B679-C90BE261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can become scammy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60A024-8149-4C46-98DD-440A024E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4091BD-7B97-4951-8639-DF304647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test future-self / visual week / relationship hooks carefully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4013AF-8B49-46D0-837D-0C4E787D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E2A8F2-E0B5-4187-A6E8-7BF0700E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26D004-7EAB-4648-A82D-FABC2542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5638C0-2BBF-4768-AFF3-C9E18D45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with no real marketing spend; 25% young US women 18-25 downloaded historically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69CF60-84B4-463B-B4EC-1E8DB1F0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28A39-1438-4DCD-815B-606FCEF1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hard to force virality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9ACCD5-FC39-4407-900A-92750BC6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01B529-1D7D-47AE-AF90-92FFA249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shareable identity language and relationship/social hooks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61D582-DE93-4F62-91F5-96FB0E21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FB2080-AFD1-4742-9C83-1C2B031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05AE9E-D798-4AE5-809A-5E37376B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4014F5-BF10-4D07-9004-AFC08B55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36582D-6758-4668-8C2D-78ED0883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B0A781-A525-4FC4-8C25-33289B7F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is expensive operationally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2E5FA4-A0D0-4F40-AF4B-5E8575B9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05B0FD-EE51-4578-9EC1-BE27120D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start with marketplace/expert model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C90BDB-5AD7-49E8-906A-DAB33A09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CC8D82-02C1-41B1-B6F2-B321A450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761543-DCC4-4AF8-B56B-F9AE7457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9CE431-2162-4A67-AA88-B6B43EB0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6D3F2E-4930-4B51-AD8E-3A7BA723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808969-DF55-4236-B78A-09936870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requires real authority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EF6F4F-3EA8-4398-9010-14DA2D7E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60B51B-D527-4669-896A-A78E5282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Alina/creator expertise without guru 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44C2AF-73C8-4C6B-AA63-484C6378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and qualitative product observations.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C27D2C-2ECB-4372-975E-B2644C3A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4720073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983483-FF69-401D-96E7-E3AB0C30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D1C30-E4C0-4E55-B791-71D8F0B4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2ECBD-D113-4BE6-9DCB-F4C0840F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448CF-ACF9-456E-BB70-3487E15E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E3581-5B15-4EA9-A6CE-DE80FE4E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3D0CE-0CE9-449F-8C10-E7AECBEE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45519-ADFA-4D0F-81D7-586E165C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manual weekly forecasts and concierge cohort. Goal: understand the loop, not installs.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B2698-0DE5-41AA-9435-3D74EC7A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868EB-D4EE-4BF1-AEC3-04AA7AB0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pass a 7-day season and show the experience, not a generic 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5B352-B59A-476B-91FD-5B278BA5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968B4-FFF3-468F-B5A6-F9905CE2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and paid-intent CTA.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04FA6-DC41-4134-910B-959D91A9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7351E-6029-48FB-946B-6CE96DBB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and trailer week as viral layer after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7379D-EBD3-4C0E-98B6-80B29E9F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1789517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257AB0-2F1D-4CB0-BC36-12FE96C8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147E5-589A-4DC7-B913-9C3C21AB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D5DC-EEA1-439C-BE6D-0BF246BC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7CCC0-4841-4FE1-AB2B-91A566EC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3F16E-EC95-416C-8654-E9A77660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B6297-6AED-4B8F-A034-6BE8BF75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3CEAA-5F19-44D6-A8DF-C52C3244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42AE3-5A96-4952-B256-9FCE44E6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weekly forecast concierge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86628-01BB-4555-B8F2-3A5BF478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41BD0-2183-45EC-A746-C1D35055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0B88B-63B3-4A64-8C58-3210C59F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visual styles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A8BC2C-F32D-4E2A-9360-CD5A0F8B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4D87B0-8364-4C95-BCAC-2DFC6AC7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60C095-74F5-436C-AC88-0FD2B808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 / $9.99 / $14.99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842AC-B5D7-4967-8904-8A376F90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0233A-7EC0-4021-8A81-BBFB679C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1509E-6A70-470D-8400-F868C5CC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through 3-7 days + paid-intent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662FA-0E14-40BF-B37B-C417AE82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7A95F-32F3-4464-9E46-38281324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Canvas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3E1D64-52EE-4D4F-ABEF-94D360E5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1228534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A8F608-57DD-4CFC-AF86-515790E7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E43B1-3F40-469B-8CB9-461A0E2C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F45FF-C82C-426E-A1D0-4FB72592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1C046-57BA-4416-8F72-C69C174E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DB676-1FBB-421B-ABE6-CFB28C78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Scope: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66801-A91B-420A-8FE1-6620F2CF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934EE-4A33-449F-86E4-13BE0BA1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52520-6F46-480B-9288-80FC779D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12E77A-C7BD-4A0C-AEF1-5953137C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0AEE8-E959-4464-8905-9D6FA2A5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60E2A-E3A2-4732-B694-57AAF29B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E4F2E-B176-41C5-AE93-0449DAE5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77469-64B0-4642-9A3A-4DE9B072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115C4-D6F5-4CE2-B897-762282A0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C3516-3395-42F8-9342-CA01B48F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923025-3D09-42BF-8919-A3EFFC16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DADFA-229B-4DDB-B975-ADECDA97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1AB26C-6726-4A7E-ACCA-03BD02E5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03F8D-8A2F-4733-B7F7-7D01FED1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and deeper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A4828B-BE51-49D1-B363-F73A1B32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AACEFB-A4EB-462A-AE0F-C638E202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prove causality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25922-9735-4523-97FF-8348B7BE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8E39F6-D201-4A48-85A7-665830B9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0C3A55-BE49-4163-BD91-A9FF607F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3A315A-A5C8-41C0-90D2-2E8934C8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948DA5-646E-499D-8058-5C8AFAAB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EAACF3-F4CC-404A-B3E9-290D4EB9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AF1532-ADC3-4730-B2FC-57A0C6B3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DC0B72-CA22-4652-986E-52625BDD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is cheaper and faster to 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C4DB57-4A0A-448B-A36E-8B299265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65BE2-E644-4816-A654-DDDE2D68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4258AB-8DAE-42D7-8003-DF989B1A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62C5F3-D6DF-4E87-A45A-F1771642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9725AA-0145-4C18-9350-3428FFC3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64F93F-B724-47AC-A7C9-B928937A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9C2403-38A0-4DD0-9F50-2C1CDC4B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C84157-882D-4F3D-98AD-A65AA075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premium COGS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840FA9-828A-4B06-A216-1169A1A6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327C2C-9D9F-4C6A-9358-FC272023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97530D-D0DB-41D0-9BD0-728F1F3A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F168A0-6F61-4329-B08C-82ACA1CA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298292-BDD6-4A1B-AEAA-A7B4349B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7BC1A40-F6C0-404E-8203-C35F643A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0F6F7D-1DF4-4645-AD94-6C9074C8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DD984D-2144-4549-8ADE-BD287CCE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avoid operational complexity before retention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40B355-13FE-4D05-8FD5-D1BE6A1B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4F3168-D4C9-4525-AB3E-E0DC4119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5C2852-A566-402B-9815-D89B6C0E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D2A5AC-FBA2-4A6B-9670-8A3F6CC3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none in MVP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F1565D-790D-4A37-83BC-99817971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06C2B0-955C-4252-A511-13971FF1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932703A-A366-4CA7-899C-927A6EF3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D6C224-F34C-435D-AE78-7E6660CC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build social network before core value is proven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9A228D-0C46-40A5-92ED-2D6612BF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0363163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F2DC42-7188-4FCE-9E20-DA66C7D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AE709-FEEC-4B5D-8319-0C95055B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E3524-E82B-495F-9206-6C856A97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4FEF8-8EBB-47FF-B33E-3365ED0D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BFB2C-B826-405A-AD9E-FAF56071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74D2C-C9A6-4D83-994B-1581F3BC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A1CF8-666D-42A3-81EA-94435716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951EE-E738-4837-8938-D84C1C24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38FE5-7568-49B0-A662-ABEC5701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breaks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980EE-E116-415F-BA0B-5959DBDF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00D3E-E68B-43BB-BBD2-04E15D2D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Mitigation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708E2-C659-446C-8C7E-BEBEAB1A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B8F95-71D2-4C53-A61C-AF23EA65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C0B3-0343-4188-B27B-52290E2E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B5D8F-40C2-45A7-AF47-3C1092A3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B7E31-F6D5-4E17-8B30-6DA1AB9C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B400A-1C5E-4217-91BD-98D7C29F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weekly life-series and action, not fate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755AB-B0F7-49CE-878A-24187D33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7FED7-EF1D-49BA-B8EF-E17CDB08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085D30-E725-48F8-B836-B74CE5BE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0ADD0B-332F-48C7-9977-B958F3B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709812-45F5-4E75-8E67-EA586B3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8209C4-0D48-4743-A379-98B4864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 and tie it to action/reflection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A2738C-EAA0-44B9-83E8-F0CCE50A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E4BCA4-CB16-4A64-AFDE-93D0CB04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96EC59-F4A8-45FD-B65F-16768219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0F527C-DE3D-47D4-8716-D4DB4C28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82CD6D-D069-4BED-8463-078F67A6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E91EB3-D167-43FE-B5A5-39B8C895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6A91D7-B2F8-4B5A-8708-3A154960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FA3A67-7032-49E8-A3B6-FB928153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124D9E-A3B2-407A-B4AC-6764537E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23F542-04C8-4DF7-9F13-F4318BCF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62EB40-3D3B-4DEE-B3B9-91797141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66140A-6FEE-4E85-964C-BDECF05D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and memory guardrails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EEAE39-D003-48A3-BC99-4727640D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9F0D9D-635F-4BE3-B347-8E7F149E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6C6BFE-1ADF-4A8E-9FE7-CDDA6B25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6A5C00-9A77-4042-821D-5F5BDB26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5EC165-1D80-4090-8CC5-E5689D29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9B1F69-8491-4146-B840-36B062AA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and price tests by cohort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5F8E75-D764-45EE-A13A-573F0CC7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0466744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AE11DC-8E02-484D-816E-6CCC68B1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00510D-4952-4600-A348-BA4690C7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F2372-ED3F-477C-B37D-8774B14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6F5E05-1658-4389-8338-FD1509C8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72591-6C34-4673-A02B-CEB7F78B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642B26-710C-49B7-9BA9-FA1A80EC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6FD89-9AB3-40C6-90DB-28E61E63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EA489-BB15-4F8F-81BF-CDCA621C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4ECB3-F0EC-458C-BE81-9C678C3C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6C8D4-9A25-4EB1-993A-9CBF1F44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DBAC4-8444-4F13-84F6-ABF4FE3F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147F0-9875-476B-84C6-111DA9A6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C2BA2A-C006-44C5-AE19-8CBFBCDA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80E88-EFFB-4F28-9451-41CFD9F5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9AF2F-ED13-4983-BFDB-B0882AE3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1C61A-8687-412F-AB9B-64540137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E0BEC-0053-4C87-ABEA-9D14D12A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FC1D1-CC1B-472F-ABB4-0B8B96A0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73D2ED-ED5D-41A4-A0C1-27C0E33A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A78F43-0923-4716-914E-8E8ADCE2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763CC1-8B2F-4CFB-87C5-10C591B7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83CAE5-E6A6-49C0-8517-05700C4B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EF032E-56E1-4A49-8FC8-D083EACB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1A464-2656-4C56-A67F-45028A1A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9927C9-44CD-4433-A675-D0E024EE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roadmap stays narrow until the loop is proven: first causality, then retention, then paid scale.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8151F8-B1C0-48A7-8768-E192794A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3004598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F21CBA-CCD5-4257-AF43-D56F44BD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20BDA-2F45-4B6F-BABB-F81D1C62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9C65F-A6FE-472D-85B1-F2B6BE1E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7D59A-ADAD-458B-A3D3-2DB29A10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D3C3B-DD89-409D-AD4D-16DB09D6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We Should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461AB-F124-469E-ADD1-E4DE357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272BF-3E3A-42FC-8DCB-BA38EBA5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visual self-guidance app where the user enters birth data/context, receives a forecast, completes daily micro-actions, and sees Life Canvas evolve.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98F76-C4A2-416A-9CCE-707A9A5D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46B65-F838-4E75-916D-43492654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one premium video token test.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0B6BD-B071-4933-9826-EAF1C371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E2E9F-4062-48E6-B6BC-FF32811C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monthly, $69-$89 annual, $2.99-$9.99 visual/video tokens, no unlimited generation.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F92D8-B38A-4A99-9F0B-5F3E263D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6721A-CE0D-47D9-9B6F-30ADC670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Start with interviews and concierge cohorts, then creator-led proof, then small paid tests around visual week/future-self hooks.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C0FF2-F8C0-4A5C-979E-B23BE31C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6369-5C83-4A01-AE91-BFF3DEB9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 or pivot if users cannot explain Canvas causality, D1 is below 20%, paid intent stays below 5%, or video COGS cannot be controlled.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66C4DC-02F7-43F0-A48C-33300876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67E97-56FA-405A-82EC-B73973D2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Create 3-5 visual examples, clickable prototype, 30-user cohort and one pricing/token experiment.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A836B-CF8B-4CFC-BF2C-80123480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8532183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C186C5-03E8-4D67-9E6C-E40B421B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BDD83-30D8-4B28-AA0A-5052E38A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FD956-50D1-4B08-A6E8-E0424F64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1F372-DFD8-4DBF-84FE-CB5674F0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0F069-358A-4FB7-B4FF-CBC05EA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24CDB-DE92-4677-A0E3-2F018C8B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1B56A-43FD-4245-A7EA-9279A805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visual examples, assemble clickable prototype, test first 30 users, and verify whether Life Canvas causality is understood.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E2F45-B4A7-4E20-BE06-86D4C572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6EE7A-6509-4C49-BD94-4B2771EA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7055979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2026-06-03T08:16:20.5230000Z</dcterms:created>
  <dcterms:modified xsi:type="dcterms:W3CDTF">2026-06-03T08:16:20.5230000Z</dcterms:modified>
</coreProperties>
</file>