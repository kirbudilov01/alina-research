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0759d6248f42fa" /><Relationship Type="http://schemas.openxmlformats.org/officeDocument/2006/relationships/extended-properties" Target="/docProps/app.xml" Id="R1a67df2232144666" /><Relationship Type="http://schemas.openxmlformats.org/officeDocument/2006/relationships/officeDocument" Target="/ppt/presentation.xml" Id="R2a76554d55ec4d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fbe9fe7ae34981"/>
  </p:sldMasterIdLst>
  <p:notesMasterIdLst>
    <p:notesMasterId xmlns:r="http://schemas.openxmlformats.org/officeDocument/2006/relationships" r:id="R50d4bfdf17794e29"/>
  </p:notesMasterIdLst>
  <p:sldIdLst>
    <p:sldId xmlns:r="http://schemas.openxmlformats.org/officeDocument/2006/relationships" id="256" r:id="Rf398ce89279a4541"/>
    <p:sldId xmlns:r="http://schemas.openxmlformats.org/officeDocument/2006/relationships" id="257" r:id="R76833aee3b574843"/>
    <p:sldId xmlns:r="http://schemas.openxmlformats.org/officeDocument/2006/relationships" id="258" r:id="Rcbf6f9c9430a474b"/>
    <p:sldId xmlns:r="http://schemas.openxmlformats.org/officeDocument/2006/relationships" id="259" r:id="Re439a178dc1d4b77"/>
    <p:sldId xmlns:r="http://schemas.openxmlformats.org/officeDocument/2006/relationships" id="260" r:id="R37f4c9a97c0f45d0"/>
    <p:sldId xmlns:r="http://schemas.openxmlformats.org/officeDocument/2006/relationships" id="261" r:id="Rf848aaf56785426d"/>
    <p:sldId xmlns:r="http://schemas.openxmlformats.org/officeDocument/2006/relationships" id="262" r:id="Rf3cb9092acf74324"/>
    <p:sldId xmlns:r="http://schemas.openxmlformats.org/officeDocument/2006/relationships" id="263" r:id="Rccc8eafc6f5543bb"/>
    <p:sldId xmlns:r="http://schemas.openxmlformats.org/officeDocument/2006/relationships" id="264" r:id="R466165ef9d1f4b26"/>
    <p:sldId xmlns:r="http://schemas.openxmlformats.org/officeDocument/2006/relationships" id="265" r:id="R789608cd60444762"/>
    <p:sldId xmlns:r="http://schemas.openxmlformats.org/officeDocument/2006/relationships" id="266" r:id="R7122a46e5dce4f66"/>
    <p:sldId xmlns:r="http://schemas.openxmlformats.org/officeDocument/2006/relationships" id="267" r:id="Re9648d5983564e36"/>
    <p:sldId xmlns:r="http://schemas.openxmlformats.org/officeDocument/2006/relationships" id="268" r:id="R8109b90794a045b0"/>
    <p:sldId xmlns:r="http://schemas.openxmlformats.org/officeDocument/2006/relationships" id="269" r:id="R9beac99e95904fe0"/>
    <p:sldId xmlns:r="http://schemas.openxmlformats.org/officeDocument/2006/relationships" id="270" r:id="R07a4db60736d4955"/>
    <p:sldId xmlns:r="http://schemas.openxmlformats.org/officeDocument/2006/relationships" id="271" r:id="R87a7d4b3f0414d59"/>
    <p:sldId xmlns:r="http://schemas.openxmlformats.org/officeDocument/2006/relationships" id="272" r:id="Rb98b8de6be564c8d"/>
    <p:sldId xmlns:r="http://schemas.openxmlformats.org/officeDocument/2006/relationships" id="273" r:id="R0a69f57b671948c0"/>
    <p:sldId xmlns:r="http://schemas.openxmlformats.org/officeDocument/2006/relationships" id="274" r:id="R7ebc95a438d04d5f"/>
    <p:sldId xmlns:r="http://schemas.openxmlformats.org/officeDocument/2006/relationships" id="275" r:id="R0dfbb698670643a0"/>
    <p:sldId xmlns:r="http://schemas.openxmlformats.org/officeDocument/2006/relationships" id="276" r:id="Ra81e93a230344618"/>
    <p:sldId xmlns:r="http://schemas.openxmlformats.org/officeDocument/2006/relationships" id="277" r:id="R2f9f9aa9ba5f4a90"/>
    <p:sldId xmlns:r="http://schemas.openxmlformats.org/officeDocument/2006/relationships" id="278" r:id="R622f037ace424615"/>
    <p:sldId xmlns:r="http://schemas.openxmlformats.org/officeDocument/2006/relationships" id="279" r:id="R0d83a613485b4bf7"/>
    <p:sldId xmlns:r="http://schemas.openxmlformats.org/officeDocument/2006/relationships" id="280" r:id="R3b2b3dc683694b8b"/>
    <p:sldId xmlns:r="http://schemas.openxmlformats.org/officeDocument/2006/relationships" id="281" r:id="Rcfdabf44b0c740e1"/>
    <p:sldId xmlns:r="http://schemas.openxmlformats.org/officeDocument/2006/relationships" id="282" r:id="R319f29f57ac94786"/>
    <p:sldId xmlns:r="http://schemas.openxmlformats.org/officeDocument/2006/relationships" id="283" r:id="R590edc5cdf474c41"/>
    <p:sldId xmlns:r="http://schemas.openxmlformats.org/officeDocument/2006/relationships" id="284" r:id="R85e4979179244697"/>
    <p:sldId xmlns:r="http://schemas.openxmlformats.org/officeDocument/2006/relationships" id="285" r:id="Rd476036194da40d9"/>
    <p:sldId xmlns:r="http://schemas.openxmlformats.org/officeDocument/2006/relationships" id="286" r:id="R3a6a95e48cea486d"/>
    <p:sldId xmlns:r="http://schemas.openxmlformats.org/officeDocument/2006/relationships" id="287" r:id="R22058b106f4a4076"/>
    <p:sldId xmlns:r="http://schemas.openxmlformats.org/officeDocument/2006/relationships" id="288" r:id="R5b1d5b044d824dce"/>
    <p:sldId xmlns:r="http://schemas.openxmlformats.org/officeDocument/2006/relationships" id="289" r:id="R8026d176c2924604"/>
    <p:sldId xmlns:r="http://schemas.openxmlformats.org/officeDocument/2006/relationships" id="290" r:id="Ra289f29ccfdf4d24"/>
    <p:sldId xmlns:r="http://schemas.openxmlformats.org/officeDocument/2006/relationships" id="291" r:id="R5b1df601ed354a76"/>
    <p:sldId xmlns:r="http://schemas.openxmlformats.org/officeDocument/2006/relationships" id="292" r:id="Rd5c30673b5cc415e"/>
    <p:sldId xmlns:r="http://schemas.openxmlformats.org/officeDocument/2006/relationships" id="293" r:id="Rd08912fab2624e92"/>
    <p:sldId xmlns:r="http://schemas.openxmlformats.org/officeDocument/2006/relationships" id="294" r:id="Re43b5c39105b4b34"/>
    <p:sldId xmlns:r="http://schemas.openxmlformats.org/officeDocument/2006/relationships" id="295" r:id="Re8c51f516dc54f66"/>
    <p:sldId xmlns:r="http://schemas.openxmlformats.org/officeDocument/2006/relationships" id="296" r:id="R21b09e9a68724d5b"/>
    <p:sldId xmlns:r="http://schemas.openxmlformats.org/officeDocument/2006/relationships" id="297" r:id="R422cb1789ea74aa0"/>
    <p:sldId xmlns:r="http://schemas.openxmlformats.org/officeDocument/2006/relationships" id="298" r:id="R011827c422b54787"/>
    <p:sldId xmlns:r="http://schemas.openxmlformats.org/officeDocument/2006/relationships" id="299" r:id="Rf966baff254748fb"/>
    <p:sldId xmlns:r="http://schemas.openxmlformats.org/officeDocument/2006/relationships" id="300" r:id="R22c37a350d9f4bad"/>
    <p:sldId xmlns:r="http://schemas.openxmlformats.org/officeDocument/2006/relationships" id="301" r:id="R1d6243a863634076"/>
    <p:sldId xmlns:r="http://schemas.openxmlformats.org/officeDocument/2006/relationships" id="302" r:id="R419d45c27c7540d9"/>
    <p:sldId xmlns:r="http://schemas.openxmlformats.org/officeDocument/2006/relationships" id="303" r:id="Rb72225c81e1b4241"/>
    <p:sldId xmlns:r="http://schemas.openxmlformats.org/officeDocument/2006/relationships" id="304" r:id="R3b078a6570ae4dcf"/>
    <p:sldId xmlns:r="http://schemas.openxmlformats.org/officeDocument/2006/relationships" id="305" r:id="Rdb8b1319dc624fcb"/>
    <p:sldId xmlns:r="http://schemas.openxmlformats.org/officeDocument/2006/relationships" id="306" r:id="R83272cf11fdb47e5"/>
    <p:sldId xmlns:r="http://schemas.openxmlformats.org/officeDocument/2006/relationships" id="307" r:id="Re589afce2b3d44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fbe9fe7ae34981" /><Relationship Type="http://schemas.openxmlformats.org/officeDocument/2006/relationships/theme" Target="/ppt/theme/theme1.xml" Id="Rb9b1bf290edb4858" /><Relationship Type="http://schemas.openxmlformats.org/officeDocument/2006/relationships/notesMaster" Target="/ppt/notesMasters/notesMaster1.xml" Id="R50d4bfdf17794e29" /><Relationship Type="http://schemas.openxmlformats.org/officeDocument/2006/relationships/presProps" Target="/ppt/presProps.xml" Id="Rd226f14e2cdf40d5" /><Relationship Type="http://schemas.openxmlformats.org/officeDocument/2006/relationships/viewProps" Target="/ppt/viewProps.xml" Id="R3cd58e2f75024f29" /><Relationship Type="http://schemas.openxmlformats.org/officeDocument/2006/relationships/tableStyles" Target="/ppt/tableStyles.xml" Id="Rb7723214c8584d13" /><Relationship Type="http://schemas.openxmlformats.org/officeDocument/2006/relationships/slide" Target="/ppt/slides/slide1.xml" Id="Rf398ce89279a4541" /><Relationship Type="http://schemas.openxmlformats.org/officeDocument/2006/relationships/slide" Target="/ppt/slides/slide2.xml" Id="R76833aee3b574843" /><Relationship Type="http://schemas.openxmlformats.org/officeDocument/2006/relationships/slide" Target="/ppt/slides/slide3.xml" Id="Rcbf6f9c9430a474b" /><Relationship Type="http://schemas.openxmlformats.org/officeDocument/2006/relationships/slide" Target="/ppt/slides/slide4.xml" Id="Re439a178dc1d4b77" /><Relationship Type="http://schemas.openxmlformats.org/officeDocument/2006/relationships/slide" Target="/ppt/slides/slide5.xml" Id="R37f4c9a97c0f45d0" /><Relationship Type="http://schemas.openxmlformats.org/officeDocument/2006/relationships/slide" Target="/ppt/slides/slide6.xml" Id="Rf848aaf56785426d" /><Relationship Type="http://schemas.openxmlformats.org/officeDocument/2006/relationships/slide" Target="/ppt/slides/slide7.xml" Id="Rf3cb9092acf74324" /><Relationship Type="http://schemas.openxmlformats.org/officeDocument/2006/relationships/slide" Target="/ppt/slides/slide8.xml" Id="Rccc8eafc6f5543bb" /><Relationship Type="http://schemas.openxmlformats.org/officeDocument/2006/relationships/slide" Target="/ppt/slides/slide9.xml" Id="R466165ef9d1f4b26" /><Relationship Type="http://schemas.openxmlformats.org/officeDocument/2006/relationships/slide" Target="/ppt/slides/slide10.xml" Id="R789608cd60444762" /><Relationship Type="http://schemas.openxmlformats.org/officeDocument/2006/relationships/slide" Target="/ppt/slides/slide11.xml" Id="R7122a46e5dce4f66" /><Relationship Type="http://schemas.openxmlformats.org/officeDocument/2006/relationships/slide" Target="/ppt/slides/slide12.xml" Id="Re9648d5983564e36" /><Relationship Type="http://schemas.openxmlformats.org/officeDocument/2006/relationships/slide" Target="/ppt/slides/slide13.xml" Id="R8109b90794a045b0" /><Relationship Type="http://schemas.openxmlformats.org/officeDocument/2006/relationships/slide" Target="/ppt/slides/slide14.xml" Id="R9beac99e95904fe0" /><Relationship Type="http://schemas.openxmlformats.org/officeDocument/2006/relationships/slide" Target="/ppt/slides/slide15.xml" Id="R07a4db60736d4955" /><Relationship Type="http://schemas.openxmlformats.org/officeDocument/2006/relationships/slide" Target="/ppt/slides/slide16.xml" Id="R87a7d4b3f0414d59" /><Relationship Type="http://schemas.openxmlformats.org/officeDocument/2006/relationships/slide" Target="/ppt/slides/slide17.xml" Id="Rb98b8de6be564c8d" /><Relationship Type="http://schemas.openxmlformats.org/officeDocument/2006/relationships/slide" Target="/ppt/slides/slide18.xml" Id="R0a69f57b671948c0" /><Relationship Type="http://schemas.openxmlformats.org/officeDocument/2006/relationships/slide" Target="/ppt/slides/slide19.xml" Id="R7ebc95a438d04d5f" /><Relationship Type="http://schemas.openxmlformats.org/officeDocument/2006/relationships/slide" Target="/ppt/slides/slide20.xml" Id="R0dfbb698670643a0" /><Relationship Type="http://schemas.openxmlformats.org/officeDocument/2006/relationships/slide" Target="/ppt/slides/slide21.xml" Id="Ra81e93a230344618" /><Relationship Type="http://schemas.openxmlformats.org/officeDocument/2006/relationships/slide" Target="/ppt/slides/slide22.xml" Id="R2f9f9aa9ba5f4a90" /><Relationship Type="http://schemas.openxmlformats.org/officeDocument/2006/relationships/slide" Target="/ppt/slides/slide23.xml" Id="R622f037ace424615" /><Relationship Type="http://schemas.openxmlformats.org/officeDocument/2006/relationships/slide" Target="/ppt/slides/slide24.xml" Id="R0d83a613485b4bf7" /><Relationship Type="http://schemas.openxmlformats.org/officeDocument/2006/relationships/slide" Target="/ppt/slides/slide25.xml" Id="R3b2b3dc683694b8b" /><Relationship Type="http://schemas.openxmlformats.org/officeDocument/2006/relationships/slide" Target="/ppt/slides/slide26.xml" Id="Rcfdabf44b0c740e1" /><Relationship Type="http://schemas.openxmlformats.org/officeDocument/2006/relationships/slide" Target="/ppt/slides/slide27.xml" Id="R319f29f57ac94786" /><Relationship Type="http://schemas.openxmlformats.org/officeDocument/2006/relationships/slide" Target="/ppt/slides/slide28.xml" Id="R590edc5cdf474c41" /><Relationship Type="http://schemas.openxmlformats.org/officeDocument/2006/relationships/slide" Target="/ppt/slides/slide29.xml" Id="R85e4979179244697" /><Relationship Type="http://schemas.openxmlformats.org/officeDocument/2006/relationships/slide" Target="/ppt/slides/slide30.xml" Id="Rd476036194da40d9" /><Relationship Type="http://schemas.openxmlformats.org/officeDocument/2006/relationships/slide" Target="/ppt/slides/slide31.xml" Id="R3a6a95e48cea486d" /><Relationship Type="http://schemas.openxmlformats.org/officeDocument/2006/relationships/slide" Target="/ppt/slides/slide32.xml" Id="R22058b106f4a4076" /><Relationship Type="http://schemas.openxmlformats.org/officeDocument/2006/relationships/slide" Target="/ppt/slides/slide33.xml" Id="R5b1d5b044d824dce" /><Relationship Type="http://schemas.openxmlformats.org/officeDocument/2006/relationships/slide" Target="/ppt/slides/slide34.xml" Id="R8026d176c2924604" /><Relationship Type="http://schemas.openxmlformats.org/officeDocument/2006/relationships/slide" Target="/ppt/slides/slide35.xml" Id="Ra289f29ccfdf4d24" /><Relationship Type="http://schemas.openxmlformats.org/officeDocument/2006/relationships/slide" Target="/ppt/slides/slide36.xml" Id="R5b1df601ed354a76" /><Relationship Type="http://schemas.openxmlformats.org/officeDocument/2006/relationships/slide" Target="/ppt/slides/slide37.xml" Id="Rd5c30673b5cc415e" /><Relationship Type="http://schemas.openxmlformats.org/officeDocument/2006/relationships/slide" Target="/ppt/slides/slide38.xml" Id="Rd08912fab2624e92" /><Relationship Type="http://schemas.openxmlformats.org/officeDocument/2006/relationships/slide" Target="/ppt/slides/slide39.xml" Id="Re43b5c39105b4b34" /><Relationship Type="http://schemas.openxmlformats.org/officeDocument/2006/relationships/slide" Target="/ppt/slides/slide40.xml" Id="Re8c51f516dc54f66" /><Relationship Type="http://schemas.openxmlformats.org/officeDocument/2006/relationships/slide" Target="/ppt/slides/slide41.xml" Id="R21b09e9a68724d5b" /><Relationship Type="http://schemas.openxmlformats.org/officeDocument/2006/relationships/slide" Target="/ppt/slides/slide42.xml" Id="R422cb1789ea74aa0" /><Relationship Type="http://schemas.openxmlformats.org/officeDocument/2006/relationships/slide" Target="/ppt/slides/slide43.xml" Id="R011827c422b54787" /><Relationship Type="http://schemas.openxmlformats.org/officeDocument/2006/relationships/slide" Target="/ppt/slides/slide44.xml" Id="Rf966baff254748fb" /><Relationship Type="http://schemas.openxmlformats.org/officeDocument/2006/relationships/slide" Target="/ppt/slides/slide45.xml" Id="R22c37a350d9f4bad" /><Relationship Type="http://schemas.openxmlformats.org/officeDocument/2006/relationships/slide" Target="/ppt/slides/slide46.xml" Id="R1d6243a863634076" /><Relationship Type="http://schemas.openxmlformats.org/officeDocument/2006/relationships/slide" Target="/ppt/slides/slide47.xml" Id="R419d45c27c7540d9" /><Relationship Type="http://schemas.openxmlformats.org/officeDocument/2006/relationships/slide" Target="/ppt/slides/slide48.xml" Id="Rb72225c81e1b4241" /><Relationship Type="http://schemas.openxmlformats.org/officeDocument/2006/relationships/slide" Target="/ppt/slides/slide49.xml" Id="R3b078a6570ae4dcf" /><Relationship Type="http://schemas.openxmlformats.org/officeDocument/2006/relationships/slide" Target="/ppt/slides/slide50.xml" Id="Rdb8b1319dc624fcb" /><Relationship Type="http://schemas.openxmlformats.org/officeDocument/2006/relationships/slide" Target="/ppt/slides/slide51.xml" Id="R83272cf11fdb47e5" /><Relationship Type="http://schemas.openxmlformats.org/officeDocument/2006/relationships/slide" Target="/ppt/slides/slide52.xml" Id="Re589afce2b3d44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e82a762e8c244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2a4585b7f745f6" /><Relationship Type="http://schemas.openxmlformats.org/officeDocument/2006/relationships/notesMaster" Target="/ppt/notesMasters/notesMaster1.xml" Id="R68870b312351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9cf886d4754260" /><Relationship Type="http://schemas.openxmlformats.org/officeDocument/2006/relationships/notesMaster" Target="/ppt/notesMasters/notesMaster1.xml" Id="Rb18012dc81e84d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d39e1a638f4093" /><Relationship Type="http://schemas.openxmlformats.org/officeDocument/2006/relationships/notesMaster" Target="/ppt/notesMasters/notesMaster1.xml" Id="R2b30f5edc7d846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85bec11b3e4242" /><Relationship Type="http://schemas.openxmlformats.org/officeDocument/2006/relationships/notesMaster" Target="/ppt/notesMasters/notesMaster1.xml" Id="Rd7ad6f4c82454e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ad29fdda484fd3" /><Relationship Type="http://schemas.openxmlformats.org/officeDocument/2006/relationships/notesMaster" Target="/ppt/notesMasters/notesMaster1.xml" Id="Rc61702f615f542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90204213674e05" /><Relationship Type="http://schemas.openxmlformats.org/officeDocument/2006/relationships/notesMaster" Target="/ppt/notesMasters/notesMaster1.xml" Id="R49b59d45554e46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9bc0df298d4ee8" /><Relationship Type="http://schemas.openxmlformats.org/officeDocument/2006/relationships/notesMaster" Target="/ppt/notesMasters/notesMaster1.xml" Id="R19341c91eb3c4c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b5bcf857064581" /><Relationship Type="http://schemas.openxmlformats.org/officeDocument/2006/relationships/notesMaster" Target="/ppt/notesMasters/notesMaster1.xml" Id="R802ee8fe16704e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8ff382854d4222" /><Relationship Type="http://schemas.openxmlformats.org/officeDocument/2006/relationships/notesMaster" Target="/ppt/notesMasters/notesMaster1.xml" Id="R878152f9910b41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92e81e380448be" /><Relationship Type="http://schemas.openxmlformats.org/officeDocument/2006/relationships/notesMaster" Target="/ppt/notesMasters/notesMaster1.xml" Id="R07ea51c6ff8247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7a5cdfad784e10" /><Relationship Type="http://schemas.openxmlformats.org/officeDocument/2006/relationships/notesMaster" Target="/ppt/notesMasters/notesMaster1.xml" Id="R8762154024c4402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3a594226144b94" /><Relationship Type="http://schemas.openxmlformats.org/officeDocument/2006/relationships/notesMaster" Target="/ppt/notesMasters/notesMaster1.xml" Id="Rb47a68c1c67843c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aae374455934490" /><Relationship Type="http://schemas.openxmlformats.org/officeDocument/2006/relationships/notesMaster" Target="/ppt/notesMasters/notesMaster1.xml" Id="R8d26f415b3284c4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f6a112245b4329" /><Relationship Type="http://schemas.openxmlformats.org/officeDocument/2006/relationships/notesMaster" Target="/ppt/notesMasters/notesMaster1.xml" Id="R78169c67d51543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2a6e968c6f4128" /><Relationship Type="http://schemas.openxmlformats.org/officeDocument/2006/relationships/notesMaster" Target="/ppt/notesMasters/notesMaster1.xml" Id="R51db836daa1e431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5bb6b268cb4aba" /><Relationship Type="http://schemas.openxmlformats.org/officeDocument/2006/relationships/notesMaster" Target="/ppt/notesMasters/notesMaster1.xml" Id="R7c55e5367d7346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1f7cb2c490e40fe" /><Relationship Type="http://schemas.openxmlformats.org/officeDocument/2006/relationships/notesMaster" Target="/ppt/notesMasters/notesMaster1.xml" Id="R033231d4dd1647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4128fa9d64243ae" /><Relationship Type="http://schemas.openxmlformats.org/officeDocument/2006/relationships/notesMaster" Target="/ppt/notesMasters/notesMaster1.xml" Id="Rd4d78d09bf4b473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80a6149985f4c33" /><Relationship Type="http://schemas.openxmlformats.org/officeDocument/2006/relationships/notesMaster" Target="/ppt/notesMasters/notesMaster1.xml" Id="R1916cc8e8d254e5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50b8f819fdb4e70" /><Relationship Type="http://schemas.openxmlformats.org/officeDocument/2006/relationships/notesMaster" Target="/ppt/notesMasters/notesMaster1.xml" Id="Rf9704c20c48144d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c5f3e9e14064489" /><Relationship Type="http://schemas.openxmlformats.org/officeDocument/2006/relationships/notesMaster" Target="/ppt/notesMasters/notesMaster1.xml" Id="Rf18e328fee544e1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e95c1fc6ea4fc8" /><Relationship Type="http://schemas.openxmlformats.org/officeDocument/2006/relationships/notesMaster" Target="/ppt/notesMasters/notesMaster1.xml" Id="R9af6b868ec924c2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80319d4405c442b" /><Relationship Type="http://schemas.openxmlformats.org/officeDocument/2006/relationships/notesMaster" Target="/ppt/notesMasters/notesMaster1.xml" Id="Rff74b0c859ee463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01ccb626c184aa3" /><Relationship Type="http://schemas.openxmlformats.org/officeDocument/2006/relationships/notesMaster" Target="/ppt/notesMasters/notesMaster1.xml" Id="R1de7d891e08845e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c0ec2d8f38d49cc" /><Relationship Type="http://schemas.openxmlformats.org/officeDocument/2006/relationships/notesMaster" Target="/ppt/notesMasters/notesMaster1.xml" Id="R29aed71512bd4b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576617074b14bea" /><Relationship Type="http://schemas.openxmlformats.org/officeDocument/2006/relationships/notesMaster" Target="/ppt/notesMasters/notesMaster1.xml" Id="Rcd1ca556a5ad4e3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2d7d1606cea46c1" /><Relationship Type="http://schemas.openxmlformats.org/officeDocument/2006/relationships/notesMaster" Target="/ppt/notesMasters/notesMaster1.xml" Id="Rad44e038a3bd41d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ab21013ff324006" /><Relationship Type="http://schemas.openxmlformats.org/officeDocument/2006/relationships/notesMaster" Target="/ppt/notesMasters/notesMaster1.xml" Id="R86d9b3606f6e4cd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b6cf2b3944e41bf" /><Relationship Type="http://schemas.openxmlformats.org/officeDocument/2006/relationships/notesMaster" Target="/ppt/notesMasters/notesMaster1.xml" Id="Ra6c478a3efe8420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63e28581117445a" /><Relationship Type="http://schemas.openxmlformats.org/officeDocument/2006/relationships/notesMaster" Target="/ppt/notesMasters/notesMaster1.xml" Id="R8ecf886a0833462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a326aa33b44439b" /><Relationship Type="http://schemas.openxmlformats.org/officeDocument/2006/relationships/notesMaster" Target="/ppt/notesMasters/notesMaster1.xml" Id="R9942ac101b804d3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899ec5b2c3e41dc" /><Relationship Type="http://schemas.openxmlformats.org/officeDocument/2006/relationships/notesMaster" Target="/ppt/notesMasters/notesMaster1.xml" Id="R487c6d0855f6441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9f6a8556f0e4ad2" /><Relationship Type="http://schemas.openxmlformats.org/officeDocument/2006/relationships/notesMaster" Target="/ppt/notesMasters/notesMaster1.xml" Id="Rad0df546adcd4f2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c38515325014e68" /><Relationship Type="http://schemas.openxmlformats.org/officeDocument/2006/relationships/notesMaster" Target="/ppt/notesMasters/notesMaster1.xml" Id="R9d8c80904ea84c3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04060e4a2a34fb0" /><Relationship Type="http://schemas.openxmlformats.org/officeDocument/2006/relationships/notesMaster" Target="/ppt/notesMasters/notesMaster1.xml" Id="Rf03e546f3f55418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7726831b4d2457e" /><Relationship Type="http://schemas.openxmlformats.org/officeDocument/2006/relationships/notesMaster" Target="/ppt/notesMasters/notesMaster1.xml" Id="R78dd1b0f05824ba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87c21e5389040c4" /><Relationship Type="http://schemas.openxmlformats.org/officeDocument/2006/relationships/notesMaster" Target="/ppt/notesMasters/notesMaster1.xml" Id="Ra69aee6ee03e488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baeadda13a84969" /><Relationship Type="http://schemas.openxmlformats.org/officeDocument/2006/relationships/notesMaster" Target="/ppt/notesMasters/notesMaster1.xml" Id="R18f78b094bd24eb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f3ffc9c24bb4d05" /><Relationship Type="http://schemas.openxmlformats.org/officeDocument/2006/relationships/notesMaster" Target="/ppt/notesMasters/notesMaster1.xml" Id="R56e8690b09d84a5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5e82fac801e413c" /><Relationship Type="http://schemas.openxmlformats.org/officeDocument/2006/relationships/notesMaster" Target="/ppt/notesMasters/notesMaster1.xml" Id="Rdce75c5d6e8249e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ac0646e249a452c" /><Relationship Type="http://schemas.openxmlformats.org/officeDocument/2006/relationships/notesMaster" Target="/ppt/notesMasters/notesMaster1.xml" Id="Rc6e3468a5c6d4b3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5a630d101064331" /><Relationship Type="http://schemas.openxmlformats.org/officeDocument/2006/relationships/notesMaster" Target="/ppt/notesMasters/notesMaster1.xml" Id="Re437be0e78f245e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24163b48d1b41da" /><Relationship Type="http://schemas.openxmlformats.org/officeDocument/2006/relationships/notesMaster" Target="/ppt/notesMasters/notesMaster1.xml" Id="R0df7a128578142c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9949679d5774929" /><Relationship Type="http://schemas.openxmlformats.org/officeDocument/2006/relationships/notesMaster" Target="/ppt/notesMasters/notesMaster1.xml" Id="R90d15d0965fe4a8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7abf2056bd24ef0" /><Relationship Type="http://schemas.openxmlformats.org/officeDocument/2006/relationships/notesMaster" Target="/ppt/notesMasters/notesMaster1.xml" Id="R8ef9f21c628240b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03c704e830d433a" /><Relationship Type="http://schemas.openxmlformats.org/officeDocument/2006/relationships/notesMaster" Target="/ppt/notesMasters/notesMaster1.xml" Id="R25e50fdf238b469b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ff51a9b5a3345a6" /><Relationship Type="http://schemas.openxmlformats.org/officeDocument/2006/relationships/notesMaster" Target="/ppt/notesMasters/notesMaster1.xml" Id="Rc9bcf4ee415d444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c09932178ef41d9" /><Relationship Type="http://schemas.openxmlformats.org/officeDocument/2006/relationships/notesMaster" Target="/ppt/notesMasters/notesMaster1.xml" Id="Rb16ecf3db6544d2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deafc3dcdff41ce" /><Relationship Type="http://schemas.openxmlformats.org/officeDocument/2006/relationships/notesMaster" Target="/ppt/notesMasters/notesMaster1.xml" Id="R791be1ba443e4a3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5a77a28af9649b3" /><Relationship Type="http://schemas.openxmlformats.org/officeDocument/2006/relationships/notesMaster" Target="/ppt/notesMasters/notesMaster1.xml" Id="R5a07dc87e3d441c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560d04d1fb04774" /><Relationship Type="http://schemas.openxmlformats.org/officeDocument/2006/relationships/notesMaster" Target="/ppt/notesMasters/notesMaster1.xml" Id="R27ce56f145854709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6e9a8fa414c4619" /><Relationship Type="http://schemas.openxmlformats.org/officeDocument/2006/relationships/notesMaster" Target="/ppt/notesMasters/notesMaster1.xml" Id="R97bb26881d8e47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557b2c15274f8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d312cf7b67c4924" /><Relationship Type="http://schemas.openxmlformats.org/officeDocument/2006/relationships/slideLayout" Target="/ppt/slideLayouts/slideLayout2.xml" Id="R29aa133b110643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aa133b110643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9f23d0dbd1473a" /><Relationship Type="http://schemas.openxmlformats.org/officeDocument/2006/relationships/notesSlide" Target="/ppt/notesSlides/notesSlide1.xml" Id="R403d6c58a3d646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9c5e828d5642fb" /><Relationship Type="http://schemas.openxmlformats.org/officeDocument/2006/relationships/notesSlide" Target="/ppt/notesSlides/notesSlide2.xml" Id="Rf1692767a1d04c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79fe774f3a4d6b" /><Relationship Type="http://schemas.openxmlformats.org/officeDocument/2006/relationships/notesSlide" Target="/ppt/notesSlides/notesSlide3.xml" Id="Rd8d0d6bd500d4a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5edacccd494939" /><Relationship Type="http://schemas.openxmlformats.org/officeDocument/2006/relationships/notesSlide" Target="/ppt/notesSlides/notesSlide4.xml" Id="Rdf19673e7bae44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d69787f46742c9" /><Relationship Type="http://schemas.openxmlformats.org/officeDocument/2006/relationships/notesSlide" Target="/ppt/notesSlides/notesSlide5.xml" Id="Rfbec6c87780044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5128a09508406f" /><Relationship Type="http://schemas.openxmlformats.org/officeDocument/2006/relationships/notesSlide" Target="/ppt/notesSlides/notesSlide6.xml" Id="R095d00502e694b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252656279f4d0a" /><Relationship Type="http://schemas.openxmlformats.org/officeDocument/2006/relationships/notesSlide" Target="/ppt/notesSlides/notesSlide7.xml" Id="R3608b290a8ed47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9e5a546a084dc2" /><Relationship Type="http://schemas.openxmlformats.org/officeDocument/2006/relationships/notesSlide" Target="/ppt/notesSlides/notesSlide8.xml" Id="Rdd3803a8387943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086367f988443e" /><Relationship Type="http://schemas.openxmlformats.org/officeDocument/2006/relationships/notesSlide" Target="/ppt/notesSlides/notesSlide9.xml" Id="R6f8d9ba24bd447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d1aecd8f164e50" /><Relationship Type="http://schemas.openxmlformats.org/officeDocument/2006/relationships/notesSlide" Target="/ppt/notesSlides/notesSlide10.xml" Id="R749a8d75bacb48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f3e31c36ad4957" /><Relationship Type="http://schemas.openxmlformats.org/officeDocument/2006/relationships/notesSlide" Target="/ppt/notesSlides/notesSlide11.xml" Id="R87e2ee1c5a2b44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2723faafbc44e6" /><Relationship Type="http://schemas.openxmlformats.org/officeDocument/2006/relationships/notesSlide" Target="/ppt/notesSlides/notesSlide12.xml" Id="Rc0ea4873222b43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75546937e94d51" /><Relationship Type="http://schemas.openxmlformats.org/officeDocument/2006/relationships/notesSlide" Target="/ppt/notesSlides/notesSlide13.xml" Id="Rb0d929b73aed4d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851811fe6f47c5" /><Relationship Type="http://schemas.openxmlformats.org/officeDocument/2006/relationships/notesSlide" Target="/ppt/notesSlides/notesSlide14.xml" Id="R8ee37633c7b04d7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fcd26483c04bf5" /><Relationship Type="http://schemas.openxmlformats.org/officeDocument/2006/relationships/notesSlide" Target="/ppt/notesSlides/notesSlide15.xml" Id="R166eee86668f41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643d8209da42b9" /><Relationship Type="http://schemas.openxmlformats.org/officeDocument/2006/relationships/notesSlide" Target="/ppt/notesSlides/notesSlide16.xml" Id="R174e99a646c74a6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db4db792ac4626" /><Relationship Type="http://schemas.openxmlformats.org/officeDocument/2006/relationships/notesSlide" Target="/ppt/notesSlides/notesSlide17.xml" Id="R0ee95ae5228f4ad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1e341fcade4f4a" /><Relationship Type="http://schemas.openxmlformats.org/officeDocument/2006/relationships/notesSlide" Target="/ppt/notesSlides/notesSlide18.xml" Id="R886666cf445140d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35d438ae964a72" /><Relationship Type="http://schemas.openxmlformats.org/officeDocument/2006/relationships/notesSlide" Target="/ppt/notesSlides/notesSlide19.xml" Id="R75063c76b5a94e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f2e1dddf164f11" /><Relationship Type="http://schemas.openxmlformats.org/officeDocument/2006/relationships/notesSlide" Target="/ppt/notesSlides/notesSlide20.xml" Id="R576f97a51f034c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9431993cff4018" /><Relationship Type="http://schemas.openxmlformats.org/officeDocument/2006/relationships/notesSlide" Target="/ppt/notesSlides/notesSlide21.xml" Id="Ree8eca646b4940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36ce216a5044de" /><Relationship Type="http://schemas.openxmlformats.org/officeDocument/2006/relationships/notesSlide" Target="/ppt/notesSlides/notesSlide22.xml" Id="Re0766485047840b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bd167578c142da" /><Relationship Type="http://schemas.openxmlformats.org/officeDocument/2006/relationships/notesSlide" Target="/ppt/notesSlides/notesSlide23.xml" Id="Rac35f316bb7c464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1df92778384514" /><Relationship Type="http://schemas.openxmlformats.org/officeDocument/2006/relationships/notesSlide" Target="/ppt/notesSlides/notesSlide24.xml" Id="R8fdfa5309bb84eb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6be5031e6247a1" /><Relationship Type="http://schemas.openxmlformats.org/officeDocument/2006/relationships/notesSlide" Target="/ppt/notesSlides/notesSlide25.xml" Id="R9155c7b398d04c4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a901b3a3e14be7" /><Relationship Type="http://schemas.openxmlformats.org/officeDocument/2006/relationships/notesSlide" Target="/ppt/notesSlides/notesSlide26.xml" Id="R299c4da72aa7496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7817b26b8f4ad1" /><Relationship Type="http://schemas.openxmlformats.org/officeDocument/2006/relationships/notesSlide" Target="/ppt/notesSlides/notesSlide27.xml" Id="R188d7e3a930e42e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e01ac3bebc4429" /><Relationship Type="http://schemas.openxmlformats.org/officeDocument/2006/relationships/notesSlide" Target="/ppt/notesSlides/notesSlide28.xml" Id="R71176402661649e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370a86c38542f8" /><Relationship Type="http://schemas.openxmlformats.org/officeDocument/2006/relationships/notesSlide" Target="/ppt/notesSlides/notesSlide29.xml" Id="R453af5270ae14bc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3ae06981da4507" /><Relationship Type="http://schemas.openxmlformats.org/officeDocument/2006/relationships/notesSlide" Target="/ppt/notesSlides/notesSlide30.xml" Id="Re4b1209982d5478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cff48e55124a0b" /><Relationship Type="http://schemas.openxmlformats.org/officeDocument/2006/relationships/notesSlide" Target="/ppt/notesSlides/notesSlide31.xml" Id="R2ecd6f80d56344b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15adfa55b243ce" /><Relationship Type="http://schemas.openxmlformats.org/officeDocument/2006/relationships/notesSlide" Target="/ppt/notesSlides/notesSlide32.xml" Id="R434b906af27f4c6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b8929a54ac45a8" /><Relationship Type="http://schemas.openxmlformats.org/officeDocument/2006/relationships/notesSlide" Target="/ppt/notesSlides/notesSlide33.xml" Id="R37fdc4be4814405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70e8c118f8473a" /><Relationship Type="http://schemas.openxmlformats.org/officeDocument/2006/relationships/notesSlide" Target="/ppt/notesSlides/notesSlide34.xml" Id="R87124987d11047e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a45d7d10014778" /><Relationship Type="http://schemas.openxmlformats.org/officeDocument/2006/relationships/notesSlide" Target="/ppt/notesSlides/notesSlide35.xml" Id="R9fe36b9a1c404c7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e3e93ccdb849a1" /><Relationship Type="http://schemas.openxmlformats.org/officeDocument/2006/relationships/notesSlide" Target="/ppt/notesSlides/notesSlide36.xml" Id="R904560539cb94eb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064e2102b64f38" /><Relationship Type="http://schemas.openxmlformats.org/officeDocument/2006/relationships/notesSlide" Target="/ppt/notesSlides/notesSlide37.xml" Id="R5a5683aa71e14cb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3115d127614321" /><Relationship Type="http://schemas.openxmlformats.org/officeDocument/2006/relationships/notesSlide" Target="/ppt/notesSlides/notesSlide38.xml" Id="R781f71cb755346b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5665a71b54415d" /><Relationship Type="http://schemas.openxmlformats.org/officeDocument/2006/relationships/notesSlide" Target="/ppt/notesSlides/notesSlide39.xml" Id="R6c0b9ba56d44435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b7272e54b5476f" /><Relationship Type="http://schemas.openxmlformats.org/officeDocument/2006/relationships/notesSlide" Target="/ppt/notesSlides/notesSlide40.xml" Id="Rc11b5252b237493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6601c988f14420" /><Relationship Type="http://schemas.openxmlformats.org/officeDocument/2006/relationships/notesSlide" Target="/ppt/notesSlides/notesSlide41.xml" Id="Rb79f5398128a4d5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63a50fd2294f88" /><Relationship Type="http://schemas.openxmlformats.org/officeDocument/2006/relationships/notesSlide" Target="/ppt/notesSlides/notesSlide42.xml" Id="Rf86fbb61b78a4b0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a279d9bae745c9" /><Relationship Type="http://schemas.openxmlformats.org/officeDocument/2006/relationships/notesSlide" Target="/ppt/notesSlides/notesSlide43.xml" Id="R86e662babdce40e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f2bb549c2344f2" /><Relationship Type="http://schemas.openxmlformats.org/officeDocument/2006/relationships/notesSlide" Target="/ppt/notesSlides/notesSlide44.xml" Id="Ra9ebccf625b54ac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9617aca8224554" /><Relationship Type="http://schemas.openxmlformats.org/officeDocument/2006/relationships/notesSlide" Target="/ppt/notesSlides/notesSlide45.xml" Id="R4fcd4cda5d854dda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4a4d4a14574967" /><Relationship Type="http://schemas.openxmlformats.org/officeDocument/2006/relationships/notesSlide" Target="/ppt/notesSlides/notesSlide46.xml" Id="R8862d6bf36c2411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9d23447cb24883" /><Relationship Type="http://schemas.openxmlformats.org/officeDocument/2006/relationships/notesSlide" Target="/ppt/notesSlides/notesSlide47.xml" Id="R4fef52955e3d469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9f2ffe67e446c7" /><Relationship Type="http://schemas.openxmlformats.org/officeDocument/2006/relationships/notesSlide" Target="/ppt/notesSlides/notesSlide48.xml" Id="R0931a678b4b1450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70192db4974dd8" /><Relationship Type="http://schemas.openxmlformats.org/officeDocument/2006/relationships/notesSlide" Target="/ppt/notesSlides/notesSlide49.xml" Id="R62f9e2544c18446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264c5e06c5489e" /><Relationship Type="http://schemas.openxmlformats.org/officeDocument/2006/relationships/notesSlide" Target="/ppt/notesSlides/notesSlide50.xml" Id="Rfbc3fd9cb9cf410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af24f42caa4f31" /><Relationship Type="http://schemas.openxmlformats.org/officeDocument/2006/relationships/notesSlide" Target="/ppt/notesSlides/notesSlide51.xml" Id="R1ce8dbf61a6c435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82a01cbcbe43b1" /><Relationship Type="http://schemas.openxmlformats.org/officeDocument/2006/relationships/notesSlide" Target="/ppt/notesSlides/notesSlide52.xml" Id="R8101d38b55df413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B26F70-680F-43C6-874F-9B7235BB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452D0-C0D2-47A5-B07E-824C154C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330C6-CB09-45E5-874B-B409907C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CA5FB0-AFF6-4A3B-A1D6-306087A2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5A5E2-099E-4253-91D4-EDF2CC38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385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/ инвесторская презентация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13547E-369D-48FC-AC32-7F2BC1AC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608335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2FE68E-6A4E-498E-BB0E-52D0142A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CB049-8F30-4DD1-B2C6-08D4DF03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FD92B-E109-4735-895B-7078A86F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906F5-6CE4-461C-97E7-637F0979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D5A9E-9665-43B2-81DE-2E7E3CD2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17CC2-F53A-41C2-863A-F7244FD2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4EF74-0323-450A-AC5E-5F766B7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863A9-35CE-4E64-9F23-9D006573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CB12CE-F46F-4942-9B6A-ECEFC3E0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31C852-D4E0-4AB7-9AD2-9EAC466E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FAAAF-A3CF-44E7-8F7D-691666A7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7213A-A4F9-4B85-877C-5BE2A9AA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4D74A-9F03-4E58-BB34-7100EE72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582B5E-2F16-4191-A51E-71A18FFD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973D70-93BD-4480-B75F-670ADBCB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80CA1-49CC-4E18-9862-4E4A2DC2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70EF97-4A03-4D57-8DAB-09282926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7A7C17-0A43-450C-9312-6E0B195B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98630-C14B-4589-9B8E-DD97C26F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C8957-A220-4616-98E8-C3C64B85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0231E3-0549-4A2B-8669-A038643C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58C42A-93FD-4531-99CE-BA64D893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96B4DF-5E5F-4431-8EB2-85AB2108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D48E26-4C19-4D48-B73B-048721E4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E04202-DCA7-4027-9B53-45F052D4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4FA9D6-32CD-4ECC-B150-F695B792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CA6549-D568-46BC-977F-8ADB92A1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30CBE0-52AC-4063-A0FC-D58766A8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074726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0E6C01-8162-40FC-B873-0E91F5EE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DCE68-C9D4-4DA9-8369-0FBC4090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560EF-EB98-4CB8-85D6-21F59960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9932A-0B88-4B19-B2B5-C7A31B85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18CAC-055C-442D-A61E-AD41CAAB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85ADA-9094-4B9F-A177-ED5FD4DB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1B2C7-5870-4EB7-8469-C6CC6BF7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4EF0A-D020-49F0-AA98-824E3E60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B7A12F-AB41-49A7-B672-1AFE5688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67EAC-95AD-4E7F-BE56-5375321B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11AE8-C665-4C3C-93E6-905374F6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7F039-A354-4601-9CD2-CA52A417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13E7C-7F86-4FE8-818E-B736FC63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5DB6C-9A56-4BDA-A36D-E6D53940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37B51-58C2-43A9-B929-9E6AB91D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A43EB-7FEE-4ECF-844E-E6897F65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48732D-5700-4065-9F18-F8F28D4B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56C1AB-00AE-469C-BBE8-C085B429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F8840-1E14-40B7-95D4-72D3DCCF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DEC10-DBEC-4560-B99A-5C069E98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F19DA-A8E7-453C-8E32-FFE6DA7B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08390D-E703-4E22-B98E-8BE5DF11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4CE9F-05EF-4F64-BCC1-C592A906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930893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DDEAF0-134A-4659-8DC6-73860689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13C63-8FB5-4E4B-B4B3-741345E8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80908-7157-45D3-9787-34035409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CD370-E944-4A89-B0D6-D156B47B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001F8-B705-4A68-B395-6B4D9619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мы выводим продукт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CB85A-7F5C-47C8-9105-21EB505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B8576-E496-491B-9EC7-86AE08E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C30D3-826A-4FDB-9D26-D3152A69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3F1E2-F1BD-44D8-8772-DE11BFF4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7C210-A48D-4D02-909E-22298892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Смотрим лидеров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0A4055-F9BB-49EF-BEC4-F1C388C2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Nebula / Calm / Finch / Runway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91B085-8DAB-4F07-8CFD-9A36524A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смысл, ритуал, память и визуальный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EFE83-E744-424C-B80D-A87FB405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4FB82B-AF5C-4558-AABF-4B10B768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755F1-819A-4245-9DB1-2088F866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Находим разрыв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A91A1-539B-47F0-8ADF-7BE828C0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приложения дают куски опыта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1DA93D-9613-4F95-8AF6-90D260A2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формата, где смысл превращается в действие и видимое изменение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A350-3C91-4C70-A6FE-F79F33C2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01D9B5-4216-4A51-A8DB-103581E4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C4F33-E74A-474C-8CC9-B66E7C9C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Формулируем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A90BF7-91E4-4A76-895E-A210F75F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weekly visual self-guidance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0C1A77-7699-4CBC-9214-E5AE35C8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становится личным сериалом, а Life Canvas показывает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16ABB7-C149-4EEC-8AEB-63A6C84F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99765F-8531-4F15-B205-BD7B6D25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DD7941-05E7-4B37-B551-4F9E7BE0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Собираем MVP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010006-99EC-48C1-BA6A-E74690FF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Episode → Action → Canvas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7E71F5-864A-425C-AA5D-45052C8B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проверяем не рынок вообще, а понятна ли пользователю причинная петля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CBB048-DBAC-4746-81AD-D1294D88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презентации: не “мы придумали приложение”, а “из существующих платных паттернов появляется новый формат”.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CC81D8-CBFB-4EEC-822E-CAE8DDB9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55615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575226-A253-40FC-A3B0-EF4257B5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0748A9-1735-4ED9-ADC7-14A7A392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AE85F-0A56-4B23-B594-5D3198A4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5887E-9E0A-4806-AE08-14CE5C9A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1BC67-115E-455A-873A-0D16D6DF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Пользовательская проблема → ответ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555B3-E4DE-40AB-A0C0-3F87764A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B0859-AADC-4164-8795-9EA9C6A5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сейчас болит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BE56B-7082-4303-BECB-7BEA8188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BD55A-18B7-4925-882F-E93393D2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Гороскопы дают смысл, но часто звучат общо и не ведут к действию.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A95D0-6696-4EC4-BC07-E2E16610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10E4B4-173A-4339-BA2D-D9BDD4B5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дает ритуал, но не объясняет личную неделю пользователя.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C3ECC-C975-4588-95C7-D105C1D1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9E6DAD-82B2-4166-8DDB-794796AF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умеет помнить, но не превращает неделю в понятную структуру.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977021-25A7-4AAC-9158-C518D9F9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22D6F-2D0B-4968-9AC7-3668982B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Avatar/video tools дают вау-картинку, но она часто не связана с поведением.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39265-BE34-43A8-8BE3-F9E24C3D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должна дать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9F7645-AB0D-4BF8-940E-072C93FA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95A0E4-6FCB-4B85-A6BE-1FFFC295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прогноз недели на основе birth data и текущего запроса.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9F87FA-0C15-463A-887D-FCAFB015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BEA6CF-E6BC-46C0-A43E-EC3C5FC8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episode: один фокус дня, одно маленькое действие, один reset.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A9E208-5F1C-494C-83B4-1E65F0C1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412EF-E1B6-4826-8626-28DE8BEE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Canvas: визуальная картинка меняется не случайно, а по причине.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51A18-4E32-4315-A1B3-7CC0A9EC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EAF60B-4F93-4A8E-A101-E534513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recap/video: неделя ощущается как серия жизни, а не набор карточек.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3F7D56-CD81-4344-848A-5D6AB56D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C37886-CD83-4BA8-8519-3FA1500C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Ассистент с памятью: пользователь чувствует продолжение, а не новый чат с нуля.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4F1CD0-3BC6-4148-853E-8E1C6D0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CA91C3-B539-4778-89E8-0D455E9C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620698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07D42A-8AAF-4499-AB5A-75B3C7F1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732B4-41DC-4E58-BC0E-B1D2846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43483-0D33-4086-87EF-B6BC4D6E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42397-8D3C-41D3-8D79-4225D27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0FB96-F1E1-40A1-BADA-E5E72000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 рабочие продуктовые концепции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53159-0564-48EC-90F4-03AE7115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A28C8-1546-49B8-8C0C-BF1E6D82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510981-72BB-4300-B0F8-AF1BBFC6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Концепция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F8357E-7D64-4450-867E-C624C7BB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A46A59-3258-45EF-B94A-8C8247E2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выглядит для пользователя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A079D3-5396-4371-B891-161B0D72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32294-465E-4802-89C1-82140C57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Вау-момент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06DFC9-30A1-4BE3-B736-EEBC97DF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7B860F-1118-4BE9-85D5-437EC83F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проверяет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E4DD34-A7C7-4324-BD97-9308B346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0DADB-FFCF-489B-A0CD-C0223D6A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Life Trailer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ED3912-DD7B-495B-846E-5F5664E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13012-BE61-4226-A020-DD7FCFB7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раз в неделю пользователь получает визуальный трейлер своей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DDD278-6CE7-4D35-A0B4-B5EA21A6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7F8CEF-3E8F-4242-A9E5-9B604510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“моя неделя выглядит как фильм обо мне”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88A46C-E1FF-46A2-A077-2E88073B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A0A03B-8E11-44EE-B897-BD02713C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готов ли пользователь платить за premium visual moment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F206CD-918B-4777-B808-27AC2951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07A572-B44E-46A2-8EA5-FC82F14B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 Self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384D46-8973-4072-B16A-3C79CE00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668F1E-8943-42BF-824A-697859C8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ежедневные действия меняют образ будущей версии себя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49ECB-60FB-488A-9720-2946BAB1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51A022-2421-42E4-AEB7-6A3F95DD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“картинка изменилась, потому что я сделал действие”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390537-074A-4136-BBFE-18D0094F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A57AEB-55E6-4AD5-BB95-2817E4DD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 ли причинность Life Canvas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03636A-CEB5-48A5-88A3-27D5E3A1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0F3B14-AD37-4D69-9B26-7580C098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Pocket Forecastist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288778-28C4-45C0-8312-908F89A9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707C36-BE44-4EE6-88E3-F59276C8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 помнит контекст и ведет через неделю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5083C5-3CDE-4FF4-849A-DE63EBD2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CC7B63-2D39-4787-B0D4-4D97BCF1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“он понимает мою ситуацию, а не просто пишет гороскоп”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EEEE4D-8150-495E-AEE2-A82D104B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A21C99-1443-4F48-BB2A-F4AEF3F2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ли trust + memory + weekly guidance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4F30E9-46B4-4841-851C-F540C327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373694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ABB0A1-F8CC-4081-845B-1CEF0447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0871A-D8B0-41C5-85C9-784BA428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B5CB4-1C06-4C75-B4F0-54C1741E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8B4FA-9B4F-4A55-B0DD-CA2BF54D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5B93A-CB31-4B8F-9FA8-3579A995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такое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BD668-ABAE-4D19-ADF9-E06275E5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14ED93-5DF1-4AF6-A8BE-5A3B394C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Финальная формула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B9A704-819C-4DF8-9252-4B920EB8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weekly visual self-guidance app: пользователь вводит birth data и текущий запрос, получает прогноз недели, проходит daily episodes и видит изменение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2B5F6E-1A07-457A-AE56-800D845C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принцип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08563-61F2-44FC-BBA6-1B6A6923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 не продает “предсказание судьбы”. Он продает структуру недели: понять состояние → сделать действие → увидеть изменение → вернуться завтра.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62DD4-C8D1-4F3B-B86C-32DE67E7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внутри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CEDEB6-9E43-4FE9-A498-1738F2E8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weekly season, daily action/reset, image-first Life Canvas и редкими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CF89A-EEF4-4451-AE99-A46B1262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отличает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CA1B2-C45D-4EB9-9C24-7DD46205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 конкурентов смысл, ритуал, AI-память и визуал часто живут отдельно. AURA соединяет их в причинную петлю.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AD7DB-BC7D-45E1-BF85-520143D0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не делаем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888B4-0FD4-420C-81CF-1766CF83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безлимитный AI-video generator, социальную сеть или marketplace экспертов в MVP. Сначала доказываем loop.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B3FDA4-450E-448D-AA91-87A125AE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Критерий жизни продукта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FDD91-981D-42EB-AA0F-555BF162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может объяснить, почему Canvas изменился, AURA имеет шанс. Если нет — это просто генератор красивых картинок.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FB8BC-6759-45A7-939C-642E9E0E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99448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20446D-9BDE-462D-B090-0852B3AA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196FD-BD8C-49D7-8233-75E6A8A4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88DE1-40B4-4355-9CEF-596F0B80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73AB1-E712-4590-8852-BF435971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2040C-BF77-4D55-B5A3-C156BADC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43640-84EF-4286-9569-750F9556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9F223-8326-49B4-B70E-ACFB7B09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C10C0-6AF2-45F8-9FA7-FD124A8E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60FC2-787B-4913-8F67-A3CA5E68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5DCB67-B427-4A87-96D9-FFA3EA86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19BF7-1058-48DF-823B-EC2BD4DA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C240F9-78DA-4C30-BCA6-0CCEAA80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654CE-F658-44B4-855A-EEE05F9E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797375-EE75-41B1-AD34-6C8227AC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DB445F-C3E8-4020-B2F9-F357747F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044082-1A8E-4375-96BA-9A7670D3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C812E-AD25-4234-A0DD-F06F3DF2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4F9C3-68AA-4656-B4E2-514EF636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08E0F4-D2AB-4661-885C-F7695303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5D83FA-E842-4733-BE25-F05E11E7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6076A-4C0B-4603-B493-B86F1AB5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5A93AA-C219-4F64-AA44-6058FFBA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D0BD88-FEE7-4197-A741-8B424FBF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31C724-DABC-4567-88E8-6D82F202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686138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EFDE38-3D86-43A1-908C-6521955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A6BA3-51A0-4F5B-BA04-5A697882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1215BE-7B52-4955-BE95-A49BE7D6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C2A31-E48D-47DE-A610-C556AC9D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95036-C402-44D5-8914-8436C3D9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DD07D-8A62-4071-85BC-3C268E07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628D1-6A97-43D8-B809-72395675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08B227-6012-4A69-A96E-40F473C3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3CBEA3-610B-4D56-B412-C45D9E20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407178-CE1C-4E29-BEC7-ACAD6B02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12628D-F5C3-44BE-9FBC-1A955A82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A7E363-2426-46E2-B2DF-E2E36CD5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95965-EC2C-4003-BB1B-432E0DEA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AF1352-2797-4F27-82B2-FBBEA98B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F676BE-DE17-460D-B38B-4A7C8849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FC9C83-FC4C-482A-8F6B-93A2F34C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CA037D-D3B9-44DF-8901-9C6B2EEA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FBD96F-A5D9-46FB-A908-27098163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ABD5B6-0DB2-45FB-8896-B61387A7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91D96B-6689-4E06-9742-78955F97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5B8CE9-38F7-45B6-9459-0345EF38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7E059B-C0C0-4B29-AF4B-D0BB2F6C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1ABBF-1C50-4E71-80B4-2DCE809A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EB90B4-2DF9-48B2-9DA8-35E3E0D5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F05126-AEFF-4150-9DEB-B2E66B24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441079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60585F-E9A8-48E8-B5EE-009513F3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2422F-B532-4712-AB79-3929689E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EEA1F0-5843-4AF9-BD64-EAF6A417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0C8A2-4159-434E-BD43-4EC84631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0C46D-53DB-48E8-BE64-08807B09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Ключевые экраны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5FA24C-4C2A-4501-91E7-946BA94A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86129-EB9B-4798-8B62-8EB42FFC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DA5B2-EE2C-4341-AA02-EA282C57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6FD32-FA78-485C-97A8-316DCF84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9B70C2-A887-4752-8BEA-F4D94873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рождения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ECFD4-9A27-4FA0-B89D-364B4BE9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C6D54-B0FC-4003-B21D-437439E2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/ время / место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текущий вопрос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2C4EB-65B3-4840-B93D-6BC38964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76153-C946-40F3-B319-3FFEF4DC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54144-A425-4808-A07A-51F964C9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A364D5-A9D4-4BA7-A433-938DCAB1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5804B9-24A5-45D2-8A00-4638FD01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CD8CA-14D8-43FC-AE6A-BB442661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4FFE9D-6AC2-40EC-9751-06EC615E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A83427-0359-4AA4-A4C4-9B403E26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сезона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напряжения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первое обещание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802BC-A9F1-4842-98E4-FA296922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E2E71C-7772-4F8E-8F1C-30BFF64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E4CFEB-A81B-4C4F-8C10-2835B4A3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6EAED5-C309-453C-A148-7CD78166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55CEBD-D7A7-44F9-98CE-299684AA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ADDA67-E509-4C8C-86F5-5912A8DF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9EC5C9-381E-464A-840C-27B84A7C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B3CB3F-635B-46CB-8F0C-F9A9561B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сообщение ассистента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карточка действия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A50E0B-DDFE-4274-9EAF-6208189E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3C1AA0-EF51-4A08-86B6-8F8AC77A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FDD388-2E79-46D2-9C5A-85CA9297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03CD4F-A8F5-4291-9AB6-BA917578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71D8E1-98BC-4BD2-A9E6-B5756789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A0C5B-4E1A-4BF1-BD50-EDBC1235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CB7EAB-B204-4E8A-953D-014DB9F5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4538DD-E6AF-455E-B27A-630714B9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2-мин практика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рефлексия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завершение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DFF0FB-B811-478A-BE3D-C3330F3F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4A2C5D-A49F-4B25-A960-A28D0D0B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713A4A-0203-4436-9269-208E65D2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F67E56-8586-46E7-B69F-56A62ED3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22E7EF-F93C-4F23-85CE-AF2AD674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39ADAB-F56F-4A9B-B7A7-46CFCDE3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B6B25D-7FDD-412B-BDC5-0264208A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06381C-0AC2-4547-AA5D-049DAA47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/ после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изменилось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изменилось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B9CF84-AFC7-40DA-A4B2-6CC483FD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1968CF-1DEB-41C6-A067-D96212DE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7EB1D2-C650-4EEB-94FF-4E365F58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80BB59-512C-475C-A5CA-DDDDBEEE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9DA9EB-CBFA-40A1-A50F-ACEE31B2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0DCE89-91B6-4830-9072-46B0A23F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9724A2-82EC-4D2B-A849-97D28DBF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F73D56-D330-4876-92EF-ECC806FC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продолжить сезон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D3ADAE-F3B3-4EA3-B895-7951089B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467516-C93E-4251-B64D-384E00B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выбрать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709C2D7-F999-4725-AD60-4D031A61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финальный UI-дизайн. Это логика того, что дизайнер должен сделать видимым на экране.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7B6348C-335A-4454-83CB-79FACD09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307886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86C548-082A-4133-8FEB-C5CE168C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D797B-F4C8-4779-A4FF-969627C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07911-0EF6-4446-9BC1-F07A6F85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22FA2-1337-444F-AF18-0367627C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FF82F-8F6E-49C2-BBBB-E265DC67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D64FC-6CE8-4030-B5F5-4576F4DE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3B61A-B453-4020-AC22-2520050E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4C53C-82C9-4A79-99E2-5F079EC9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27010-8BDB-424B-AB32-542E781C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6A80B-5512-4485-8FFD-6F92CDA9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7C84A-6789-4592-879A-6D74D134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AEE34-BE45-45C9-96D4-B983B530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7A69E8-687B-4DAC-AC10-E611D7D8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E3FF0-1AB3-45CF-9B3E-53A5334D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B7940-289E-4E34-BB90-958887D0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7F85C-3E85-4D9D-A5B0-EA83C909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253B1-399C-4B33-AB13-40330872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F1DFE4-3698-4006-BC1D-A784E8C9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A4A5AD-F1D4-4319-BA7B-C9FD4522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729605-E821-4E48-8833-EF57A91A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FFF1DE-C7C4-47C8-952E-0BB94158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C254C9-399F-4162-98F6-3BE161EE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715271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574F1-0E98-4D6F-AAC3-91D242B0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63FCC-1978-4A83-BF18-65182D42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B8229-CBE6-4FBC-9CBA-B983C41E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7B58ED-9666-4BF0-A1A0-65FE7A1D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63F0FD-65EC-465F-A867-BABD4CB0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91EB5-F2D8-4CF0-B259-E70CD456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0DFB8-1673-4483-8B63-9D5A9FD3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37A5B-4480-4D54-8179-D694CAD2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11A3C-A8A3-46A0-A68F-E3EF3213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F809A-5361-4460-BB8D-48064547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2A109-0857-459D-925A-EC9072A4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DD910-6473-46A7-B40A-4C3F4FBC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62A03-30AA-4968-9CFE-37F2B585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D01DC-65FD-4C22-9D5E-2A56EF21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B7DC4C-FF2A-4943-847D-746CC4EE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2A441-BEB0-41D9-A43F-9A84B989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4048CF-CAB5-4E89-A7F2-F5B54B34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AA940D-E1A8-479E-B5FB-2FE41527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45BB47-07F9-4706-998A-B5EDA915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5FB0BD-A72C-4A2F-8CCC-0E984B50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59CCB9-555E-4C02-B691-BB4348F8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4296FF-AA7F-4E75-8976-7211087C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F5543A-1487-4E54-88A7-4DFEEB4E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8FC92E-63EB-402C-94A2-79798FFB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43D3DF-F60F-42AC-93B8-399F25D5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71A8DC-839D-4ED1-859F-52B458F8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F4834-237E-46E1-B2D8-BAB5CE23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4709AA-A57F-49E9-BF33-0A8D9A45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8240B8-B5AD-48A1-8064-8B71E5B4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4920556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D5EAA6-2C5E-4C9C-9395-B7DD57CE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B70E6-9EF7-4D98-919E-530AF452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0543C-FDC4-4CD5-AF43-91D66E0B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BDA19-95D3-4F7C-B95D-DC0B6503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79142-C931-44FF-A242-24ADE3B1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7683A-8641-4F69-8237-DB64E114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A5186-FC7F-46FB-9C06-CFCDA2EA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454BF-37F4-44D3-A72F-D503D6B6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7470C-B126-4822-A3B1-892BEB3E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D2B1D-1B48-4823-8B7D-2C4A46A7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EEFC7-3CAC-45AC-BEA0-0A6B27F8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83163-1AE5-4A9E-9A9C-BA1798ED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9DFB6-C8F1-4FE6-94E0-210EC5F7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6D182-73CF-4763-9DE8-C339BDF6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5B9AD-E654-4B60-A5D2-CA09092E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06D2E5-01FF-4A66-B8BF-112AC2E6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F00D3-CAD6-4678-B4E2-215994AA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7F5BBC-8A0A-42EF-B9DB-083C3810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EF7606-57B2-42AA-B1D6-883C2CA8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0337AE-AF5B-4EB1-B287-5BA876CB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07971E-6872-49D6-B9A1-5060D27E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D06872-7F44-4F16-A071-53D9A510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E2EA23-6D1E-40C3-AEED-B58D3AD6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CFB1E7-1CCB-48F9-9DC0-71E80DD8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C20B8-AE70-4CF8-968B-24D7591E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1A9094-B0A5-4E0D-9EA6-A6160062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0B7B8F-AD9A-48F6-BB1B-2979D874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1E5119-BD92-4273-80E2-D99F3C56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34E058-CC74-4348-B238-CA67E076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C679E7-2B78-4BCD-9712-BFABB0A7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7D0FD4-C027-4E7E-BD8D-75C501E4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A566F4-56AC-4851-B801-5C8E56DE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942537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4DBC4F-7A2C-41D2-ACF3-E5AD0B92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0405E-3F07-4515-89E1-61EE1226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35D52-0B7F-4045-B5C2-DEF2E474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542C69-FC04-46FD-9AE4-B925367E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B0010-A546-4F39-B1F4-4D4DED02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58373-4332-426A-9A81-5F0278F0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04C7E-B732-47F9-8C27-B23D9105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746D1-04FD-409E-9732-034DFCB2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756D8-DC12-4382-8696-77589FE0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F4AAE-08BD-4D1C-AB5A-19F07871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E4277-B310-4865-B3A6-58CE9E47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7BEF78-FB83-45F4-8928-7DB08ED5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9A905-0FD1-4E46-A278-EC3900E4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30BC46-97CB-403F-86AD-E4C1FCB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10E48-6091-4C7C-95C6-7DE67C53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11B9E-8E2F-48CE-BC7E-AA7BBC1C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39D34-5D25-4135-8476-152EC31B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4A9707-1216-4252-9B83-D1879AC3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1039D-7D2D-4D87-B521-B9E5BF93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52B5C-A200-417C-B1B0-8D67F3D6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A840D6-8F27-44E4-AE22-58DE32DA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FE5765-710D-4C52-A861-D23C7DCD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EB253A-84C0-4CC3-AB68-9D6CBC6A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20EB19-3EB1-4173-AB4A-93C20C4A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2BA218-0D27-4344-977B-06282FB2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816CE4-A5B2-4526-B7BF-69A083A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305A6D-6823-411C-899B-FF72DD8F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6E3D2F-A9D7-4199-AB75-BD9BC39A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3557134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A2E446-1728-4CF0-B386-0B31C9EC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A65CE-627E-4DD3-B9FB-611A486C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37A5EE-DF12-4F50-B1BF-11AC6DA7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5D281-1768-4503-9C9B-BED7B831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02212-3186-43A2-95B1-532EBA4B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032D2-DFBE-449D-A462-A9D19137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8829E-DCD5-47C9-B5B5-0B00C03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5C16F-6BFA-42AB-BC57-7DECCA3B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E4166A-DDB9-4774-874C-E803AF63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F62363-B7F6-4C43-918E-981CDCF7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ежедневную привычку открывать приложение ради смысла, reset и самонавигации.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78512-9BE9-47DE-B655-45400386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2707E-7261-474E-B122-A41AEE6C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DA01E-BB36-4E84-ADA3-050AAC27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платных поведения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13FC0-D7E6-4CA3-B750-636C6919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навигация, wellness-ритуал, память AI-companion, визуальная идентичность/avatar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4F3FB8-D370-4F0E-B231-4F24C371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CE3679-666A-476F-B2E2-5C047AB5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E2249A-D10B-40B1-9DC9-E6E16EEB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922FF-3D8A-448A-A9A1-36603D4A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исследование покрывает app stores, web apps, paywalls, соседние инструменты и ручной competitor walkthrough.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460A43-C6F0-460F-BF5B-0DDDC7F5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A1ED70-2034-4CD2-97AD-18BD6DD4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A75C63-2EF6-4E59-8F30-05EEE5BB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C1FAB-5395-4B5A-9EE6-8B9545C8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достижимый первый масштаб, если creator-led GTM, недельные сезоны и premium-визуалы работают.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FCDB8E-8753-4E40-8FD2-B040EE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509414-44BD-4598-B662-C4C910A0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7E55FC-FD43-4E15-ACF7-B49219DE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E808FB-5175-43FF-A3B7-E4B38D63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+ annual + premium tokens + creator seasons могут дать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947E71-412C-40D2-B78A-68D3FA3D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— это не один horoscope TAM. Это пересечение paid personal meaning, daily ritual и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53D1A8-7093-450B-A9CE-30B9E10C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4287255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AAAFDA-1312-4C5B-9546-98268DD9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59BED-1EC1-4B76-AC61-BC73CF68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13D06-C2A8-452F-BFE6-BFE2B579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EDB6-C1CF-4725-9B5D-6B2733D7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50522-8F79-409C-AACF-574A6F53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работают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F414C-17CB-427C-8FDC-CC169E96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1D11F-2945-4CC1-BD6C-4E73A6B2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CF813-8024-4CB0-B99E-D800DC53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7C728-A423-454B-BFF1-70E10E2A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339C9-2BD1-417E-AE22-183A2CB3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Внешние сигналы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E6FE3-A924-42A7-A7ED-C345A48A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Rev.now / Sacra / press / API pricing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02C27-D5F9-4DE5-B641-72F0D518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Revenue, MAU, payers, price, public COGS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29974E-D2C8-4C42-B3AB-7627CF31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CA2B0B-6EEE-4DA5-A06F-B5DABDDF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A49A6-F9F9-4BE1-9E6E-2632B619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Производные бенчмарки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264F6-F049-43D9-8856-0B78C059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расчет из открытых сигналов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796B5A-A8B9-42AC-9266-9B00E2C3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ARPMAU, paid conversion, CAC bands, COGS per 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EF3057-2073-4D75-ABB7-59D8516F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9CA33B-1888-498C-B6F2-4AF0008B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91ED7C-4758-4314-9439-CD3A5C06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FFB437-3E45-490C-96A5-A089FE00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conservative / base / strong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79A4C0-60ED-491E-9117-14363762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pricing, conversion, token attach, no-free-video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454501-D4FF-4BBA-AD23-401FFD40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F66646-87DA-4CA6-AB4B-FCCA9C62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06D971-8E49-43B9-862C-E50E239D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Продуктовые решения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41A297-4B2C-454A-A5C1-A6A9B716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что реально строим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A4D5BF-387C-4B5F-B1F8-9F6AAEF7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Plus, annual, token video, image-first Life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F0F654-412C-4AA2-8587-AF7A0E2D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Презентация не считает оценки конкурентов абсолютной правдой. Она использует их как рамки для гипотез AURA.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519500-C9E6-476A-A164-7B09DC1F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4236693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EA65C9-48C3-4F83-8227-3F475777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D269D-539C-42C8-A15D-B52AFAD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D0BBF-0052-4144-A98A-34297A30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1D0BB-5594-4761-AF35-30D40EB5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453F5-2B0F-4F9A-9CCD-4FE512E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A854E-215F-4CBB-ACF1-C724D143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26FF98-DBEA-4279-B64C-863B4D8C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225D3-5C7A-44E3-906D-17DCF9C9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4F686-E002-4EC7-8B7C-82795AE0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5E8F9-B066-453D-8CAC-265805B4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BCDF3-D623-4052-BC4C-DA972641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B1AC29-3B3B-4952-837D-A1CB1F16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50B332-3633-40AC-AE36-005EF199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C5FC1-BDA4-46E4-8C96-F7EF6E5E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855FB0-066F-4045-9CC3-734CE500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9BD80-BAFD-43D3-875A-74DF7700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D4CB7-C1CC-457B-B33C-2FAE0AC1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E0E8E0-3A12-4960-BCFB-0386DD9F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061D43-81C2-433B-98D0-05C118DE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4AD035-AC60-42AA-ADB2-CAF401B1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2A266B-26C7-4811-B07E-D6E3AE57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D85F56-8788-4AD9-9C7A-4165F54A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должен быть достаточно дешевым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57EF5-D3A5-4C4F-A810-DB0C99F8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AE474D-6500-4E82-95CC-6479933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223156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F845C3-894D-4812-945D-DC4C1058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88D4D-8B2D-491C-B61A-8E9C6DBD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CD7B2-BD2B-4094-A555-B67D9B7C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E2F0D-8569-4174-A613-EC8D522F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EECBD-D983-41B8-8F61-9F2FC629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4BEA0-158F-4A9E-A74C-9542D88B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0E3BE-F485-48FF-B637-AA5B7BF5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FF48B-FC7C-4C58-8C39-05D7ECC8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A2FCD-DE6E-44A1-BBF5-5B86131A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22C91-BDFF-468E-B820-F03F444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E28A0-8116-420A-AE00-A56B4BBE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D7B11-2DA6-41A0-A691-CABF8CB0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FA073-5148-4C02-8C96-0F99AD24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C1B33-2E7E-410F-8A64-163B8DFB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82A2B-F70C-4046-8388-348846A3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68580-58FC-4EC7-8672-CDC8C98B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2C12A-2075-45BD-B631-7BF061F8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0A7D25-07EC-4B38-AA00-B201FBC5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6D774-35D7-4A73-AC31-1B293ACA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0896D3-1CD7-4948-A6ED-CA787A8D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2DEBAD-EFF1-4C63-9322-F3B7531D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A55E7-1B5A-444B-B3D6-9FB8D3DF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D2E1C8-9E73-4022-908A-2FDFD0E5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9642F1-8462-48F4-A522-12EF54FB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5BC767-9D78-4043-BA72-9935551F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813146-33F4-4EA5-A0C4-60628BD1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1E7984-14D6-480A-8682-563D9970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561667-644A-4814-A242-9DFAA322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66C2BD-2FFD-4704-9CD8-BB02EB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BAFB47-8573-41F3-839E-AFC05331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E1FCB0-B0BC-4485-BE1E-9E8E3E4E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776C29-7BC1-4720-A29A-CD4A470D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EAB7F5-EE54-4520-9F16-314DFE18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F776EF-FB6A-4801-BBE8-7B473A01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001EFF-7C1E-460D-BD03-95B1CDA4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8CC962-E22C-435B-B10F-4C30A802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2AB95C-9405-4890-B2C6-88BD6CC5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F58A0A-ADA9-4C57-896C-C65BB17D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42B3A8-4D84-4808-91A6-80E9638C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4F370F-FA50-4991-8A26-E43366DF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FE7A3C-E363-4E1F-BC91-0DD52AFF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3B42E3-F6F9-47E6-BC22-34351088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43142F-7575-458A-BF2B-8BC438C0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289E14-4DEA-4371-9CFA-6B821F54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0A2A23-147F-440A-B8E0-4C688C04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B5A8CE-BE82-437C-A3F7-71A8DC52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B15214-7000-4DF8-BAAB-D7671506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D7BBD4-88B1-4868-8E24-04144636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D5329-506C-416A-9A06-A93D9D90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4C9FF6B-89D8-4801-B8B7-3ADF1E4E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1CE0637-95C3-438E-A796-901035E8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B77806-9AA2-4395-B2F5-5E4F496F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BCF6C8-25B4-43D3-93C5-226CA7F8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597F82-9673-4853-92BE-780BB5B0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18467A-F887-4B92-AA6E-57BC3133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693A881-A4A6-41F6-A055-D7DC197D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6933251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813576-F290-430F-A3C9-6F686DD4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FAE45-329D-45E4-9A2B-8F79A65C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BA3F0-D071-480E-877B-6B505E8C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230AE-1F50-485A-9EEE-BD1B5A63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3FF30-DFCA-4B64-B19E-7ACA573A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astrology-приложений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CB228-587A-4539-A42D-6BAF77F3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A3283-E010-4A78-860E-28C504A7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AE54D-8D9D-4C05-93A0-1B6FE25B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96DCC-41CB-4A89-8650-CC1A29BE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FBA5F-7306-4236-95B7-F035DD37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5EF54-3A7E-4B90-BC26-3F5EF0DF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304E3-D26A-4F54-AC70-86EC2CAA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BC64D-D806-4EF6-A447-431813A3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9326F-8331-4538-807D-153CF07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63346-932E-4651-A567-756CF182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6E033-E2B9-470E-9CBC-C6C0F05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2F0D68-0954-402A-AD2B-C6C9D0C1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034043-4F8A-47E5-8FEA-16D61AD9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$797.5K/мес; 2.7M MAU;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BEB88-9806-494D-B4F7-3BDD21DB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49647-08AB-451E-BC92-95AD13DC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$8.99/мес + IAP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875D6A-8044-4F5D-930B-2DC0136F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77D402-4D46-4795-B0FA-FEA8FFB4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должен быть 2-3%, не fantasy 8-10%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688D14-03B2-485A-B80B-226F807B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3DCA44-CE03-452E-9154-596D8EBF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56BF83-EBEF-4AA8-BC88-D3E6F6AE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B3504-C6EB-4880-B6AC-B621E4E2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$718K/мес; 2.2M MAU; 52K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68AB3-6E8E-4FBB-8103-39ABCE18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FE0312-ED23-4165-B163-5B58CD18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$9.99/мес + weekly IAPs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349059-0E04-4FD0-B706-0C4198DD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2623CC-F5BC-4263-94F4-EAB171C5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монетизируется, но trust paywall хрупкий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E4AFB-3675-4FBB-A6CA-84841E9A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8F9B1E-3200-45CA-8F9D-D0D2F14C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EC2793-C055-494E-91C4-48C2FA42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545BA2-2C6B-40C5-9F89-514B66E6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$36.1K/мес; 160K MAU; 4K payers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0D75C5-8E69-4A91-B1F0-13E6B67B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DE72A9-F9CC-4252-8BB5-3E176731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A39EA0-5644-4C92-B432-006A8635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02EBF9-DFFA-408F-9526-AC0D128D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работает, но depth сам по себе не гарантирует 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825ACD-420B-439F-B5A7-F6A9A21F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759A42-B3D7-4F4D-B5A5-37FF35E7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A926F9-E968-4A91-8D6B-16D4D739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F57A2A-28C3-4CD4-A44D-394660C9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$547.8K/мес; 2.4M MAU; 34K payers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3453B0-BC0A-41B0-9044-F9AA50D0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3CFF76-27D1-481F-BFE8-61F41803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EB6551-3A5A-41AD-9438-D97EAD57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BC143B-9FC5-4BED-86C1-8B44B1BD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дает большой reach при более низкой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E0C5A3-E3A7-4039-83D9-91D86616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348AE9-0570-43E4-A03D-71195814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2B3623-3572-41CA-9C3A-4A2D85BB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AAFC4A-75A4-41FA-A413-6EF0B59D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$440.8K/мес; 242K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2F12BCF-1E60-49AD-9E8D-A13EB162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AB1CA07-5952-47CD-A952-33466E1D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D2C8962-C000-4863-8D05-F091375D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27D084-408A-4ED5-BE7F-70645914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могут поднять conversion и ARPMAU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C0B5CC-5F12-4802-A835-7B36A295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94D274-E207-41DE-8712-8B1D6A76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459B729-5FFC-42C0-A3DB-A596017A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44C65CA-F81B-41B3-A75F-0528EA54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B33C538-B6D9-4423-B981-C7E0CD33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7F1FAF-9538-475B-9B8B-090642CE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не pure app subscription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ACDB94F-8F0F-4D6F-9411-46C36142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071004-A5E7-4473-A423-477581CE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— upside later, не MVP core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56CD1D-9733-484C-B503-E3135A0E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Источник: оценки Rev.now и публичные отчеты/пресса. Это directional benchmarks, не audited internal P&amp;L.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DA5D8AB-D0E3-4424-AF79-313EE548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8223308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E7C181-0685-4687-82AF-EB3D85B6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DBEA1B-279E-421F-B448-D619DE8D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83FDD-589F-4DC0-885C-E3A1253F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B5580-37CB-41FB-9DDB-E9378E20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5788B-147E-4DB5-A713-5623D9C5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mindfulness-приложений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DB2D9-B975-406B-BF94-A184F275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A43E5-A295-4A47-8A72-AF5F4999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4F838-2439-4C54-A963-5F6DF846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29028-46B7-4EAF-B11B-190A44EF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D8E7D-25B6-493A-8F52-4815AF02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0A531D-8E74-4B5A-A799-29FBFCA9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9CFF23-4200-4455-BABF-3B94A509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5396BC-728A-43BC-974C-00759732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5D137-04DD-4D90-A3F8-C98B9197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1AAAD-14D0-451F-8FFE-65833B53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7A983-F7D8-4835-B97F-41599B0C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7DCF1-ACCA-4B49-A101-125A756D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808298-C579-410D-97F9-401E9CBB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proxy $300M/год; 4M+ paying subscribers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6C4DE0-94BD-4C3C-84D7-92DC092A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5609AE-BF42-4182-802E-CA00FEE3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$70/год и $14.99/мес price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B125BD-AA6C-4218-A76E-E54A9EFD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EADF63-FB94-4DEA-A520-5284A1AA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может быть большой при доверии и routine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3FD10D-F2E7-4FB4-BB8A-89367809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A67401-B479-4BE4-BAEC-5B086307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E47142-92CC-41DE-AD45-CCDD9678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4156C2-E445-4215-9BC7-4C56C8AE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$2.35M/мес; 3.6M MAU; 85K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02E4FE-3814-4D1D-8AB9-F18E6F94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646E8-1677-4689-A56D-53B9129B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CB5168-1E93-48C8-A435-4D6FF0B6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CF95CD-3C94-4C4C-BFD6-43875A6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может монетизироваться выше astrology ARPMAU, но нужна retention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0B2693-7369-4D33-A639-5A4BB605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6105F2-7BA1-4B4D-AD08-345FA856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D77822-CA30-4051-B2CC-E630E9A3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191C25-8771-45D1-85A4-B06772BF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~$200M/год brand proxy; app-store proxy ~$39-40M/год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8E139B-341A-4659-9BC1-B3DA73D5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A5DFAC-3ECE-4EF2-8725-A2F9061E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$12.99/мес price signal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9D413E-85D1-4D0F-93D7-02521FE9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6F2D94-144A-423F-A819-DD0A7A1F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может занижать видимую app economics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7347F9-28E3-4E33-86B6-7FC1F1A1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7154CE-E546-45A0-A5B5-2F11140F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932F3A-C5B1-48EB-935A-D01B75AC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F92313-8249-4461-A489-5F9040E8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$492.7K/мес iOS leaderboard estimate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589DE9-6B3F-4691-A3F7-178BD323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DCA11C-5A98-486C-8868-52CF4546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$19.99/мес; $129.99/год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C7CB6A-FFF1-4AB2-A40D-CB151BF3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09F0B5-E7F7-4326-B3FB-7E17E588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может оправдать premium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63D1FC-452B-467F-9601-1788F9BC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DAD34B-9BD0-4C4F-BE72-0905643A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CBE490-F9DD-4E8D-9C81-1292B767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86C3A29-01B3-4B8D-9DC7-47ABAC5D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$180K/мес; ~317K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94540FC-A1C0-4C0B-8209-522B3CD4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DDBC01-F3EF-4B7F-8BFB-9EF80F11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F3D250B-0460-4582-8B37-BFD4E005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A9ED54A-2247-4517-A694-7E546CC3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может outperform generic meditation libraries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0158811-98C2-467D-A6FC-A394C2EF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DC6F66-338F-4B4E-9CA9-90DBC49B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CBE7F24-450E-4BAE-A3D1-01067AC2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5B57685-5D5A-42CE-8379-44ABC6E7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$118.4K/мес; 629K MAU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722196F-5891-483B-BC9E-1CE7B542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0BCB96E-A195-4DDC-A6C8-D67BE187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55C3A3A-A230-461C-AF96-DF9771CC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37E7D8-988C-41F6-A734-0583B0C2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большой MAU без сильной monetization все еще может быть тонким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E2CDB3E-532C-42C0-9012-24FE9583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взять daily ritual и annual plan logic, а не строить гигантскую meditation library.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24555B-43D0-409E-A0B6-ED8C7D8E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7345398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BA02F6-9764-4636-848A-FBCE0C29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4905A-740D-4D44-BFDF-44460D09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6A40A-7A2E-431E-9FD5-0B30D276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2206A-DE1C-429B-8843-2659A73E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D2375-D4E3-4687-A2D0-1A349176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AI companion / avatar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C1735-B3F1-404F-BB10-869CDC2D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65B71-2EEC-4860-BA0A-A8C9F6E7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25930-81BF-45CC-8FD1-BF94E0AC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73B00-FBCC-4B45-B820-BA73D32D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6D56CC-98D3-4410-8410-B2071B69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15B72-CA39-4B01-8FDF-4893FE7F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D7599-B0F4-4512-B03F-D9413B3D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 что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76195-867A-4D9F-888E-A802FBD8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0D300-60C8-425B-A6CE-82898700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3704F2-CFAE-4BE5-818B-A444CAD1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369FC-5B69-4383-AC42-F08F6E55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17454F-45A9-4E1E-9005-1A29F9E0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948768-C3EE-4C9A-BC2D-990A40D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$9.99/мес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8ADD1-50B6-4BD2-9CFC-13018CE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0ECB8-2EBB-45DB-85CD-5B4AC6A8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36D36D-F031-4D60-8B2B-876AA490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81297E-646E-483B-B9DF-7625B916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может монетизировать engagement, но inference cost и safety доминируют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005DBC-1347-481F-82AF-73F8C349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A56282-1A61-4C46-B597-13F8C6F8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697ACA-F70F-45C5-9533-5395A334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0B3637-3D1F-46C0-A3B9-00C58CD3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$2.36M/мес; 99K payers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76D85-6DDB-4914-B2FE-F0153266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0FD66-7242-417A-B95C-84D6DD04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9C6EC0-F842-45F5-A5C8-7E7B9320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901F8-819B-48EE-B8A1-D0922D6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 платят за emotional continuity, не raw text chat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D344B-C953-4C5F-B554-D0FDDE81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AB90A9-A709-446E-AB35-E1CFDDFB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C96669-63F0-4C49-8971-9F4C70FE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525752-0DC1-4067-BBFA-7D4B8B3E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$1.5M-$2.0M/мес public estimate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88FBF0-C0FD-4044-BFE6-EEA2CADE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A36E4F-49A1-4E61-BDCD-349FA6BA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F3C8AD-6170-4513-9483-29C557FC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D02410-B2DF-4B8D-8211-B63B7AB8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могут монетизироваться без scary “therapy” positioning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C4855C-B860-48EC-AC9B-6DC72CE7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E0EAE1-3F3A-4F87-B02B-1ED09F8C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116822-5C77-4756-833F-DA374415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A7DDD4-F25A-4262-AF8C-4D87AF07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показывает, что avatar video — paid compute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FAB4F8-F6D2-410C-A00A-D6DBD54E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05C430-203E-46AF-9B09-1206A98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или plan/credit based pricing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0556B4-3324-4728-924B-5DC5E2A6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18475B-0116-4CA8-84F0-FE71874A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— premium event, не free habit content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2AD32B-460C-4C4D-9867-1FF506D4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BC313F-62AE-4B0B-8B80-36BC26C3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0F4DD8-DAD6-4CDD-BB2E-D075426F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40577E-C273-40D0-A857-28154A7C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$9.99-$14.99/мес + tokens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01D6070-BA01-4828-9914-6C614978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97BE77-AD56-4C1C-93D9-89DD8D26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FA7C05A-F65F-4EBA-AEDD-B447846F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AE5A70-D5D6-4ED0-9F5E-B458C022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должна быть cost-controlled AI product под premium visual wrapper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41D4A2E-21CF-4069-B841-800A7777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Аватар — не декорация. Он должен помогать пользователю понять, почему изменилась неделя.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F5469D-18BC-4141-9BF3-5C187019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5033580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D08AC9-6D73-4BA9-81B1-73D5CD3A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0550F-7BBD-4B1C-8DE0-68D2165E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0B6E3-2B14-47F0-8233-385C906E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3F835-33AE-48D3-BE77-31762DB0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E4001-FE01-48DE-8D6F-FAB1726D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842AA-1FB5-4B20-BB8C-7731F413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18AE5B-50E4-41BE-A954-0C1DC308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7EEB7-1178-47CA-8634-0E63B410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EF41C-CE85-4893-A92C-0CBB2322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8DEB87-CD70-4EE8-84D5-1518D6B9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204AD-D832-41AB-B919-69B1F8EA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0D9E3-0716-4809-8ECF-4117C532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C4271-5318-4B05-A711-A50A6738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B2EF59-E479-4202-AC6F-20BAE212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C5DFBA-DB4A-4077-B3AD-8375D625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D28D01-172E-43A2-8563-5101AEA2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F5D68-0518-4227-8C54-C22937A3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FBDA5F-5CB6-4000-A3B5-60245D2F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05DF28-B611-4388-B1A9-88D7246E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35898D-EDE0-4CA8-8C90-83881EB7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B49B66-D424-4F7A-AA3F-5C8A831F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8BB86-4FD1-4851-9E3A-1E0603F2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7EF0B8-6270-4580-88BA-71CC90A9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8AC52-1275-4DB5-9E5D-5B171C30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98F46-FF81-4FD1-A381-17460B63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60F381-47D1-4D9C-8EAD-29FC12E7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7E5034-4DBF-472C-871A-63677466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D1E16F-2F64-47B0-864E-69D81002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ADF05F-0758-4ABB-B443-B466CB95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ED1DA5-BAFA-4E69-9D46-DE832DD4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4CA794-39AC-4CC3-8713-42B133D9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FF1D7D-32A2-4780-89AD-69E754C4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DF706A-A484-49FD-9344-EC77F5DF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0E52AD-8F14-4D3E-9D06-E8F6D28A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3A42A2-31F5-4F3B-AF62-D29A4AC6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10535D-7BFB-4832-A607-E5127112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22C643-7650-4656-89F2-4B42230B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5749DD-5F65-44A4-BE23-71CC8B48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A4ED95-0F82-4C97-94A4-645FCF39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DBA364-021C-413D-94E5-5275DBB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88BB4B-FBF8-4A6A-960F-0E72BE36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F7A6FA-E06A-454C-B457-4D2D7BFF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D9DE81-8D39-48A3-B7AB-DD0E6044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738A04-1ADE-4A0D-8549-D14E2E44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572EC12-CC01-4EDD-B81A-D3268EC4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D35463-C29D-4893-9526-215C6B8F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CA6442-EA1C-4647-A2FE-12139991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DFBA69-2C2A-4E9E-AB3A-5E675170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D45850-4981-49CF-A9FD-76645E53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82C88A3-C721-4727-9B61-486F5F47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EFE91A-B26A-4EB7-9896-55AAC0F1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452DC3-C5D6-472C-BC1C-E90C1F27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3CBF7A-9932-45C5-B7A1-A77BB75F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03E199-CCC7-405E-B085-E9172074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18FEBD-31BF-4CF4-9A95-CAA27F95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5602452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C95549-EC6C-4F8D-BE40-36A1C486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D1CB6F-3D2A-45E9-AD85-64BA2EB9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29E25-BA66-42B7-B898-943A3BBB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15ABC-1796-4FBB-979C-23B9AEBF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F3F91-DD5F-4FD7-9F72-1AAF4DDA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C58E1-307F-4E5B-8FAC-2377707A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6A232-F56D-41E4-AF66-B3F9B569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8F845-D1B0-43E2-9ED3-AB401B85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CB7D6C-45F3-48FC-8D3D-1CADA30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701D0-223B-467C-91BE-A449FE09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CDEEB-08FD-4476-9F26-1219A323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79B6E-6441-4A75-B94D-9816175B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7B596E-BB0D-4B9D-870C-78ABE8F0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7BDF8-2C6C-4C59-A458-96CA6511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9B86D-BA15-4190-BA81-E803C97C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05207E-8E49-4DBA-B07B-F5DAC4A8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6E56F-1939-4AA4-9608-1FDF2162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C44CF4-102C-4972-98D6-9431BDEC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9CCB8-1298-4ECA-9C29-19CEC4A2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3F1E5-14A0-4FEC-85B5-8BAEBFF4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9D7F0-DF9A-469F-A54B-B128891D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77DA8C-513F-4C98-BE71-1F908D1F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360697-6F11-4249-84F7-C32DB103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B4DDA5-FDA0-483E-A3D6-4B87FD9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F2C2B-FCF7-41BF-8B7A-C2BE65D7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68642D-7133-44F4-B79B-357AE72B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87883C-A36A-4B0F-B53E-E9E67DE6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D0D58A-2D22-4E75-82A4-8A25087F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5EC8C9-2E6D-4376-B48C-17E2DB25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C49F6D-FBC7-4297-913A-68767AE2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670F0C-8087-433E-B9C6-8A5F29AE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11AEA2-AD84-4B4B-9AA3-4244B7D9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F0B8FD-B35B-4E15-A1AA-2B77A7F2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E5EBEC-7F0B-4932-B9AD-EEFBA703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2D5F36-8D11-47E7-96F1-6A3AC1F0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0CF0A1-469E-4FDF-9973-B3D8031E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41412C-E445-431F-8815-70E7DB5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08890F-631D-4788-82EE-287D06CC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A9A756-329D-4E9C-B9BB-6EB746E3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D14629-13F1-4359-8883-7A6A387B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50A5E4-260E-4C44-8324-89C02D8D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2FB7EB-F3D7-45E4-AA49-6A60084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270BE6-1105-4127-9C13-C1C49F77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11794A-850E-4B9F-9DA4-50836608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5BB471-C087-49F7-83A0-D8E6A329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A97D7E-0142-4EAA-AFB9-3B7E06A5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2B2B8E-F592-4C8A-B31B-E4607A6D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638D7A6-F2B6-48EC-8193-7C7C6BC6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99C3BF-CF2C-4C34-8E2D-9D6E75C8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995F5E-C8DE-4B9A-A4AD-BEB7CA35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1C55B8-8814-4BDA-BBFE-10E15DB5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7C666B-CE1E-4288-8813-043344F7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9F6B09-D17F-4FBA-8452-7916CB3E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F824C9-A7F1-44FB-8BA1-17040206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75C5B5-7224-4DBA-94D0-BEC8271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1DD4C8-F27F-4362-838A-D8CBB33A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99FD31-AD5D-4F30-A874-2E254C6D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5D365B-FADA-45EF-8CB2-FFA31DEA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027702-2176-4193-9270-2896EA0B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B21D8F-8F59-411E-9A47-1E58FE83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1375EE-491B-4334-ADC6-3CB27008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C4A067-BBBD-4ADB-BB8E-EE1FF449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16A255F-3B4F-426D-82E1-BD67BD8C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99A595-0D0A-4D29-8DF1-AB518A39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09C8AC5-384A-4092-932A-8F1269D6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41517727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5CCFB0-C1EC-43F6-AEA6-589D323A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280A5-BFD7-4270-8A2E-A45C6C8B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A667F0-2D0B-438D-B6EA-1574CA4C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E5AC5-CCAE-4DA9-B61B-02F14859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0C53B-024D-493F-912A-445D2F0A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8B666-B683-49FB-B93B-4E1D4896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E2B10-E797-4F45-B916-5586F55E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CB11F-FCBF-42C0-835E-3C844E12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EEFB86-F86F-4E6F-BA4E-73561B2E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4E232-C2B7-422D-A741-811ADEAF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AD121-5F9F-4A37-A9F3-403695ED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6844F-2FD6-413C-8626-ABE19DD6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F6049-4270-4697-84A6-A46611AA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84644-A1A6-41D4-927B-A7FF1C19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C50671-B8E0-41D3-A993-200A3245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CEE3B-C540-4145-AC1B-C77109FC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62338-862E-4E31-B962-66D883BD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7D7A07-E58B-4D2F-800C-7D8302AD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86259-D5C6-47F9-B15C-FF8AC76D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5866AD-581B-432E-9FDE-F13912BE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721320-496B-4619-931D-605499FD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98BBD5-CE2E-4E70-920B-C17C4C23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335DB-4502-47E6-B94A-0D5E359D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36F314-C236-468F-A917-108400E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3FB89C-641A-4E53-B206-7B658A02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320F43-A001-4BD4-ADB6-CF57767B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90DB38-05B9-49BC-A886-370FA5CB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2C91B0-3BEC-4844-AAB8-658585C6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8D795C-05D4-4CD3-ADE0-47843222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286682-5C86-484E-808B-C821741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A816A0-5CEF-4FA8-B24D-078746E8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6ABA9F-5916-455B-8617-22D5A845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0CC6B0-7503-4E88-B5EA-31976C35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77D090-D87D-41EE-8374-F3E88D2B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0D772C-658D-4EE1-B567-022F1557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404A34-D37E-4CB4-9062-7C9E067F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D326D7-153E-4E56-BFD0-652C2827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3EF06E-9D90-4FF6-81EF-01C7E11B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70921A-23D5-4F67-BC98-ACAAC83C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7B7675-E5DB-44BF-8724-72043611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3007C3-2C93-4620-BDEB-2B8FC31E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2550ED-7FF3-44FC-BC4B-22E1F1CA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7B26A3-0860-463B-8EC8-97AE8D6B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802C50-EB0E-495F-958E-7EEB870A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47A966-D61D-4A00-8B5E-4D5303AC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8F3BE1-3EF7-4700-9902-52F77C1E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CECD18-58CB-4D9D-BAA2-3AC0BBC1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2062BF-5EF4-4F67-B3AC-D23FCF63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FB3859-C3E4-4C0C-88D1-0173A91C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185998-0299-49CA-82F8-47DAF7DD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B7406C-F25D-4432-8EBD-BBCF1B3D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0C69FA4-87B1-45F8-8CB4-3B387978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BEB049-9C48-473A-B908-FC594ED8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76C855-7E42-458F-A493-F5A265C3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8FA2F70-C2EC-4694-A12B-8C88BEF3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D47EC82-8F73-454E-9CF5-B79F2358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616842-4164-446B-8DC4-D9B90746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85ACB1B-94E2-444C-B2F6-F87EB19E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AB0CFCA-6CC0-45D7-9EBD-F665A50F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F4F891F-A127-4541-B0CA-9889C153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54CFB3-7971-4C71-910B-B945E907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2E8F68-4754-4E9F-8468-5BD021A7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393507B-4247-4075-BB88-03CC2B70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0FA2CF1-69DE-48C6-BD6D-41A8E526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4862001-8DD5-4369-A5CF-54624DE2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5394793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42746F-BA3B-47CB-BB4D-AAE9BB9B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507D4-3C7E-4197-B900-B0EADC52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CEAAE-9DF4-47D8-A50E-03C48A0F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94B6A-B299-44D8-B21D-5FEC7F5A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9980E-ECF8-4A34-A72F-E0688AB4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От бенчмарков к модели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3FF82-3643-427F-9266-55575EDE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10D2D-28D8-4CD7-8E9D-52468FCE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42095-FC84-4F73-AF19-88C168AB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Вводная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67BA1-5707-42D2-8BD2-9694E4FF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097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45417F-45E4-4156-B9A8-9E69EE2D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763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 бенчмарков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AC964-9FA9-4B25-99F4-26C8D1DA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097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DCA98-0237-4E61-A4FD-5BA2CC78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763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Гипотеза AURA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BBB9F-927E-4F7B-AACC-9B09D554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097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90214-24F8-4B5C-AD6F-49E34760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4763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это разумно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BDC5FD-88DF-4220-8021-C7CCFA3D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15DD6-85D1-49A6-A807-4EF21BCB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CFCD8E-0AC1-413E-96EB-9D90ECAC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574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9C032D-B0C7-473B-8E68-26DFE86B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240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1.4-2.5% subscription astrology; 3.5% Balance; 4.5% AstroTime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83CB9-F9D5-40C7-8FD1-94C7AD2D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574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100F32-E1B2-442E-878D-32E93813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7891DE-BE59-4EE8-8886-750C3183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574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B5853B-FBDB-4314-9AF4-13CA599A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case предполагает, что value доказана до paywall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5B762-408B-4673-86D3-12D7B49C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2907BD-86BA-46A6-8EB2-1E4A7217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6987A7-2C5E-40CF-9462-254909D3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051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EB2DDC-988E-4DE2-935D-A9D585B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$0.19-$0.37 subscription astrology; $0.57-$0.65 wellness; $1.82+ urgent guidance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99CC9-FA7B-46D6-9099-6A4DCBFF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051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67DA2-13B3-487B-BF9D-20C8D084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717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ED4C63-975D-4CC6-ADB2-CBA54B28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051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F9488F-3404-4BDB-BA21-9DB9E7B7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717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быть сильнее generic astrology за счет visual/token uplift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8C79FF-3DA3-41C4-A340-4A53269C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3D4FEC-EFDB-45D6-9E65-81BE1DAA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E0330E-4571-44D1-818F-71714805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528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4C402D-B354-4A35-8270-FFA0DAB9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$8.99-$14.99 common paid band; $19.99+ premium teacher apps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07F1D7-B46B-431F-9B9D-3E67E6D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A469AE-AA05-4E9A-8395-EC9DC4AA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194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 base; $14.99 visual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B14564-8860-4FA4-AAAD-49E4E678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3528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670A4D-5BE4-40DB-A57F-63364D6E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194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появляется только как верхний тест для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B401A4-0AE2-424F-BC16-CE6C92C0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D920DC-9514-4D61-B03D-13760810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958B3-AB9E-4DC1-B852-80BB4A80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E99FA7-87B1-4690-9174-52739448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8s; Veo ~$4 / 8s; HeyGen ~$1.50-$2 / 30s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9444C3-D79A-407A-8249-26336D12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93E7CC-1CA6-495C-9726-4B168592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Runway clips / paid month; no free video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DADFD4-1805-420D-AE94-10FEC3C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005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26932F-7F25-49B2-AEB5-38E9EB1E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0671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video можно держать в Plus только при лимитах и capped retries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CDC98A-7C6D-4109-BAEB-7168423A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ABAADF-E2AA-430C-A660-56CC7B73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BA4F052-DFEF-42E7-B394-91C8A9DF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482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6462E3-60E9-4DA9-B404-D39A9CFB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148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$50-$150 organic/social; $150-$500+ paid web2app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037706-594D-4523-BB28-CB6B4057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482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75AADF-00A7-4DB4-8ED2-E3D938CC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 base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CA6B29-ED25-4185-8415-4DF82F9D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EC4B0C2-BE3E-418C-9D97-BD464BB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7148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acquisition только после retention и paywall data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A18E634-E15D-4BF6-A9C4-80DB9F86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важный мост: данные конкурентов — не готовая модель, а guardrail для модели AURA.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31C977-D7BE-4F3F-81B3-13B9FCFD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28457978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8AC273-592B-48F1-B684-B0176C6C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7D1C8-3834-4211-8589-AFE11FF3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ED205-6AC4-4C2D-B24C-5E6A7577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C9D96-04F9-4579-8574-047BA2A2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7E901-480D-437C-B81E-B91E86F6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E27EEB-EE1F-4450-B33F-20A6814C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8D475-CCEA-4184-9CFA-C51C76E5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25241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28F21-B951-4170-B1C9-1FBDF317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621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4A60A-4D7C-4898-9BE5-98237575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63EC23-35E6-453F-90CB-886C3C13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DC4B0-F75C-4D40-A8EC-F9C78B70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D9AB6-351C-4D98-9A3F-3D2359C7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20B504-CE61-41F6-A92C-11D73CF9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EA90CF-4771-498C-8F0F-B07C92C5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CA957-06B0-4EB6-A5F2-DC8BF7FA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02BB78-C933-4C4B-AB58-B6538407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C62166-8AA9-47BD-AEBE-6C1FA864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EF5921-78C8-49FF-826F-A9937FA8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E8C07C-AFA8-493A-A0F0-CFE9CA48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202A4-0349-4EF8-8991-D2411712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218D4-CB8F-4DD5-84CD-2B925431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E270AD-9B8F-41E0-A649-C39E591B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3E93CB-BFF7-4212-86BE-6F1D318F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C42F5B-3DCB-4C02-9A14-A42C60F1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7FA287-8259-4377-9A35-0BD95738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571FC9-3D79-46EE-9A98-5665651B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A74D95-73D8-4DDE-8ED0-976380CB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EA261B-7421-4D6A-A44E-EB3BF097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79DF32-DDAB-47B6-A8B8-F4A43CD5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AC5842-A066-46E6-880E-3D5A10EB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210D55-DE48-4513-AD83-4040E742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7F532E-3992-4277-8DDF-8CF17DCD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29C364-96A0-4C54-AB3D-90BC507F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EA3EDA-1C7D-42C2-98BB-605030EA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35A9D2-40BA-4728-AB4C-2415C47A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CAFCFA-CE28-468B-8D3E-814512C9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31FB0B-0F9C-4EF4-BF2A-7BE7D231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C96885-F5CE-4D47-B887-6E26E7F0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4BCCE2-715B-495D-9BA3-A3EEA3F9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9EF7E0-7C79-4552-90C1-D926F4BD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65E86B-807C-4BAA-8748-7F5C0276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2DF2D5-132D-4103-A3F9-9F338F5B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696FE9-F55A-4A2B-97FB-D2B00E3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E3DB4F3-1A00-4B13-ADC7-2A2EDC57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524A10-41C0-4C7B-8F39-A3037F6D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F56D7B-F7D5-4838-A283-DAC9C729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161003-E57E-4F29-9F5D-60A059DC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9F2534-0B2D-4581-893B-9DA1F599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CFB8FC-BFD3-4B31-A66F-D5F51A81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E8D72F-2145-4E4E-A8E0-24F93861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02C6054-B724-4334-B1F6-3F4AE4C4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2B2690F-E224-46AC-A83E-75AADA66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F3D0C6-5009-43EA-A42E-70E81565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ABCEFE2-61C7-47C5-8476-CD74E947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C660AE-1B6F-419D-A25F-902515E3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8C9AF00-DDC5-4DB6-9740-837E48D6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A31363-60D5-4001-98C6-B42EF3E6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6486A3-904E-4410-9937-6C536473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47D6C8-B178-4DC3-B1D8-2256B929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0C938C2-220E-4E79-A536-16CD02EE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1C8A735-F6A2-41C6-B71A-E7438E3F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92F8B93-68EE-4BA2-9CBC-099FAA8C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40516EF-9E11-47CF-9A55-4B0DB921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936802B-94F3-4C0E-BE39-7C34363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C84BE8C-33F1-4BB2-BCC2-CDC0F8E3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2CF3250-4124-45F6-A908-91D0E3BF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BD44498-F776-413C-AA40-4A38EE1F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69C0D17-0DB4-4F8D-87DF-B418FAB6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E0A4BFA-3C94-46EB-A298-27E741DB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DE0220B-3FEA-4EA3-AD57-28190C32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854FA2E-8084-45B6-8AB5-CAB403B1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6C9612-E637-46EB-8108-08C32E62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D681147-27CA-4BF8-8C8C-ACC9080F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71EACCE-65E7-444E-A6DC-2EFB375A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1F8ADD8-421E-4465-A015-4598EE0D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2592CA3-24A5-4F3B-9E6A-1183B854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C971D56-E5D4-49B0-B29A-E1BE21B3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1A01FA4-F376-4527-BB52-5CD6E2E7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BA13C9D-DE91-47B0-A67F-C02F8135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74A0CB2-3E0E-4A4A-A3A9-5C035EEF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102CDA3-2118-47CF-8211-881BE173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99EF734-EF7E-4692-908A-D783B344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DDDB2A4-7114-446E-8AD9-20EAEFF0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9078983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F3A202-5D68-4D6D-872A-D0B9B14C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1BF26-4FDD-424B-B7EB-6E161BF7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9F0424-E9DF-4EF9-B9FD-F2BA4BD9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39BBF-F428-4172-B264-F2F3EEAE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03A70-D0D6-4C0D-802D-E0BBDAFA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DA2A1-17B1-43D6-8607-0C130812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6F2C4-3A4E-4135-BB8C-E4A5126C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CC00D-C8A4-4F55-9B47-7085A9FB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1E33F-A20D-4A99-BE3A-20925BF7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1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B8B7A-0B63-45C3-A013-CF4A952D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3811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C898C-8349-48AE-900A-70D38F7F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14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248EF-1A36-4AAB-B938-CBABCDEB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811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22C915-936B-497B-9E54-28AA69F7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3144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F1AE8-1AEB-4A00-A142-EA6D0081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811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4D0344-2C2E-4753-9E55-0B1DA0AC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86E481-0BC0-4E62-90C7-FB0E4B3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51C764-C80B-483C-97AC-88C917F2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05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C4443-CA8D-4375-A57C-E5733E51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716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13868-5061-4103-BE10-008AC25F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050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A45ADF-F17E-44CB-9760-FBC75BD7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716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518DAF-BE08-429F-9096-E3C5200E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050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55F6EA-56B0-4887-A415-D48F7C00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716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789C9C-C55D-4E6C-BAEE-227C7DE1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8801FD-10A8-4876-BF1C-81163826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9B2504-0C0B-4845-B148-1AD6B8E2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955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036F7B-D898-472F-BB18-84B79207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622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8E714F-706F-48EB-BC1C-4BE0B4AF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95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995063-C7DC-4B29-A607-453522C3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622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D04AA7-ED68-4033-BCF3-23F18CA0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955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840B07-112B-41BA-B771-54E5649B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0D7BB8-47CE-4058-9F04-B463815E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11EE24-E160-444F-898B-C7DB032A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1B06FA-6249-4B56-92D5-94687E6B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61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DDFAE0-0485-42BE-94FB-950D916B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02C578-6F7D-47EA-8CCA-40CA1D72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861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48F2DB-6189-4366-9DB1-34980892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527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405958-4504-41E9-88A0-E8F0FB36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5A7B0E-DF47-4D9D-AAE3-841CF3D4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527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254F5F-3BB9-4B31-BD5F-7C6E7080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B8371C-84C2-45C4-A653-435AF1CC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82A1F6-9A96-499E-AABC-22C43A81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766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97E3D6-3F82-487F-BA8F-8B48A8D4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433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B66E82-46A7-45D0-B15D-81DBF729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2550ABD-4C33-475E-A371-E396C4BB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433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01D019-D027-4FDA-89A9-8E0B0B2C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642C37-E45E-41CD-963D-E5D710D5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433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2C9343-5D7A-4A7F-A093-DA964EFD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BF469B-5641-4E83-ADA9-EB4BD539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67AF79-8F52-4299-8A25-3405985A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26C6593-86C0-4CCD-A031-1F43E08E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E0DB6B-0219-4BBD-BBA4-F588B35E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7BEE52-DF81-439F-8FEF-AE6AA09D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B4DCDE-0EA3-4838-B79C-57056F0A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4AFBFB9-2A47-4016-B6BF-11B6F2EB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79CD812-FFB1-40D1-B10A-BD6B799E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BC6A389-56E0-4D39-931C-7E31DA19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24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EF91C31-E952-4967-BBC4-D8CE9339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577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9F8BB5-F720-4A0A-AD42-1A667DC5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692F80C-A651-4FB1-93A2-95CCE0D2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577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49C1B25-9CD4-49C1-87CA-A9416F28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244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3FC8AFD-5489-4F6F-BC10-10F83AD0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77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9604A6-D738-497C-9E52-541AE7AE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244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AC12DC-0BB5-4929-A52B-BB7512A2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F2F85FC-8F73-4FAC-9CB1-CBB8950F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09CF3E4-33EA-4933-95FD-3D5B7966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86772569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19367B-12CA-4D33-AAAB-6E9AC2BA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62EBB-CAE0-4221-B819-47F2648F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56F0C-0B69-4FC0-8774-24871F9B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59D7D-E27C-45A2-BB6C-FD9EC2F3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056AF-EC9F-4B11-8B94-B382F70B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Бенчмарки стоимости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C9BD3-82A2-489F-BF06-007442C4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FAD70-36E8-4D31-A99F-BBAA1E51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3401F3-3368-45D8-ADFF-A3288F1E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B6A62-ED72-40E1-8242-6DE44769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FBA49-6F43-41CF-99A5-3CBC83E0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10462-F543-4A8A-A91C-458308DF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A776A-00BF-4A1F-AC48-93630336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F8C71-E111-4B2E-B2AF-CC657D7D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DBA9A0-0B4C-4F5D-A4EB-E037DE85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E1A37C-E488-4339-AC04-D4D8738D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57C083-0CC5-45D9-84FE-5248D781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3C001-D731-4739-9177-96A8273E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08A79-0639-4E2C-B807-D69A703A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59594-F5F7-40C2-B50E-88A3DDB4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532B8-05B3-4E4D-8D8E-049C1346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1189AC-6663-45D4-A95B-23CF17F5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5B28AA-352E-4E34-99D3-9219490A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дешевый, если prompts структурированы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8F9BAB-F705-4DEC-844D-E90AB9F0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69131-91CA-4C4D-81A4-7E0BBBFA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2CB2E9-ADD1-4EA2-A218-D4F94F67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A707B-A31B-4884-BFF5-4CDB7F15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5A6739-4D38-4F71-8E64-CC378B97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7CBF0D-B625-4AFD-9D8E-C26C4EB9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50B167-1324-4B2B-8E38-69523BE3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D2843B-ACAE-4C03-BAF5-DD74CB4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можно включать, если image count capped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120EEC-3AB0-4D85-9F43-8B726927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ADF896-6AA8-4323-8E0E-E946C691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830FD7-F9B4-4A86-8750-C33BC1B4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E37CEA-8564-486D-90B8-EB83FF3E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D11420-CFBB-4B2F-AF7E-00C77D50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6D64C7-1F87-4DBF-A6E8-453901EA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7C084C-9D1D-4506-9F6E-745050EC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7B3B6B-0C52-4C89-8740-6348D841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нельзя делать free daily content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AB022F-1E80-4110-9F58-A8C8D3F7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8B47F5-B1B4-4E98-ACF0-A3F09A83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1A8DE1-B4BD-45F9-8B9A-CEC9292C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97187B-C75C-42D4-ACF9-49567D0B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44C512-2A2D-4ED5-8033-F19E5192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D83BEB-B717-4083-940F-86EAA90E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A115D9-E816-41BD-A16B-C050CBCE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720CA9-02FC-4C4B-B197-3E119F31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подходит для тестов, но нужен retry budget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5100EB-D034-463E-9B71-CEB7FD80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C26FE4-1D0B-4A4F-A6F2-A44CCCD4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A113F2-1E29-4D41-A75B-FC984FE7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9F595B-41C3-465F-9354-1D2F37F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5E814FB-46E4-41C3-95DD-D39608B4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456F897-6636-4C8C-9260-487C0320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1BB003-9B6E-4305-8DDC-388FCCFB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3B68489-E50A-4B7C-89CB-AF516761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лучше как paid token /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C01CE5-CC09-4D4A-BD1B-16F69C40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EDD855-52EC-457C-B3B4-C4637374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15E0C0-7CDF-45C9-B0F6-73962C5D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7EA9FE-BED7-4BF8-AF18-CEA015A7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80DC03-5467-4C49-A246-AC3E91E9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77B5CF1-1E7D-4572-BE4D-85BC0C8A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92E796-9CDF-41F4-B9C2-49197124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B1F3850-4EAA-458E-B65C-7DEE691F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не default daily loop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541E20-4F68-47E7-844C-15754EA9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979DFD-A4A0-4907-8C7C-44C61431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D27497F-D36C-47A6-844D-58B4FEEF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D49083-BCBE-4994-B3D2-B06A701A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F97C543-C566-4775-A431-E2602680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1A6B2B1-86DB-4801-85C8-69AF03FF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308B598-EAEE-42A0-94BC-D814D1DE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61237E-02E8-4952-A517-16935F72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но limits/watermark/credits важны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711A7EE-4411-4CFD-BBCD-4AF6EA4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Все цены — public API/pricing-page signals на июнь 2026; exact billing нужно перепроверить перед закупкой.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6ECA481-5B09-4349-A11B-234EDCC1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Источники: OpenAI, Google Vertex AI, Runway, Replicate, HeyGen, D-ID, Luma public pricing pages.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197E9D3-06BF-4EC9-84AF-49C27744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0212075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2341DE-2978-4F9B-B2FC-2FFB77D7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20BA2-7433-40EA-9564-3277A33A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9B279-3B9A-41A4-A7B7-BBAC61D8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1D52C-2E52-4159-A92A-3CC16A5A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6153B-C749-419F-B5FA-5A6C1F54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пользователя / месяц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E999F-245E-4C02-BE9C-848E366F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B40BD-8C57-450A-81DD-121F2A9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8EBB8-2224-4ED2-BD2E-780DC516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Тип пользователя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81A21-FA4E-4217-8E24-006895B0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0A0E9-1086-4BD7-92A8-7581BB76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66DB9C-F3E7-4D41-898D-1CCD79D4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FC1241-0B34-4BCF-A768-43A046D7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E8EE73-1743-444A-A720-4C707AF1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249594-5BA1-428D-8F1B-8BCC0992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Бизнес-смысл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22EBC8-054A-4712-A009-6FCB3D3C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D37AA-989E-4F2A-BF11-8228BDC1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9226F5-315D-466F-8D3A-3AF708FC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C54359-72DC-4404-8862-18435BEB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53E54-D058-43E5-8A02-EEC381BD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05A60C-3D83-4E02-A73A-D6FABAA9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3E1CAC-1087-4C9C-8837-B8DCF871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7EA69-CFF9-4400-B252-CFA2DE8C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безопасно, если onboarding capped и нет free video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F4AC3-F705-4118-ACE8-A028DE04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C8A95F-4CB0-4E08-9003-8C1E295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42AB01-2DBC-439D-A78B-DC23100B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BB1F51-1144-4C3E-9668-51D4D822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9D9511-B128-49FE-9078-2D0FBC98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95F8BF-C4D5-41EE-B5E3-B3F8630F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5BBFD-C5ED-484F-8523-A41A4B71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AE75EC-F108-4928-B69E-CDCB24AC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допустимо только если видны retention и conversion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C04301-CB31-40C2-83B8-CC2BD31B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DD10FC-3DDC-4BD9-B733-0F10A613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с Runway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E964A5-301F-456D-91B3-79EE7481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86E0C5-5B05-4C3E-805A-F67464C9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cards + 30 images + 4 weekly 8s videos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32100E-1B18-4C28-A31A-51FD5714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552BC4-055A-4159-8649-95D2D775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 / payer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737804-1183-4C9B-935A-B1B60EEC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391F94-03CB-406B-A750-C994F91C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 может держать margin при capped retries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ABCDBE-0779-42C0-9685-6B716258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635B59-2814-426F-A7FE-022EAFE6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с Veo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1A5C19-583C-43C3-A2CC-93449E71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62206C-2851-4295-9C61-78252083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four weekly 8s Veo clips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E02DD2-BB3C-489F-A916-2BEEF85D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887639-986C-448C-BBC1-7A6F2878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7534B3-7075-43F1-BD18-1961AE7E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2A7B953-AE9C-49BF-9CBF-EE353DFC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слишком дорого для базовой подписки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DEF40D-771F-4CD9-814E-0ED251B4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9CF370-9260-4D02-837B-19540613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avatar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BF336A-E8F4-4D17-AD38-B2FB6278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D4EB0E-2913-4D47-AB25-B8F252BF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talking-avatar moment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5313B3-5C13-4140-9A41-82CCB533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5C06A5-C6EB-4465-9CEC-F3E7E4CD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$1.50-$2.00 per 30 sec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31CCD5-D7D3-4B80-B635-7B411E1B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5B3F68-C18D-4111-97A4-1A948914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отдельным pack или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CC6C311-0732-469F-8203-7E0DA500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5A70BC-2D8D-4475-82D1-8372BE92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High-quality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4FA705D-F575-4E12-846F-5F5F5240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E74DA4-61D3-4A9F-B623-999F530D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/ Veo / premium model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3AD8235-0727-4B88-A33B-D6CC25F2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CA7B44-2AD1-4B9D-B029-FE1D7784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$1.92-$4.00 per 8 sec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DD3F5F-01C9-4B7E-86CA-6DD8DB84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4191742-2C1D-4A82-AC5D-D38ED9E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48B7A77-EF47-4155-87F7-36B8BB56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E3BE37-B834-42F4-820C-2BBF86B4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CC8D1A3-A454-4B1E-83EC-E1F63760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product может быть дешевым. Weekly video жизнеспособно только как capped paid subscription benefit или token.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F297FB-983B-472C-B8D0-947FA69C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8538825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80B9A7-B676-4949-BF8D-27DC8AC9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0BF7E-BEAE-445C-AA2C-68B574DD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ED70F-61BF-4A51-A39E-BD541315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72B07-C404-4F37-8D29-CC2A57BD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EEA69-953C-4125-9AC4-028EF73A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Stress-test стоимости видео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DCF6D-057C-4C31-B85B-D041B391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BE7DE-9409-4BD2-A8CF-6804664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1363E-9374-45DF-8781-28744792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8B587-C055-4E32-ADFC-5D0E5634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41AE2-F825-4E60-9A1A-687A75A8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07DA5C-2386-4930-A309-B25084B4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5B459-4991-45D8-9CAD-580DFE27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ABD93-47F7-403B-B3EE-AF6B1F21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AD082-CAB8-4273-8E1C-1B945AED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C12754-8895-4CF2-9FF9-5AF601E8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E012FF-E602-432C-B0B4-E96A288C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94C5EC-3D66-4B47-9A5A-9E52255F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8D99CB-62AD-4932-AEFF-63243E04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Runway clips / payer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C735A-EF76-4F1D-8F05-FD9D8B97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ABACE-4E04-46BD-978A-555FA498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F8E61B-5A73-463A-A301-08F3701B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D01A2B-3F9E-45A4-9095-02ACA5F2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5ECE29-2E18-47A1-B473-29A5E96C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5EB536-1055-47CF-92AF-BA730918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56BDDB-328D-4DE9-B8E8-2DA50ADA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47D699-8724-47A8-95AA-3B67092F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жизнеспособно внутри $12.99-$14.99, если paid cohort реальный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C5ED7B-394B-4CE2-9D1A-355B52DF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9E83D2-5406-4CA9-BBA2-71E10DCE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Veo clips / payer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60E309-3CD6-4A8D-932A-CA5D5BF0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6A02C0-6AEA-4920-9549-1DA45F7F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D974F-6CBD-439E-AF48-1BB3B02E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9D4D0D-ED3B-498D-B9D2-1FF7604A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D93242-8C2E-439C-A546-AB7BFE82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DD423E-9620-4645-ADDB-914D2787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F93813-4AF7-4EFF-99DE-F37C167D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90258D-6533-4557-87A0-F0369D3C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жизнеспособно как base subscription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139EC1-DDFB-4A0A-8A56-0783DCF8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60B4D4-D440-420F-A811-4F57AA31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Runway trial clip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D8227E-C627-4130-A283-CFE87DDE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B045F1-97B5-4BAC-9C86-1E58ACE9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3512D2-AE31-4C57-A7FD-BA7558A9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831660-CB12-45C7-A10E-DE2C7508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6FA308-36BD-43EC-B404-AE22104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A1E4F7-15DB-4F0D-A765-2DC2B44C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51943C-39D9-43C5-9103-F4240085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BDF6AE-770E-461D-A4D1-0C70CDDD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резко поднимает paid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7670BA-A26C-477C-92FC-425ADF37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DD285E-865E-4B39-A682-3ABD4AB1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premium Replicate/Wan clip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F47E6E-7E78-4E9C-A8DC-1CF74E2F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D3C353-CB48-4C44-9B88-8B07011C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17727A-3668-4976-9E28-1DA56AFA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F7DE72-4E9B-405D-B09F-3477E2D0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2BC1AD-A90A-40D0-85A7-4209B7D8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AD1931-A2B2-4C3A-9369-13872CFF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A49A8C-7041-4D52-8C1F-BC2CCD59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2E96FC-7224-4580-9A28-474DC539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 $4.99-$9.99 token или bundle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9AD1908-1C16-42A0-B2D6-246439B0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A3B343B-0932-420B-B901-9DE2B6E3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574406C-7564-48CD-818E-B9FC9FA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DB5B24-B947-463B-A0AA-C087B9D3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25C0A2A-A21C-4EFD-B9B8-5DD5A13E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E70495-A38D-47D0-9D46-F76BD596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133A1E-961C-4711-868D-4BEA5A8A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0405326-C783-4A7C-909C-7E7A5CAF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E2D4506-C1E8-4407-A65D-713BE3B7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83210D5-8EA1-4A58-9CD2-CD0867DA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для premium forecast / assistant moment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8BE276-4DE9-4F6D-A700-7E45C6B0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1C37F35-BE45-406C-8A4E-8611F00B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Life Canvas images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63CDAC8-04B3-447F-A220-C467D020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E44FD4-E4B0-4F70-9213-7467D21F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$60-$120 COGS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ED3ED56-F28C-4D7E-A8BC-59402988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BD58BB-8E29-473C-A136-A7B9B8E3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$600-$1,200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E0AD42C-0AE4-4FC8-9AAA-09EA6AB3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28AE54C-019E-4690-B17E-90B880E5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$6,000-$12,000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09C2FEE-CE91-41ED-B695-86C173FD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891904A-5E15-42E1-BB03-AAE17B50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только для paid users, capped retries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09648A5-53B6-41D9-B88F-25EDCBF0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Решение: Runway может быть weekly subscription video; Veo/avatars остаются premium или later.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358FA1-DE09-4829-A24D-D7990DE2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16069061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73CB0B-CE5F-4273-B1D1-CFD618D8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2EE77C-49E6-45CC-9AEA-CF797BCC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4E8F2-C968-45DC-8C25-F35C082F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5A094-BE01-4D43-91BE-5525CDB8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EC7B7-8E39-436D-BB0B-E5C1D947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Базовая финансовая модель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6843A-8FF1-4D4E-978F-CF3919CE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144C2-3BAB-4E7C-A5DA-3662E1CB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5004D-1057-43BE-89A8-DC65174E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8C44A-6C43-4238-AEF6-ACEF83E5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17EBE3-D903-4BFD-ADE1-E21C6E66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F85F90-46A0-4443-9754-D7E3DE58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6AE7A-59AD-48F0-87F6-A32AA42A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2FC656-1CBF-43FD-B40F-8BC0B1A8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8CD1C-BC9B-4A8A-97D5-3D3E2C3E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5E7EF-97A5-48C6-AB40-E7E61A4C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ED6CD-DD88-4179-83C5-540C0A21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836C5-3FD5-451E-9AA6-201736BE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357695-A175-42EE-9296-A887A12B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2251D-31B2-4CFC-BFF8-A655872E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596AF-923F-4D11-83D0-829E560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459959-9D24-47C2-921F-D0E1BAB7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9F063D-0B85-4376-8DF6-33064D9F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8C0148-A509-43A3-BADC-2FF5F780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8CDB7E-F82E-4416-8BEA-7FA7122A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E96B30-A134-4628-9E15-7D126117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315307-AC34-43B3-8599-101976BC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313DEE-0CAC-4322-9808-C77AACBC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7901A9-BF67-4885-BCF4-9C460B7B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B4BCA-5FBC-465B-AABB-5F8B8573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F7A4D1-F87A-41FE-A208-28C32418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FAA451-3667-449E-AFCB-5A553050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D5C414-F296-47ED-8A7E-899FFEB6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$12.99 blended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9FA59D-2A62-4BAF-ACEB-3A9D1CF7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BF2872-0DD3-4D86-ABDE-BE9EE0A0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$1.9K/мес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461A19-3391-4FC1-AD74-C5C4967E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8C66D9-DD6F-40FB-8D00-1BC9195B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$19.5K/мес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8928CF-BD78-44BB-83DD-3953466B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F0D246-3974-4002-9925-6C0A5CA3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$87.7K/мес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3EFFFD-1280-4454-AF53-CB592BDC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8A176C-BE0A-4D1C-B44B-FEE6FCFE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после 15% fee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93881E-3486-48E7-8AB8-E0C2C66D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43C640-95FD-411F-BF41-F89C0246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$1.7K/мес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9F4340-C766-4CA1-AE08-87DA205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AA57CD-F51F-4432-BA06-3C4C964F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$16.6K/мес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F4BB1C-D112-4C90-98E0-DFABF4CA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CF9E7B-A60E-4D4C-862A-9EDE0251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$74.5K/мес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448ABD-571C-40AF-A0BC-7A552DE2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02BA6C-6E7A-43E3-B444-0826D684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4951B3-2DD2-4FE5-8231-B140DF69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D537F5-5A8C-4627-AF95-2E6B7BD4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$0.4K-$0.6K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1B0679-7BD6-451A-86EC-DCEF3D35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4C1E67-2E3C-4365-9D95-B5DC072B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$3.6K-$6.1K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D848E1-5810-480B-B374-16605C66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5FEF52-6A15-44F4-9F9E-05BA66AA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$16.2K-$27.3K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D9D3A8-0C59-4078-A19D-A16BA302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855A0B1-19C5-45D7-978D-18014FFF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1B159A8-01E5-4187-8D55-1E149BFA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777537D-8122-4D1B-BB00-93AE099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тонко, пока не доказана retention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A967CFE-ECEA-48CD-BF89-C7D07335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A8834B-9F23-4A41-BA05-4AC2F94D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при capped free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712E046-6A69-4367-A782-5EB7DB83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40F0188-DB8D-479D-9276-C6BDC60B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сильно, если annual + token upsell работают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B25958-F5CE-424F-979D-8434358E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model считает blended price $12.99. $14.99 — верхний тест для полного Visual Plus с 4 видео/мес.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D1ED36-E242-4401-955F-55886FF5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7DEB006-80AC-46A9-978B-F1D777F3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1220185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A388AA-7D69-401B-9DF6-03869945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29CDF-C35A-4610-B580-F79F7A44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04E27-938F-4BDB-B9D8-72BC326D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1F9AF9-7FE8-43AE-AB86-A3D516D8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B7ED6-0F35-425D-927E-915087AB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Сколько может стоить проект по стадиям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8C0835-4E12-4E9A-8479-0D3E1CF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8F25B-265C-4DA6-A19D-E5C43400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77664-39A4-4C64-904E-7D6305B9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Стадия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326ED-49AE-4CA0-B861-018DF1AA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A79EB-B7D4-4C77-9592-028BCCEC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Бюджет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FD0BE-4562-4431-A1DF-8BB5B475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7DF2C9-DDCC-4D26-AACF-CB2ECC7D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EB5CC-A415-4ADB-9064-4411513A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4A259-A179-401B-9020-03D18FDE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покупаем этим бюджетом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04841B-47D8-4083-8426-0F176626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10834E-8074-4BFC-A632-6A78D40B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1: 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7BB80E-5AB3-4C34-8D3D-09957BDD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F0A97-332C-4785-9E01-67FE2B40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DBBD34-81E2-4854-9C9E-E2E5117E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796B1-339D-4D98-8250-0B62282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visual examples, лендинг, микро-маркетинг, когорта 30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91B02-26D0-401A-BEDE-C3D708C5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D45206-AF84-413F-B95C-7260FE48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есть ли спрос, платное намерение и понятная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FB36D9-B6A8-406E-9463-7387D234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01CF94-FE81-47B5-A83A-BCA61D29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2: MVP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AA10C4-688B-441B-9A92-7B043B23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3F75D6-075D-44C6-AB07-BC1F0A93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592BB8-9D5D-4CD9-A7EF-D891E79B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F05F43-5B95-4D26-9302-1E37B2CB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MVP, вход, onboarding, daily cards, Life Canvas, paywall, аналитика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222E70-034F-4F6E-8F8D-AECED140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D8C394-1862-4F14-9716-33FEAA70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может ли пользователь пройти петлю без ручного сопровождения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D7918E-CC45-49C8-88BD-435B39CC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A84160-0203-4CCC-9012-A089ABA9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3: запуск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D7756B-F3BA-408C-83F1-6BFF634B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EFCD1A-C4AF-4C49-AD4B-264E9382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€40k-€120k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B1CB07-6533-45C0-B24C-523E557B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5BD622-FCD7-4457-8ECB-2498256C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pipeline, billing, CRM/admin, creator pack, paid/creator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3784CE-256B-4B8D-AA0C-A4DE6CE8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295AE7-AA30-495B-9EFC-6A719E63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сходятся ли удержание, CAC и себестоимость генерации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570D15-B9F7-419E-8B5F-6EF91763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C2C6A1-8223-45E5-9C78-6642B5DD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4: масштаб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E5A502-83EC-414D-905C-845F19BD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F0417B-DA0C-4040-A4A0-458F13C9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€150k+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8BE4C7-BF87-4519-908C-32B0D49C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264675-6715-49FB-96D8-DDBA444D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polish, backend scale, content ops, creator network, paid acquisition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8EB405-EF22-43C7-BCEC-51DBBDA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59FD99-6EDD-431D-BBDD-D56D2619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можно ли идти к $50k-$100k MRR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58BC62-B083-4910-B5CA-C695364F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03444412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4C346A-F619-4EAA-A653-E7C59A9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4EF921-73D1-4FC5-B605-951BC456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03D67E-970A-489B-B5B2-56754AB8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055BA-76F7-4E9E-9CA8-5307BB1F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8F8D7-6C39-4CF1-905D-5A30188E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Операционная экономика при росте пользователей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DA60CE-1E9D-406D-BE12-F24ABEE3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304FD-29A1-49A6-9748-2DC2946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FAB6C-E1D8-47EF-AA68-4333F32A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Показатель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FD03E1-EBFE-4E40-80F5-4AAD9436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74D68-3B94-47E6-9127-5455BDBB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59689-8E9E-423A-B77F-A668FA77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5111A9-EC14-4587-B809-CFDCFB5B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994F91-3FA5-4CD6-A85D-8DCD9CFC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782072-B649-48F1-B3B5-861A5154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D4B68-5A4F-4629-80E1-1B15A146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B3D38-17A4-4F90-95E1-CA9DA122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Платная конверсия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473CDA-81A0-4378-8D8A-5E40FD24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F2A32-7B8A-421C-8620-52DF3337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32D2E0-4D29-4D64-86B9-1FE12D9C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E94A3A-3605-44A9-9CE3-6639C631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77A76-0EE1-4B50-9B3C-E121AB32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709A7-0805-4A74-A956-D514B2C3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93A64-BDDC-4BB4-82A7-67C40896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56F6B9-A3F4-4FAE-8F4D-0A246620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Платящих пользователей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E583D8-689B-424A-A237-6217D9B6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5F312-6AB3-47DA-B734-57F7D110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38BE51-0620-46E1-B3A0-06FC2361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89015E-585F-4D37-B51A-59D06897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CA2F45-B012-4D09-B52C-EB3BB4A8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CCDC9C-2264-47D3-A78F-10F31A24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58D4FB-B2A0-4E70-B7B5-8050B519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3E5069-24EC-4BBF-B336-7E7C1FC3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после комиссии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536B3A-B48C-49C7-9242-D1FCBC10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2DA044-5902-4F14-BD92-1E163F59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~$220/мес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452BEC-555B-40A5-9D37-5B5534BB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87B1F0-DF81-489C-BE04-992779BB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~$3.3k/мес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31F3A-EF81-42C8-B560-D12C7E80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C3272A-9FA8-4F86-8CF3-C9DA27EB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~$19.3k/мес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3CAE35-9DE3-4CBF-8C1A-FE797E50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781CEB-05B2-4655-AD5D-904DEA97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05F354-7375-49D1-A734-80D44B97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A5A6C2-0E5B-4E6C-841E-BE629619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$50-$80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A58AB8-CCB0-494C-AC40-1C8335E6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9DE87A-C59B-4E97-A4C0-733DD7A2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$0.7k-$1.2k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107380-E9F4-460C-BCCD-E56C6B64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FCA831-74E9-4A93-ADBB-A2E747A2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$4.2k-$7.1k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96506E-E5EA-4C3F-9288-A7149012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069D185-8B4D-4BEB-8C03-BF6DF8DF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free users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DA1877-81D4-4E0F-95E3-48707C5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0871C9F-8811-415E-BE25-84F29AA6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$100-$300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D994CA-D102-480B-B606-5CA24DEE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439FFA-1D2E-490D-A76C-C0425C9F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$1k-$3k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548BC41-6002-472B-8723-70F26427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DFBFA1-560D-46A6-ADB1-77526EF0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$5k-$15k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E99A71-0015-419B-B04F-3ECF8593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492505-075A-48F2-8C5E-BDCB2B9F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Инфраструктура / support / tools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F223C05-3F20-43ED-B0DD-49AA0318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791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5875AC-090F-44EA-A81B-4525F4E9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857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$100-$300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635F58D-A2B6-48AF-A5D8-F9CCECE4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91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3B9EA90-82B9-48A5-B482-62A9DFFA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857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$500-$1.5k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96ECBE-AD88-4587-84B9-537D4636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91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48A511D-F9A0-4940-BC01-F4F5B8B6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857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$2k-$6k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189B6E-10DD-4DD6-99D0-16AD6F99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717EEC5-D478-4FFC-9EA0-3F691ED5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43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B4CE1E-CEC2-486A-8DD1-1ECFE899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6477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B3B534B-C6E8-4F90-82D1-020337D3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6543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обучение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7D4352-E768-4D65-9607-69999F17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477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37E19C1-5BD3-46F0-AE57-77BC6574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543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первые revenue-сигналы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41B555E-A38F-43DB-A33C-D0EDD2F8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6477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8CA76B2-4932-4456-BD5F-BECEC5A2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6543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может стать small business, если CAC низкий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4000353-0362-455A-A1B8-18DADFEE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026014318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A29C2A-EC84-482E-B187-E584FF8E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742A55-9068-42A6-9FF8-4CC0C2B7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A7653-0FE4-4D8E-AE91-32360CC7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041F2-46C9-4BF6-BB4E-16865DA6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82A36-A6B6-42B0-86DF-B3BED832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Финансовый путь: от проверки до cash-out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6E031-DE85-4EDE-9073-6D22183F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F9284B-DA1C-411B-B5CD-934FA942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44E07-8518-41B5-BF20-80327678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8C11C-0A56-4C77-B787-5004B34E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1BF06-E280-4E08-B4BE-17C64B03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91360-0620-4D6C-9640-E160E5CF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D95E4-DDC3-4686-81D4-FE180658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Финансовый смысл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4F372E-7A0F-4F84-A38E-4465A0F4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0EE0C-4E30-4CC1-A45B-C80BA722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278E40-49AC-4665-BD57-E1E7AA92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6FD2FB-99C1-41FA-AED2-F55091A1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8B5E2E-3C36-4939-BC3B-6D687320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94C2DC-B4FE-44B8-9AAA-820DED36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paid intent &gt;5%, Canvas causality &gt;50%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D71C5C-3FF6-47C9-A364-F5EDE75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62041D-492B-41A6-B692-A7A8F791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выручка, а снятие главного product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B217A3-6D5B-4CBB-B254-E6BBAEAC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4D0EF6-6A80-4F4A-97DB-4530037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делать / не делать MVP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C1CF63-9B7B-4503-B7FD-859A1998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29904A-FE0F-4323-8F7E-0D0AE4EE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выручка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9B8882-C554-4354-9081-E0AC4508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9EFCF0-B5C7-4127-91AF-1640B2B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payers, ~$1.3k MRR gross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57DF58-40AE-4DBC-8055-E4B30C96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5CCEC4-3167-4AB4-B3DA-1CB17C37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подтверждение, что люди платят за формат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888389-7152-4D12-87D6-F001ADA3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19C191-289D-49F5-AA9B-9AEB3F72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оставить price / поменять bundle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CA8121-F777-44FA-8B60-DC508154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A72928-7619-4585-BA3E-10CC1137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Путь к break-even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5D2522-87F1-408C-A8FA-D0B2367E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735B01-8195-4020-BB19-6DCC4CEE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1k-2k payers, ~$13k-$26k MRR gross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79876A-68A7-44E9-8CFD-44F6B48F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FE49C2-076A-4543-8FFA-07658C26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покрывает небольшой продуктовый/ops костяк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80857F-203B-462A-A241-80B9CF40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8BCB12-59E8-4A98-A75D-7A7150EE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нанимать аккуратно, не раздувать burn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34B9F0-F43D-4944-B693-0548E4B8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585F22-0DCF-4EE1-8DAB-0CCE49D2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Seed / стратегический рост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6D1D20-C08E-4D1F-969B-DE58E073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36B0A5-B2FD-427F-8668-09A0AF6C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5k-10k payers, ~$65k-$130k MRR gross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CDA97D-57B5-4803-9F88-C930B170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04A76D-9D85-453A-B800-E5387996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появляется инвестиционный или acquisition narrative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65D923-7225-466D-9201-30637A42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774E4A-BDB9-457A-BD31-2B41D957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масштабировать GTM и creator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C5C58C-C62F-4586-BE83-F4D36AE1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E6EBDA3-7CE3-4C30-9DCE-0BB88179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Cash-out опция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27FEA-8067-42E4-85FC-A530AB52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A75DA6-BF1C-46FD-B174-AB50E674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$1M+ ARR, удержание и CAC доказаны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5A7B6C-0718-4EEB-85CB-68DA38CA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8182A3E-5AE4-4439-BB5B-6D3AAD71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обсуждать продажу, revenue-share или рост как standalone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5CF126-FEFD-4DC8-B4A9-FACC32B7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0B2E7D3-7853-4DB4-9C90-F2C0DE64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выбор: cashflow business / seed / strategic exit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67BAFF2-46FF-4F78-82DE-F507A4E1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87329097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4CF0A-FB79-486E-ADB4-83F8613F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BAF63-762C-42F8-BC64-F9208D29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BC558-D9F9-41C0-ACF5-FEDDF6EE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B43C0-8BCB-49DA-B3BB-1535BF43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7DD0F-2EEF-4564-9E9F-29493B01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Помесячная финмодель: M1-M6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AC1D8-EA15-4F91-B396-1FD7CA66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6EE8A-2C30-4EC1-8230-16AD6A4A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F9F200-56C0-471F-845F-F5F63C39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192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E683B-8DFF-491F-9F07-C4B4807D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525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CB7A53-055D-4AF8-ACB3-F80E8A2E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192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46FD2-A45A-4F63-BADF-836E04F9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3525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44645-E243-4C08-9A99-417346DC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192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MAU / платящие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7C9D5-5A3C-4B24-A00D-124570BB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854EF4-75CC-4120-927A-EFCB42B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38C56B-2899-4F46-BE96-755302B2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CE9BA8-E01C-4C9C-A93F-D69AF5D0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A4A53-C3D9-4BA5-9EE8-FBCD5A4A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525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98D1D4-53DA-4F3B-A338-AD28DC3C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4192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Нужно денег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E70C5-BBBC-4503-8675-846ADDB1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FF715-A17E-4753-894A-493F680F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080F94-158C-42C0-B310-BCBEB6E6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905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95E469-7507-4D89-8D9C-6880475C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sprint: визуалы, лендинг, интервью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5D71C1-44F9-4458-955C-7F93D36D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05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22F14-DC50-4F4C-B389-D7A01769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716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0.1k / 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203ED6-AE3F-44DA-8A0E-7318049C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8B3D4A-5E00-4820-B930-9A06813C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20514B-BB54-4271-A3B0-07145419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03A3CD-3644-4F51-8254-D5914F81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€5k-€8k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C4DE97-4234-4F87-AC73-20CE977E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A11CEE-42E3-4501-8BD4-37514708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716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€5k-€8k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E6BF63-6B93-46F4-8388-DDEC20A7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55F106-0871-44C6-B1DE-40A60217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F17B60-8EB8-41AD-A327-CBC5438A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2B39CF-8F14-4542-BE55-AA3AA534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241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+ first cohort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8FFE7A-D22E-492B-8F12-F2EA4D9C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574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932D69-6DF2-4BCA-8901-4FBF1913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41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0.5k / 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D65E50-9E1F-41C0-8E24-D364FC71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997A6C-91DD-4443-9375-4E340BF5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$0-$0.1k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33954E-0E24-4A0A-A0E3-8A32AF8B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282FA5-4421-402C-8365-2CD02D88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€5k-€8k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FB32D4-DBDB-4EFF-A2A5-438F70F4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792324-FF6D-4C1A-9223-B881BD8D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241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€10k-€16k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C01013A-5B50-4991-9DE9-F0C1B34F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54EB60-83AA-4811-9AFC-0CE4A6C0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B6533A-5250-4887-A468-CC6EF200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099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36902F-402D-456B-B928-E93F905E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build: weekly loop + paywall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456BE8-9790-4C60-A4DA-090C8F59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099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AEDE00-D171-4A28-AE0A-ADC74A8D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765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1k / 30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4A544D-8FA7-497D-A359-6732C217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607529-CE26-469C-880B-D8F12039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$0.3k-$0.5k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2E3250-64D3-4D37-B22A-07FB831E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589946-B302-4920-A970-05D410B5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€10k-€16k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AB3DB-3683-4C6D-AAA4-F0343D6A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099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5D8030-8BC9-444C-A0AD-3BAF18E4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765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€20k-€31k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CF68924-7ADE-41C6-87A1-6A104E42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8EF680-CB32-4770-8CB8-855178D7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M4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B7BFF7-13C4-48BF-854C-E090DB32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B6CD78C-9B8F-46D6-98FC-26E54980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290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private beta + manual generation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FFA975-5774-4D4B-875B-7E9755EF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623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9E95207-379D-4AE3-B5E5-B37FDD68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290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3k / 80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F4FA81-2F98-4EAB-9368-856037D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508E3B-64BA-4034-A525-A140BCF8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$0.8k-$1.5k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C7F66E4-4731-4EB5-A624-C54D3375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612241-741B-4B58-9737-176048E1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€12k-€20k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374CD4A-126A-4DC6-808C-F25C9E06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339E5F-F3E5-476F-A68B-514ED566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290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€31k-€50k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2B202BA-4FF3-457C-B93A-DAC8B589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51A608D-95B4-42EC-A5A1-59325EA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B16CA78-06F9-4830-A94C-5A1EB265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B30E3A3-86B6-40C2-B664-3C995E2B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814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tests + COGS tracking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0329876-0991-40A9-8623-A29243A7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148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832F3BD-FBAB-4257-AD7C-62262FED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814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6k / 150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F31F7E-3AD6-48FC-B8F6-CD89A80F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762A6A0-F7C0-4F04-9EE9-E7618BF6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$1.5k-$3k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4EE29F9-A4C3-47CD-AA36-7FD080FD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61825B0-0817-4E47-B7F7-3CA971C9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€15k-€25k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D3B1B22-61AE-4092-A960-A924C292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16A8977-C7C1-49D3-B67C-D513FBC5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814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€44k-€73k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170ADB8-86E1-445E-AE86-6074D804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06C8C98-67B1-4759-8523-434518C3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339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885F5CE-79AA-4824-B8E5-273C2AE8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672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95C8A6E-0147-4829-AB13-AFCAC488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339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paywall iteration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12B24C6-3417-4796-8647-261067E3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672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7D7774A-B39D-4745-84C6-5CBE6B5C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339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/ 300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FDF70D5-69F0-4E07-B7AD-AABAA227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6743915-B29F-4FD5-BAEA-E719D834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$3k-$6k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97A7FC9-C8E2-4A2F-98D8-B6BDE963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308121A-4EB6-4A5A-A604-843E9507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€18k-€30k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7330D50-9B5B-4A11-9384-8128E6F4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672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D0E5CD2-A454-43F0-A5A0-7E065EAE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339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€59k-€97k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80CFCA3-3997-4B89-AB54-4AC53F6F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Первые 6 месяцев — это не cash-out, а поиск петли: paid intent, retention, COGS и понятность Life Canvas.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D2C8036-F8A2-4CF9-997E-1CC607BD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695144827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90BA38-45D8-474B-B45A-0DA12057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5A534-71E5-4EC4-BD39-FEADAEF2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12689-0BD4-4D19-B7B3-64A21401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AD4E5-350D-4FE8-A4EE-9638E64E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4A57A-3256-47AA-90AE-B9EB13CC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Помесячная финмодель: M7-M12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E71C4-7AF2-42D1-987C-6BA4466F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91603-E6F7-4EC7-AD91-0C27FAEF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EA0C9-4CE9-4837-9584-6661C07B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192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09AD1-B316-4BC3-AF87-18604CC2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525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E9532-3151-4B26-8083-0F0B13C8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192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421EC-0C59-49D4-ABC8-D5622BCC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3525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7753C-3A25-442E-A82F-DAFFBA6B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192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MAU / платящие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C7237-2230-4B75-838B-F10CA4B1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FD59A-DFCB-48A2-B74F-6E8A09DC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A9EA1-E531-4B11-8C7A-5808B1D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3525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52D40-3FC2-46A1-A13E-0DBFE56A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4192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46D78D-4F54-43CC-A0F7-377068AD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525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F4113-0E8D-4DE5-9522-711A52CB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4192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Нужно денег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09C7-8930-45C0-A649-F06D8AF0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0C3C81-F6B4-4F40-BFA5-B535FB57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63AD86-210D-4E21-8375-98FC08B7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905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C770A-3C07-48A9-8B6F-280F794B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beta + paid creative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519262-001A-4543-BEF1-128286EE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05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1B6F87-5E48-4276-90CA-06FCCD83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716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15k / 450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0D6C75-5899-453F-A372-023CB100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552DA6-65A1-4049-8440-48BE6E12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$5k-$9k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9B8D8-31BA-40B9-8AC7-BC0D96F2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9050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C0A89-9F42-4DDC-B41A-DDFC7A03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716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€20k-€35k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D881F5-2914-4CA1-8A4A-83F6EF63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050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3A6B9E-17D6-405D-88DF-99E921E3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716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€74k-€123k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D4AF49-D20A-44D9-B099-737881B9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6F819B-6113-4DBD-B1A3-F1625F1C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M8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B29711-CAA6-4991-86BC-76FFF4D5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414558-CD2A-4B12-B156-E349DBEB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241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annual/token experiment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DE47EC-DF74-4561-95CB-635216DE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574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49F428-37A9-4104-A073-88C9EFD2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41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25k / 750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D4D010-A5D1-41FB-BF5E-85F3CBC4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6E8064-775E-484E-A0D3-77D105DF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$8k-$15k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ED3315-A2CD-414F-B291-1BCF6BD8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574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BC343F-544F-4CAB-BF1A-CB93C6F1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5241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€22k-€40k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834F00-FD19-49FF-91D9-FFD27952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A2ECC2-34DA-4272-9F71-398E5D47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241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€88k-€148k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130C98-FF28-434E-9EB4-406F7B61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195EF0-723D-49F6-9EC9-0EC8873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765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M9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882337-AB9B-43BC-B7A5-AFE5275B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099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24AB18-C770-41DE-9896-74B96E04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cohorts + creator pack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280A58-F0A4-4E00-B0F7-5A382226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099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F9409D-91F0-4C43-BA89-7381AA0A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765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40k / 1,200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3B5C02C-0241-43BD-953F-D3ACC779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A175FC6-028C-4A80-93A7-0F9AA5FF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$12k-$25k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BFE041-F8E3-45E9-AAF7-A882DFD2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99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C5EF9B-E469-41EB-B7B8-DBA6A7C1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765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€25k-€45k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098559-4EBC-4BE6-B71E-F5C88078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099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758587-863A-4E62-ACA1-B07BB3E1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765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€101k-€168k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4D61BB1-DF6E-432F-8D30-92424403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7AC0E74-CF51-4E65-9943-14D7F785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FF2AFD-0BCF-4252-95DE-717D648F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90D005C-59BB-40CE-B4D2-0FFE915B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290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launch system + careful CAC tests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8EE5897-B665-4389-B51D-FD5C2F40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623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B96725F-3AE7-4368-B0F4-2A27A808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290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60k / 1,800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DF66D60-AB21-4FB6-B588-2D7F1EAB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4EBCF0C-ECBC-45A7-8B05-CD5C08B0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$18k-$40k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EFEE70-3FAB-44CD-A6D7-AF94DE46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5623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C76A74E-41E7-4220-BD87-42C30976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6290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€30k-€55k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394ACA1-57A9-4D04-9436-3B357D8A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71F4914-339A-4544-8EFD-3D681EA6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290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€113k-€183k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82C34C8-0065-460C-B550-E377E6E4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9605D44-20E4-41E3-BFCE-389A29C5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M11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4D2EE0D-8F75-4C98-BB03-2ABE17D1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F88DE25-F9BA-4D3F-B533-548AB40C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8147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 only if CAC/COGS сходятся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089E15-ED9D-4467-A3D4-43067658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148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987B8D4-E46D-43CD-87C6-FDAE7455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814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90k / 3,000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D7474DE-2887-40F3-B834-9701EAE7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8C176AA-6026-4DD6-BA67-03E523D6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$30k-$65k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449FD3A-2F94-46DE-801E-ABDC0323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11480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7A4A6A4-F923-4A60-AEFE-FD73BFF6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18147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€35k-€65k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5638410-66D4-4C8D-A8DA-7DFC3C38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49EBC2-EB70-478B-BC24-374342E9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8147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€118k-€183k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78223B3-71EB-4CE1-8D59-4C8C04E1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4A1E0D7-279D-494E-A9B1-C4269915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339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M12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779A9BD-8FBB-4221-8D0B-B473A7AD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672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C9C1E43-F610-4849-841A-EEBB385F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33925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attempt / seed story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361BA9D-2BA3-4C7A-98D8-13B6F31B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672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39A4ECF-0258-45DC-91DE-6DA73479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339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/ 6,750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7B5B63E-ADCA-47CC-B81D-5DAEA37A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BAC705F-9344-4403-9A8B-005BF186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$60k-$100k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B2A5E5B-4462-4CDC-B392-02ABA649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667250"/>
            <a:ext cx="1571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3582816-31D7-4CC4-8772-FD8651D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33925"/>
            <a:ext cx="1419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€45k-€80k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BDC4763-83CB-40D2-8B20-958791A6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6725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AE93E3E-D93E-495C-9098-AED1F123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33925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peak €80k-€150k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F2C8F2D-A5E9-4CA9-8193-AC3C0404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Итог: первый год лучше планировать как €80k-€150k runway. €4k-€10k — только первая проверка, а не весь продукт.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2B57F9A-AB5A-4BED-8310-8DF852C0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871299561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5B658C-002F-4CD9-A1E1-A8931D79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9B2328-AC4E-4A4E-9E59-50E3E808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0D882-5753-4B70-ABFA-BE9507D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C18BE-98B5-42D0-983F-54DF5D8B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E19D4-F9D1-4C32-9A62-7CAC043D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Квартальная модель: выручка, расходы, runway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7AC2A-7141-4F2C-A40F-4B3E4B1B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E025F-31EE-42BF-A208-78A62A43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A656A-5302-426E-A9EB-9A28003D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192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Показатель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4DFA4E-C2CC-4FE1-A5F0-C5FA2E31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7CED5-EA1D-46B9-9CFE-71DD581A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72528-3A39-4369-8B67-2E40A59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8C8D5-ABBB-4427-B116-6F955E7A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FAC5CE-7FA1-4A3A-B6AB-6DB7F509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56898-0EFD-4740-9018-0BE84155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44FA5B-5F2F-4F3C-9387-CF54B434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525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F5F46-B3AF-4030-BB87-5F51C6E3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4192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453F5-6C55-4D20-B23A-08ADA6CA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3525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BC5361-5A1B-4C6C-A403-4DEA6A7E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4192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Year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82DF4-9401-4FEB-A3B6-08459543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7A09A0-1B32-4147-82E5-D106DED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335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MAU на конец периода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B4C4B9-6A19-4E1A-9BF4-61A397CD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C3A61C-12FA-45D5-8914-F3422890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0.5k-2k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CD23AD-B288-4598-A14D-B94B5B1D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1D93E7-3702-4BDD-B64C-E56BC52D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5k-15k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E53BE4-1DD0-45BF-9B3C-112A0861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9CEF59-0636-4C66-9437-8DCB951A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20k-60k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9B289A-3520-4580-8C40-DD5621A7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EC575D-5EBE-4880-B5A3-08FEA62C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335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50k-150k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12C043-D067-4CD9-8213-4DAD1571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669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D2C3E6-401F-480F-9B84-093F5212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335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цель: доказать scale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EBCB08-DB13-400F-9DA7-5687D169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ED9348-C9F3-4B47-B3D0-76857C1C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Платящих на конец периода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ECE4A1-588F-496F-A3E1-CF8E6E96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3787E7-CBF1-4832-B30F-47B67C2C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A3F5A6-605F-4282-B032-8824B25A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CE4E9-77BC-4901-BE2A-271DB490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150-500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84272C-B118-4129-BFC8-61428331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144DEF-A054-481D-8682-A2081B9D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600-2,000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037432-474D-49A6-A87C-9E7BFC1A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812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16CBB6-4545-429D-AE67-D2A45E43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479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1,500-6,750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E12851-D4E3-4E7B-9847-10ACE68B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DC1E25-96D3-4787-A014-84D96690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479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2-4.5%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50259-41A1-42DD-8E4A-1BE0B551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6DE3083-41E5-4492-B4AB-F82935D7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622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Валовая выручка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5B973D-A052-4709-BA5B-EA1C79F8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A7E20F-DAD1-4374-96F7-EB1642B8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$0.5k-$2k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8159A-F1DC-440C-8F57-14CACD5A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F2A9536-97F0-4EA9-97A3-A98CFE15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$3k-$10k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39F0E2-33E5-4BAA-81CE-42957351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ED8599-CA7C-4389-9A0D-B289B9DB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$18k-$47k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489832-D053-46DF-B3FE-B57A647C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956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41184D-B4B4-4598-BF13-18BD90B4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622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$60k-$150k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5B1C0D-3DDA-4FE9-8623-98D16341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956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CAF873D-5D18-42FE-966C-A08A4727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9622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$80k-$210k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FDE76C-3614-4F42-ABBE-C4E661A1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8903162-5EEB-42ED-B4B4-A030A1DD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+ AI + infra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ABB397-018B-44FE-9758-C1BAD8D5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15E4CB-8B0B-4B91-A34A-DE339BE6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€12k-€22k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DF370E6-FDBD-4905-8BDB-C810F28F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2A742EB-55E9-4A75-9716-AC6601A7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€30k-€55k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67D29A6-CC4C-4ECA-83CB-0D11112D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17ACC54-801E-484A-A090-E2B30335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€45k-€80k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16DD31-3D3E-4525-BBC2-90B3F6F3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099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9B43D1F-3A23-498D-BAD5-ADC78662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766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€55k-€100k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22F81B9-31FE-4D58-BC2F-A03AF442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099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2642C82-7475-4CD1-8F1F-3CD74C42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766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€140k-€257k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28A39BA-D98D-4BF8-9B52-6D8DD382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243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1E7E05-2460-4E04-B96A-CEFED65F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909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 / launch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F229958-9BB3-479D-A685-029F68EC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17AFB6E-2EA5-4E4A-A044-77541220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€3k-€8k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C59B526-A4AC-47E7-A997-394F46CA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7C40360-AA92-4C3E-90B2-5B63BF9C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€8k-€18k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1DF415-3F55-4C63-A97F-621E278B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DB77572-82D1-460F-A4C3-25BA71D5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€15k-€35k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07AA487-DFCC-4118-83DB-57133CB9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243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64E08EB-124E-4288-8A65-024FBB49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99097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23E8289-31BD-49BD-9AAA-D4221439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243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89F0DB2-0DE4-4EFD-BF54-37715FAF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99097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€51k-€121k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2297C9-2D96-444E-BAAD-21310036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38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D1FC000-A555-43B8-B85F-8CCFD051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Чистый cashflow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77FE759-325C-4D6F-932A-984D2A03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6294E3D-508A-4166-BE59-6E072AEB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-€15k…-€28k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AEBBAAB-9CE3-4058-9EB8-00D6FE2A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DE4B413-E580-44F2-AF4A-E261123C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-€35k…-€60k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C9371C8-2A84-45B0-8A92-65202136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CC1F159-FD53-4177-B6ED-4319E8BD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-€40k…-€70k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68EC8C6-00CE-44C3-A1DA-DE8F7190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386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4F0860B-DED1-4E6D-AD95-EDB8BE39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05325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-€10k…+€20k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3B0BBA8-7DFF-4382-8FE0-0957B48C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386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5DB5BC3-4B8A-498E-AE6A-6D8FD61F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05325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 need ~€80k-€150k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0A11A50-4A09-42BF-BE76-23B0F44F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в base-case вероятнее не в первые 3 месяца, а ближе к Q4 / Q1 следующего года.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8D27667-EEF7-4C2B-AD81-1717B6C6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4115537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BF615E-7C4D-4BEB-929E-A0D742A5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1B4D4-BF5C-4A9A-87DE-255CFB6A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20C2F-1D0B-416C-927E-AE83F1EA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82F7F-8DF0-4316-87F6-325C3A3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C4EFF-6D55-4B9B-9DE8-64472EFE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Годовые сценарии: сколько может приносить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3C158-3C4E-4D51-817A-30CF9EAA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CA366-C525-4019-A261-5731AB72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854AD-7EBD-4FAD-B6AD-4292D447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2CEB2-D3BC-4666-9EDA-9B20296C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F990A-592A-4E54-96A5-3E462F59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4C3C4-521A-4CC0-BB97-9235F964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28CB9-D522-4B82-924B-CBCD07B9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47F00-B058-4786-A037-5E9D0151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95EA1-08EC-42AB-8E8D-55D811FF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22A7D-E923-492E-8796-EA8C053C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5EFE8D-DE72-4EA5-9FE5-558C8042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4573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15026-B9AE-4A2A-AF3F-2C34B328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EE9D66-7D65-4E8E-9DC1-0DB90847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79648-C9DF-415D-832E-CCA145C9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07BEF-34C1-4A7E-B6FC-83798EF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$40k-$120k ARR run-rate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0AE9E1-E7AC-4323-94C1-387A9897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ECC28E-8BF7-47B4-9A25-622CE3DC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$250k-$600k ARR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59721-A5B4-43C2-A51E-77420E05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D02513-F528-4B01-899C-202CCA5C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$0.8M-$1.5M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176B81-EF59-4F06-A33D-7E007EDA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5C3048-CE2E-4CD7-A6F4-C53E4416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маленький cashflow-продукт, если CAC низкий и команда компактная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5F44B3-9381-4320-9C81-A0152D35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1BF6C4-10DB-41F5-8D38-0C8B8F6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26A732-02F8-4FAD-81FA-8C0558CE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09731A-D696-41F2-8CA8-2FCCE439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$150k-$400k ARR run-rate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0D1187-A193-4E34-B800-C0C1910F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7DF952-A3AF-49C1-9A64-CA711D90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$0.8M-$2M ARR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E3AF69-7096-4EC0-BE1D-3E8496FD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0A9D71-8AE9-4811-92EF-BF28E638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FB27E8-1D62-49E8-B46B-88117B23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6999ED-390A-458B-82EB-27B1E80C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строить standalone business или поднимать seed под рост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A81A55-54D8-4FE1-B8BE-26811D67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890E0E-8D99-40BF-BA9F-6582D50C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0ABA8C-1A14-4DBE-BB31-D006A49B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5A190A-996E-4A38-AA74-FB9975A8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$0.5M-$1M ARR run-rate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BABC89-F0DF-44D2-AB29-A25A711B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D32973-16FE-4F26-A86F-A4AB1D44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8D61D3-BB55-4E18-AAC2-5879DF47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096621-6BAD-4BD4-AF29-6274EFD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$8M-$15M ARR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125CEC-5927-41F1-A8A5-E87C8CBE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62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EB771D-A408-4394-98F0-D1941BFB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появляется стратегический интерес: wellness, astrology, AI companion, creator platform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049750-060A-41EE-BBDE-D6A4AF58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E92E83-612A-4925-B417-E27EAB51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95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драйвер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03BCC91-1713-4687-A453-BAC34E9D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39A077-92F7-417A-A543-2C63BF3E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и понятность Canvas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E7B9A1-E97C-4F34-9F62-8C8C152A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1F112A-5097-4716-9977-98C52F04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annual + CAC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434F61-3A17-44BB-8495-57A830DE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EB6B39F-2BAC-49CE-AD54-3B509100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layer + paid scale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9066350-A56A-4F99-87B8-8F326786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528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981A09-44C4-4CFF-BCD5-25EE7BDA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95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рост держится не на “красивых видео”, а на повторяемой петле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93B4245-A962-4735-AFEE-6C6985FA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BFB8D8C-33AE-45A8-B0E0-32EDEBB6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00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stop-signal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B4C38B0-CB11-42D8-B332-6854A457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D86BCB-4A69-4868-B1EC-B801BBC0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&lt;20%, paid intent &lt;5%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234699-2B1A-4AEB-BAC1-0529870D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1DD3A5A-7D93-48FB-B938-86567F05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&gt; LTV, video COGS ест маржу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C6F3843-1058-452C-BEFD-A4B55702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D651EDC-DE79-4450-BBF6-EA2C6827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retention после novelty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3CB77A5-22A9-4C49-96DF-76CAF40D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434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425C95A-190E-4474-83E2-386D3545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00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тогда проект останавливаем или режем visual scope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57524A3-4B0D-47E3-86BD-AC05CAF5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прогноз продаж, а рамка: сколько AURA может приносить при разных уровнях retention, CAC и paid conversion.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CC5DE68-0CAA-48E8-BD9B-7B378FE7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487262673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87CAF6-3735-431C-BFE0-1EFA94E1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1B7AD-BE21-47BE-B71D-D6AC692F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B8313-8BCD-4E38-8AC5-1EDF14C2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1356D-5A78-4E8A-ADB1-E42676EF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6E81-1C48-4B68-B725-B288C2C4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Маркетинговые бенчмарки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D889E-3C96-4F67-B94F-B6964EFD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9F7B4-9674-49C2-BF94-40536A8A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F136A-5105-40DB-82C7-05660D06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Конкурент / архетип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93F18-D1D9-44C3-A78B-0B8B090E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AD24D-584C-408A-8212-5D02872A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415D89-E738-4CE1-AB59-D6997AC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4B012-16E6-47C7-AC0E-16A75494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A691EE-F310-4127-8B4B-638416C0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3DA74-DB3A-4E57-9F9D-98C65D55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использовать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670992-9C44-4FD5-AB96-D8C0B627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06402A-5CFF-4DE4-934E-04F9995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CC273-2299-475A-B508-FFB200EB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AE4FCB-933B-4DB9-BDE2-62E7418A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$6.8M/мес estimated YouTube ad spend; 620 creatives; 18.6M visits Jan 2026; 50 landing pages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22B770-35F3-46C3-ADDE-8A0344A2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B0F6D8-0563-467C-A502-5A7EBC76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требует высокий LTV и агрессивную funnel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75FE2-FBC1-403C-B947-A29EBB73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0F7E2-41F6-414A-84C5-75003957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как paid-test inspiration, не MVP operating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4D9DF6-0C64-4C34-9492-5486ACEC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166EFA-DFEC-4D5E-9DC3-E21CF5B3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127B58-2980-4F2B-ADCA-833A8D70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12AD02-4AB5-492A-BC14-F294229F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D16D53-F332-421B-B712-7E55DD1A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DC2C6-2AA0-49DA-BDF7-A57CC105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могут выглядеть scammy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2FD26F-C969-4ADA-B7F9-96997AD1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074BE3-1F06-40DF-BC6E-5FAD0A08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аккуратно тестировать future-self / visual week / relationship hooks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18FB54-C888-42B8-A0CB-DD566028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DFC167-76AF-4994-A3EE-F0BD5F39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D29727-1854-46DF-A428-47D38AA2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643F19-AD33-4D27-B329-F4A3550D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без real marketing spend; 25% young US women 18-25 downloaded historically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B784F2-F6A3-4A7D-A1EA-170F586E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F3384C-213C-4325-ACC1-1DD8A160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virality сложно повторить искусственно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8096F1-4031-4EBA-BBDF-4A0B5E50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19A85C-C461-4221-8731-719C8361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строить shareable identity language и relationship/social hooks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F2AC4-293B-428C-8FBA-CE11CCE6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24CA76-5FCF-4ACD-BB76-133B285B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A74129-3692-48F0-9F25-278D405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A58357-09F2-4C2C-894F-E9AAE70C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59F8C6-122B-4B3A-A708-BC7041E5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8B6D31-7670-4A51-B262-C44B84F8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дорогой операционно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8D3551-1D87-483F-93B6-2F61AD84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62F615-844E-4E04-B8AE-DCE6842A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начинать с marketplace/expert model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C3467A-6EBE-4478-99F6-738DC7C7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80CBC1-9E0B-44AE-8A88-10F35870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956E3C-D09E-4C53-ACCE-2A3FF96E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F71F4CB-31C1-4E57-ADF5-F597B221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82265F-76CB-4B20-9884-A784AA16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5C2BA46-E576-444D-A05E-787DCE05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требует настоящей authority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3BC350-A223-46F3-AB15-5809767D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05C234B-6CFB-4218-87FB-BD6FABC1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экспертизу Алины без guru 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FF166E6-0298-4A37-A601-C7768372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и qualitative product observations.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320464D-DFC8-4A23-BF26-CB0ECD84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767739238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421BFF-F17B-4120-8E07-8665FDB9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3D7A7-CDFC-48DD-9EC6-FB3C2BB4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02CBE-33F3-46DF-8E02-9262774E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2A3AA-F01E-48C7-97D0-7897DD90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1EFB7-40D8-450F-8A15-D0D8191D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B445F3-5189-4C8D-8CEE-AD8918F5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EB458-8A23-4F82-881F-F142C382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E6AF5-0F5F-4D67-86C8-3B90FBB8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03222-15D2-46FA-99D3-3445E26C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90C17-DDD7-4FB9-96D2-442147D5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ADFDEE-333A-437F-9E83-C1D904DA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74861-F97B-4FE6-9E63-AA4F0D99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24F703-021A-4D90-8BB4-AA0409E7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8161B-162D-4423-94FC-D0CBEFE8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1C314C-2C07-4D2A-9F8F-4E927C09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811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1CF68-6E1C-4630-9D02-F996A085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478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C4C54-10CB-4D43-B02E-73432381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229F08-3CE8-4505-869E-BFFD9829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72646-94B5-4BA8-906A-B23478B3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3ED470-70C7-47AC-BBA8-0C0F8C78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728A51-30D0-4506-8466-AA0F8755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8C670-9484-4F95-BB87-BED94787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994567-C38E-4E64-B6A7-9645CD45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35E84D-DE7E-42FE-BA27-FF7656BD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DE89DA-F597-4BC4-8D0D-CB495794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335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9A4F56-486C-475C-87AA-0D26DE5E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2ADFB7-33A1-4ED6-BE36-D3C858EA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B07FFB-2968-480D-A5DB-61B75409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09436-C74B-4ACB-85BC-263141A0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781DCA-F230-47FE-B969-7F62F58D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C97831-D8CD-47B6-B7C2-FE6728FB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D8E026-E015-45EA-ABBD-1DF939B8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66101E-C1A4-4479-908F-A72BF8F2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E32426-6E02-40C7-8521-FA59F4CC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73B18F-CB00-4FDE-83FE-84F9F65B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860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C916C5-11B2-42C2-8FA6-E4826F74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527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800DBF-95EF-4821-8331-6834156C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0BD139-5EF1-4B88-853A-399F6B04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8284F4-5F34-42DA-B3CA-EBD308AE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5891C0-6A21-4FE2-B898-329F8115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64CF87-240B-4254-9A41-AF6D269B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41E8D7-F58E-4C5F-8ADA-B538A1DE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62A99A-78EB-4FFC-82D7-C03B2123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FAD9A4-7090-4F74-952E-9CDD95B9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B72B48-E244-4E12-97FC-F3CDDD47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384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71E6C2-8687-4DC8-83DF-FBE39E5D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051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77A451-64F8-4A8A-9390-11D8A2AF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2CECDC-5C04-45AE-815C-C284E47A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A17BDD-0D84-4869-8808-2D26DCEF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3A3F09-5F47-4CD6-B468-A7C9CEC6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AE8C53-8DF9-4061-9876-FA7E1EC4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2A2D22-07EA-4FA4-8F93-4A68187D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17B0CF-C268-42AF-A57A-87922B8B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C1AF2B-E0E6-46BE-B0BB-8BAADA83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5160D8-E6F2-4759-8BD5-39D272C4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909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C42816A-91B2-41F0-A43D-8CCC515D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576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F4B4FD8-5C17-43E0-8A5E-6A3D656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BAFBCEE-CE30-4D31-B7BC-662E6CC0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AE0663-C44B-4E54-9B22-779CCB54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ADE617-5AE1-410E-BB7C-719D6FCB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F13D34-59DB-490C-A9D6-40496958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239660-7650-4881-A46D-0028D8DE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0293F8-DE54-4BDD-B149-131B5C6C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099503-BB18-45C8-893D-522A50BB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8F943EA-F6CA-45A3-9AAF-CF5D9892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433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037364B-3C2D-40BB-A66B-0A545D64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FAF4BE6-9B41-47D0-937A-FBDD8DEC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5DCC08D-DBDA-4572-A4ED-8732E3FC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DD8762-970C-400D-BBFA-525E9EED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FF207AD-EC64-4A8F-AFEA-95139337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29CBB81-7AA3-4C39-AA0F-3ECF886E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840EDED-FB62-4BDC-8944-63EB4D41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C4AF86-2274-4B25-AA65-6F1E7BC5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63B1F6-444C-423F-974B-5978C07D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2AFD72E-3C1D-45F0-8419-8BC13A33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10F289A-A0C9-491E-84CF-F7733A4A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7625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789AE3B-D10A-4A14-A83A-49F0DBC3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E0AF14C-0161-4273-91EC-46CE9927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23355205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40D94D-8395-45AB-AAE3-CCEC6FC0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91CAD-0714-4870-8803-A825B769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A27F6-A946-4C5D-8FD1-5E64CDA6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26C6E-60E5-4ECE-ABCD-98D1DEE6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02AD1-EEDD-4AF4-93E9-D0279CF6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 в Фазе 1: что проверяем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8D8DE-B445-4324-BD2E-23082F01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62FAD-9F00-4492-911C-529AF751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92C04-26B6-45D1-89E0-6C27BB48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648FDC-AD78-4C77-A634-2031DE7C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D3372-D27E-4E45-BDDB-D5C81E03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2CCE5B-62FA-4A4C-BA9C-969E1DA5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4853FC-EDE9-4B9C-B8BE-A8B7C4DA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делаем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07FF8-C305-4BAB-A744-9E3BA23D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C2218D-BFF6-4EC0-8CBE-0E58CA1C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стать понятно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09D604-9965-4579-8D99-9B489D5B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732CE3-6B37-4D73-B1CD-90822BE6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829430-639D-40F5-99CD-2DB6E0FE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ED0CD9-1AA4-4801-8D96-DDF6084E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€700-€1.5k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93CA7E-E10C-4088-A24E-322A299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6D906C-4FE6-4259-A95F-8918273F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примеров Life Canvas, future-self и week trailer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D3045E-A215-447B-B665-264CB7EE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B4EF81-7ACE-42B8-9F21-A1C68857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визуальный вау и понятна ли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5864F7-44A9-4228-88B4-F94B5DED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52668-46DF-4AD9-904C-5342E7FC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F6921B-4722-495C-B799-D23A4F5E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89E86F-F967-4991-B6E5-ECD0598E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€500-€1.2k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0DC30F-1ADF-42F2-819F-6DFB4FF3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BC68C5-89D1-48B2-A67C-846804D5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лендинг, price test, lead capture, события activation/paid intent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BA87F7-5410-408D-A596-4569DB89A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B02025-2E88-4257-B2AC-529CE499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цена и формулировка дают signup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7C4551-3707-4F6B-B547-DA1E78DE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52E1EC-F350-4328-BBF9-F082385F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micro-tests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566D42-EFB7-49DC-9B58-8D5E630C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E38F03-9907-4D2C-A8B5-11E23691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€1k-€3k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EEB5C0-D063-4B6B-97F0-BD96FAE6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D85BB6-002E-46C8-A364-5BA4D4D2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5-10 micro creators / warm audiences / сторис-форматы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7E8166-FDBF-4D5B-B085-5B84D456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6ADB49-07F9-4A92-BC41-A1115B80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hooks вызывают интерес без тяжелой рекламы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DFA958-FA4B-4147-BB35-010B16D2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89E3DC-6069-4F23-A0CA-A132DC3B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creative tests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AA9C1C-48BE-4A15-9161-0759B7E5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7234FB-3EA9-4A2E-BDA8-2628A942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€500-€2k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275739-DA75-43E1-ABE4-BC0AC76B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26246D-FE4F-47A9-850F-53781A8F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Meta/TikTok tests по 3-5 hooks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D80F516-7AD6-4724-8417-F3C35272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0D8A4E-A903-4BEB-A6F2-B6E8ECD2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visitor/signup и первичная конверсия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D69DBA-4C39-48D8-B080-CCC67A79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948751-DF34-4F8F-B7B0-DF9AAE4A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552ECD-BD25-41B8-A384-AF7F9001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FE74F3-5C07-4384-BC03-1579262C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€800-€2k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CA6C68-CCB4-4B68-993B-57544CDB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E50A4E-25CF-47F6-ABA8-83D5EB2A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ручной forecast, интервью, paid-intent follow-up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1E3DB6-50D1-41C2-8BF9-62B7D708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A8513E-FCC3-437F-A8F0-872358C3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понимают ли users продукт и готовы ли платить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40C38A4-EFCE-4FA3-B1FA-0CF4A11A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34845806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DCC065-B5BB-40A3-ADC7-836EED46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4B007-259E-4384-9093-34BA8793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DB025-CD63-43BD-B3F6-0652CBE7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43BCD-15D9-40D1-8FE6-566BD6B7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7A511-B7FE-4D69-AC2C-89F305C3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Матрица маркетинговых hooks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F2F66D-E794-4458-A09A-9FE8D98B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3D3B5-9BA5-4761-8CCD-548E3ABD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C4FD2-6858-4992-9D60-69D79D6F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E8F29-2F28-485F-A365-294BF72D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13FB60-9F6F-46BD-857F-428D9C61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Кому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553C7-1D0E-4A69-ACA4-085DB209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6C252-ADBD-4B80-A9B8-CE317071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Формат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B04B7-412D-46F3-8CCD-A831C658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F0DEC-7597-4D5E-B631-90B70C51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C1344-6724-4A96-8A60-3D5D4AC8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54170F-5071-4014-8962-3BABF43E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“Твоя неделя как трейлер”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42A249-0AB5-4B1A-9503-7B944F77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BCEA1-C2BD-4609-92E9-19F02351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 / self-growth audience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00BF02-27C9-458F-BFDC-E9DEF4CB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339E55-658E-4176-BD18-D7E4A5F0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short video before/after week trailer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F86E8-216A-4A5D-A841-15535434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5ACB6-3B91-49FC-AD01-D68C4DCA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свой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F1ADAB-1D5B-4290-8E00-C5D241D7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E1579C-82F6-4F5B-B46F-16F06151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“Не гороскоп, а план недели”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4D13F2-5FB6-492F-98B1-0F8C75B2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298ABA-04A6-481A-AA76-5E5F298B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астро-аудитория с усталостью от generic прогнозов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C8BE47-A8F5-434C-A785-3C8C1A8C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A7B05A-E678-4B8A-8A49-BB9797E0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explanation + example Canvas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FE921A-4FA6-4A8C-BADE-2EC50E71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4531A9-5D31-4575-8179-683BCA06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пройти 7-day season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16F15A-5401-48D5-BB8E-10266CEB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A249C9-4C2E-4CB2-8EB0-F4C55CF7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“Future self изменился”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BD75E5-059A-4606-A7ED-9D09BCB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23F588-B7B0-414D-B6E9-2389C4B0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women 20-35, self-improvement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F9F59B-1E8A-4928-98C3-7C76E2B1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C39A09-EA81-45D6-8F20-66E13305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до/после Life Canvas + действие дня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C76E74-E208-4087-A811-5CD3F63F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999987-3605-4463-99C1-075C111A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увидеть future-self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CD074E-A0AB-4F41-95FA-1E2F2ACB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E19407-BE16-499F-97C2-81B2E79C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“Карманный прогнозист”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214C4-7D81-450E-9A40-6A6F5C4F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477B57-152E-4425-A911-A2B0407A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которым нужен личный ориентир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4DEBD2-D9B5-4532-B458-1E24EB1B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5ACD55-D868-4BEB-A067-F11A8F2D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screen walkthrough assistant memory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5DAEE4-53DB-4162-8213-9C86958D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26960C-D7CF-40D1-B6A8-AAFB55AA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прогноз недели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89B564-2925-4BD2-8CDC-6C28D79D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908021-B56C-44F3-BA99-4708F165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“Relationship / decision week”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6428A2-947D-45D2-8746-2DE7790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9BDCC0-3429-45DA-9C3E-5DF3D65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high-intent emotional moments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A0A6E8-6BA2-42D1-9E16-59E34845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24A6A59-62AC-4309-AFC9-6192F77C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недели + персональный вопрос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409506F-638B-4032-A11A-9B04C80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A1F4A6-9028-4CB5-BEA5-305ACD94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разбор недели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F0AE3C1-4622-47B2-B49D-7419BCFE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966157163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972F07-72ED-4F1E-846E-36CB1012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95A64-DDF5-46E8-A940-7F8AE4D9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C8FDF-C4F5-4311-9E4D-F34315E4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3CEE6-4BBD-42EB-95D1-7F74D638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B14242-5AA4-4D15-8A2D-6462B3F2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стратегия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DA15D-127B-49B6-8846-90A2FEF2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242D67-98AA-484A-B38E-10D782E9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Первые 100 не покупаются рекламой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92829-E207-478C-8BAD-EB0887DF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ручные weekly forecasts и concierge cohort. Цель: понять loop, а не installs.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C8BAF-6464-4F0D-AD22-E7D53D26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E40C2-17E1-4897-8E35-D8C8DD89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в astrology/self-growth/visual AI проходят 7-day season и показывают опыт, не generic 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57D4C-E0B6-4819-962F-096E42D1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1148B-58D1-490B-BAE4-FA91F674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и paid-intent CTA.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524256-265F-4BE0-8018-E59A800A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A7B20-C8E9-434D-8885-4943E9EB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и trailer week как viral layer после value moment.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D96C0E-D1AE-48A9-8F05-45062252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733345309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CDBA0C-E7D3-484E-87C0-CB7623D8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215D7-84BC-40CB-B0CF-1EE94178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8FA95-0F2B-4DED-A316-42683859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DC87E-5742-405F-A15A-878F1B47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14E14-ADA1-4713-8C0C-22B4AEC80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41D3E-FD3B-420B-80FE-48AF5A76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3B025-DF5F-4105-A595-A67BC793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895D9-ED12-4C8D-9656-6CF99CF6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2627B-6397-4BDD-96A8-3E0F16AF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E61D2-57C2-4EA3-95B1-0633A568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E1080D-E722-4671-AF31-06F8A9A2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863E13-1353-4655-875A-72D0B175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D3257-3449-43DC-BDDA-29BF77DE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51F01-6F8B-4BC6-9FBA-F93DD4B1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3184C-025A-4B4D-9624-0CDD146C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C1FCD6-574B-4D8A-8215-1483B64A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BA3F1-BC66-456F-B915-1213D701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B07532-4A51-4E8F-B943-1DC1271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3F2EF-995C-48A1-BD2C-2472529E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752F98-73E8-4ABE-AC8B-C60AF16A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B6BB7-0A27-4FA1-8D96-EB381DD5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955614156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8687D2-54CD-4D4B-86CA-C7590538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78CA5-31EA-4A38-A592-28A40446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63311-3FDA-4E0A-8CE8-5D2A6EB2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B6407-8339-49A0-9729-3A97DFF4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4ACAF-FF4E-4FF4-B424-56F3A0C3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1: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84B38-730A-4D18-B9E4-7D789A7F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DC817-88D7-460A-ACCB-33F597E1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B841A-F344-43B9-BE03-44C4478F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E6824-26C2-4876-9A3E-1618C46C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2B55E-BE5B-4AD3-B13F-2668CDA3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ED2506-ED8A-40A1-93F9-32FE8806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42E55-2A3A-49FA-87CE-47535E05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1A41C-D63F-4396-A1E3-D6DFF3E6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68D3B-8CD0-4D5C-A710-87387666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8B72B-4709-456B-81C7-22550CF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793EE-B21E-4633-AA3C-7ED5F227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1-7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9AB4F0-AB76-47BC-B9FC-EEFB2561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426156-6423-42A6-8108-273682FA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концепта, 5 visual examples, landing structure, сценарий интервью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500A2-D672-49AD-8A86-9BC20786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5B2B2B-1B60-4353-8291-141338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понятность идеи, сила visual hook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375813-13DA-4892-94D2-D6DE395D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E2DF3-43FA-4A7A-A5F4-6223C158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1-2 концепции оставляем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943BF0-93E0-4C86-A021-544FCB32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63061-6FCD-496D-81E7-6A374AE0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8-14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2303F-E7B8-41AD-A715-3261D9C2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57ABB4-5CBF-4F4E-B5B3-2F3FBD94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8-10 screens, prompt logic, first Life Canvas styles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67C50D-7AC1-4AE4-80BB-8E45F950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974CDE-234A-4A4D-BE7C-BCEDC319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пройти loop без объяснений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75B994-C699-4BB3-9685-B5212E4A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9857B5-A3D6-4373-86D4-49602020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MVP, что выкидываем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F71137-FEBE-4377-8516-B59F0471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AEECF7-4D65-43F2-B5B2-7FD87B94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15-21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BACC02-8C37-41BB-8DAD-ADC14AB4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E68CEE-6B9B-482F-9D68-0EE62D73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concierge cohort, ручные forecasts, first creator tests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C57599-EB6D-4CB2-8EB2-4EC5C721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05B9F8-058D-49DB-9123-BBD63C22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D1, понимание Canvas, qualitative objections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8ADA26-6B4E-48BD-B20D-DC4899D1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F8FECB-BC86-4B2D-A284-D5E8EBDA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продуктовая петля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429875-00CB-4EA4-863C-D767E8D1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8A46A2-2F69-4B33-B009-121A9307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22-30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B9BBE6-9777-4ADA-9D93-6AB7B264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D59E4D-ADEF-46DD-8257-05447B0E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test $9.99/$12.99/$14.99, paid intent, CAC signup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940C76-42A4-4764-91AB-A37C2755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42E640-3136-4045-B669-2C234246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&gt;5%, D1 &gt;20%, Canvas causality &gt;50%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C60809-E5AE-410E-9F4F-C97E89FB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D874C6-21FD-4C86-8F04-33D66AFC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go/no-go на MVP build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F18CEA-EA56-49E5-984C-7EE3434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203149737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776A51-FAC6-4D91-81B1-1E380347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B6A95-B798-4ABE-B941-AAF9FB1A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BBAA1-9EF3-4D1A-A3F4-A799C6D7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B9F11-9275-4CAC-9119-51C1B818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33F20-BD70-4A3D-94F6-8AC35766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2: если Фаза 1 проходит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1E2C83-D100-4A4E-A53D-35CB63F9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F1C08-9078-4B64-8FB6-E915BD73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13A6B1-FF89-41EA-82E4-09DC9160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E8044-E80B-480D-A3E8-4C661D60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6FD41-660D-4CAF-B827-71753266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строим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B4C2B-9942-455B-9DB3-5351588C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0D866-934B-45E6-8B0A-AC2A01D0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Зачем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C1C49D-20D4-4332-BF35-B1A568CC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7645B3-072C-48DB-B7ED-F34AD946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8E0FA9-7826-423A-820B-3577FE69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E7607F-B91C-4069-8F9E-9E70ABC4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C39C1-F6FA-45AE-91AA-64B4A6CC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90925E-E813-4AE3-8AA2-217845F5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prototype, auth, onboarding, weekly season, daily cards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70A6E5-3BA2-4A94-8D61-3EE71585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5ACE77-AF86-41FE-B40A-09B61E2F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дать пользователю пройти loop без ручного сопровождения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A60ABF-67C5-4797-81AF-740E08CB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7FE46-EFC9-440D-95BD-5EE5A416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 активных пользователей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D2C3B7-8CA5-4505-8D0B-1CB72ACF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D9920A-F39A-458B-8736-B8806F0A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05B822-11AD-4021-B4C7-8930FD7D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A76FFB-75FD-4E6A-BD35-BFEBE3E6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 prompts, Runway workflow, retry limits, COGS logging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0CA60A-C216-41CA-9BE6-DC50C3F3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2BD1D5-EEA7-43B9-B242-00083F59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контролировать стоимость каждого generated asset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9890F5-5183-4DB9-9ADC-8467080A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733386-89E8-436B-A8BC-8737570B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paid user &lt;$4/мес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6AB405-A068-43C2-A2A8-5ABB3510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06897C-9C6F-44E7-8B90-81262C77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test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674D02-DEF6-4D3B-B101-5E493185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010C55-6D97-4776-BCBB-78E08207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test, Visual Plus, annual, premium token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301F15-E936-4A68-A784-2D889D6B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73F6C2-8EF0-4F19-A964-FDE78435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найти рабочую цену до масштабного маркетинга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CD5D6B-2D0C-4C6F-9F5C-2DE56798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258936-48DB-4E70-B8D5-45BC9129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 2.5-3%+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4E2DE2-77B4-4643-847F-F0DEFCF4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D8668E-B40C-42A9-95E4-727C4011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scale 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6123A5-05F0-4090-8E00-6777136C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92226F-08D1-4B4F-B680-237FEB0A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pack, 10-20 hooks, small paid budget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24DC48-F9CC-4C56-B95C-448E6A19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5192D7-C049-4846-B5CC-19A83319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понять, можно ли привлекать не только warm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EB3DD6-1801-4297-ADE4-A0DE6743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6A0C8F-3AEA-4205-B79A-F257B196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в допустимом диапазоне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93DEC7-564B-4720-B148-AD69AAE1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BB5260-EA50-4248-9026-54D66845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decision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501C19-8CF9-4BF4-B561-358C798D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93844B-DA6E-4347-ACFC-E04A90FA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/ backend / analytics / billing roadmap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4977B8-CD4A-411C-9C01-A557FA43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DDC328-CCDA-4CA2-89C4-9422F7C2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переходить от проверки к разработке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92CC4-8E8A-43F6-91F4-63AAC979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D32B039-F5E8-4F65-96B9-83B2AE15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retention + paid intent сходятся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A5F35DD-6263-4508-AAE9-25DC17C6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82915295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FEB9D3-2B45-484E-A06E-8688235B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25BCA-3C45-4A43-A0B5-0B00C93A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DEB55-D39A-479F-86EA-FBE0A628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08DFB-B4D2-481C-A631-61F062AC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A45D7-8134-42FF-BB65-38A6F9ED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Scope продукта: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DCA4B-4EAB-42DF-BE08-EE8F69D1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F52F82-4751-4247-B290-FBF7E7B3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F5369E-9969-4898-9A80-EBA308F7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7FD77-FD71-4D75-B2A0-292DE4D4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3933D9-92E8-48DB-AE97-88A8F644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3A9397-C468-4D9A-AC3F-78EB1335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59D08-2557-4D4D-86A0-7253D6EB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5A986-9CC8-42F1-B0C8-4ECB0DCF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F1EF08-ADC4-4CDC-971E-E931E85D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ADDF8-2F4E-45E9-8032-B0DAF3C1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250C3-0128-496E-9951-DF795730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8BE7FC-ADA4-4F1A-99D6-0C61884E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B8AEB9-7E8A-491E-8210-0463BF41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C6FBD-C773-4812-A9FA-7766A524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E96A1A-011C-4742-ABBE-DF4639B2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и deeper memory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51E021-6B48-4043-983C-E7AC21E7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53B147-1124-4913-B202-C9E14CAC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нужно доказать causality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2472D1-4CC7-4739-81FF-6F3623D1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C23CF-8572-40C0-A601-67D82AC6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B8ABC2-3A65-4526-9CFF-C76374E5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6EC4AB-61D8-4925-8D3B-1E7B6A70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D6A435-9F31-4471-AA2F-1549DF01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8DB1EA-F5EC-471F-A26D-960414D7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98F071-91EF-444E-B64C-5710D0F8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349354-D6E6-4B7F-ADA2-384C52B7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дешевле и быстрее валидировать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99AD96-A305-4A58-9933-5113B986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EC187D-CE74-4D13-987C-54EA21EE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007BAD-113A-47C0-AA1A-48B4BD1E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497CC6-26C1-4F3C-AE45-A4571C11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601237-70EA-4FAC-BE62-EC3976E6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4D7A58-C07C-4855-A67A-30B4D39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115485-A470-4525-937A-BD5AC6EE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14609C-1982-4C6A-89DB-FF0C6821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F871F0-05D5-43AA-8CD1-BBB22422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D702CF-771F-41F0-94DF-DD4A0789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F6C6FD-2F95-4314-8326-61D6D338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2156A3-A066-4E15-8296-828FE73B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DE1CBC-9B04-4774-AD2C-D7F992A4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F0F55B-01F5-41D8-9550-A307E8FD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EAC8BD-6173-4319-95B7-14227CA7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43467A-6664-4E2D-921A-BC351A12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избегаем complexity до retention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39C2169-3E35-44E3-8B7A-4C0ED733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A54293E-EB71-4F0A-B02D-7AB02956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646B7B-D149-4171-98C9-73D83589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E877674-8A3D-4948-AE6E-17D84CD4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92E388-8C29-4605-A06C-DC1F1121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37AD47-675E-4ABB-8D5D-F0D430C4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28B7E8-E83B-4596-A71B-998CCD29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5825D1C-5AA3-4578-8ECF-8188D8DA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social network до доказанной core value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9CEB788-DF11-4AFF-AE13-095CA9D3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068941265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E89217-8EFA-494D-8D65-BC6E5191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9F9B6-4A48-4E44-9F02-D75AEA2E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16BF0-75A6-419A-B1D6-FDF08B78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8FC69-6DDC-4A05-866F-AA9BA845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2A316-5C52-4359-849E-E947B0B0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E2B4E-C8BF-49AD-BDDA-6615E112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79157-1835-4296-9211-2D2D9055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024A6-2D07-42C3-9DFC-603E7CC9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F87A6-35FB-452B-B2D8-B25C8558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92F65-CBAE-4BAB-A928-73473E99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49116E-6FF4-44FE-8316-8B1C0A57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30991E-A169-4C01-8B35-AA1C73F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73DC2-7AA3-4C2C-B4EC-8A675975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A95BC-25EC-4455-8EC5-3AB99003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6DCAC2-3566-456B-950C-56A4EAC1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9C54F0-C428-4F8C-9E62-EC7BEDFA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09F93D-4B76-46C2-A61F-3B1A4F26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73733-E196-477F-8BC1-F8523F92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weekly life-series и action, не fate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B7EDC-0417-48D0-BF48-C3DC2A11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2F09D-F975-4685-A395-0C3AA24D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EF1CA8-A961-4DDB-89C4-41C69F86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B797E1-4B64-4578-88D7-308F5805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D92061-C34A-4211-9771-221277B3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A706DC-55A8-433E-A590-CA7DBA72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cause рядом с Canvas и связывать с action/reflection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B7E2E4-8032-4613-AAA3-B216533B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D66538-9AD2-46FB-A227-7C75DDB5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6E8C0F-7683-4CEF-9D95-3E4D6DC6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DF3983-84D3-4CAA-830D-2274F87F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95C6CC-94B1-417D-B1D3-EF9B776C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96A6B0-2A04-46A5-A952-2A854BC9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501E70-9412-4209-AB8D-625E2828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EC3625-9548-4C62-AEBB-B0992DEB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667709-9D68-4163-8CEB-AA488473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C9B5F7-84BB-4DE8-8073-3C97A6B3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C4023A-56E4-4FFC-8C23-9E65F6ED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594DA6-7415-4B94-AC1E-D594B24B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и memory guardrails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CA3FD8-5E6D-4E0C-9588-89B3FDE2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6283AA-2215-43A7-AB48-E58EB063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5937E2-DE46-44BD-90CF-6F1341EC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C8CDDB-49DF-424B-A7FC-F60D6E61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5BC6A3-E59A-4D03-8603-1FF50006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1D873D-5FDD-483E-AC9A-C8EA21F6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и price tests by cohort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BFA69F-582C-41F0-A911-38BD578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246393667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95517E-A4B9-4645-8870-DE51B4E4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E7C07-CA5F-4B4F-9701-35522B69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255C9-D3B7-4177-9000-893630CA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6028C-87B5-4F79-A7F5-3C60D22E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5E662-3989-4CD7-9113-6F429FC1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роста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A32C0-E325-4EDA-9354-7777BA63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D3A5E-686D-4985-B90A-07A5C0B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A0D48-367D-4B2F-844A-5D5E513C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ED33-1431-494B-A893-E5F5BF41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4006E-2BC7-46E1-BC80-393DF121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CF1AB-55B8-4EAD-BD78-22FA240D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AD4AE-CE27-4DAB-8FD4-285159A0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77EC4-880D-4B62-8FCF-E32D6AAC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80E47-0836-48C2-8BC7-7522DDA4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44D2E-83AA-4A58-A39E-66C1E365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09F0B2-7C05-471D-9F78-96938D5A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51DAD-F93A-45D1-9283-CEE16147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BA2262-652A-4658-A0AE-19DC4DB6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0CA95-7C58-4599-BE89-E4982D42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02891A-440D-4AF7-8ADD-3EBAF80F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182021-F1D4-41B7-BB8D-718FE71A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5DE54A-5554-4D1D-84E8-4B826E48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61743B-7B8E-44FB-BA50-F15142DD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8A5CF0-5549-404A-BC4F-641367BE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A58562-B6C9-483C-8A88-FF93A54F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3C3679-C044-4AF5-92CD-9D50CFEB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Roadmap остается узким, пока loop не доказан: сначала causality, затем retention, затем paid scale.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3CC067-B7A2-40E6-8245-95E4135A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485419218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BB6205-B22A-4E79-8FF4-B65EB63F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F131A-859B-4535-B791-97F7CA63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46B6E5-69FC-4682-B6EB-51FDA2F1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BE398-1456-4D3E-8551-6ED91F69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3CBD5-68FB-4374-A109-6FAF46CD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нужно строить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7AB8AE-62FD-4E31-B443-539B28B6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51BB2-0496-473F-86C7-15C41F6F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1C6AF-0DA1-44BA-90BC-AA27D2F1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visual self-guidance app: пользователь вводит birth data/context, получает прогноз, делает daily micro-actions и видит, как развивается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3D348-7308-43FB-BCFC-A58C7144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53490-D9F1-4BE6-BB2F-FAEABEB4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один premium video token 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848EA-4312-4B08-907D-D04A8B0B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4B9F25-3870-4EB6-86EF-331DFD88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 стартовый тест, $12.99 blended/base, $14.99 visual bundle с 4 видео/мес, $4.99-$9.99 premium tokens, no unlimited generation.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A9261C-178A-4382-A40D-9DBD8E2E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87427-0C9F-4348-83B6-ECEBAB3A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Начать с interviews и concierge cohorts, затем creator-led proof, затем маленькие paid tests вокруг visual week/future-self hooks.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FC9CA8-56E1-48A7-AEA7-296463B8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0E25B0-55D5-4EAE-AEBA-CC30FD11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Stop/pivot, если users не объясняют Canvas causality, D1 ниже 20%, paid intent ниже 5% или video COGS нельзя контролировать.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5B3BB-35DA-4CAB-B20A-A7D23339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C7BD15-6918-4E36-95FD-69D8D0AE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Сделать 3-5 visual examples, clickable prototype, 30-user cohort и один pricing/token experiment.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9AECE9-9E4E-4317-86CA-222D2513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521276818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04B020-5237-4422-B9D0-F9411289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E5655-4D85-4326-B584-69FC8470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3C9D2-51F5-4010-B2C0-E6242E55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D109F-CE4C-4659-BF07-B666D054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0E72D-BE19-4E81-8633-E093E39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Оффер: Фаза 1 validation sprint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C106EE-0546-4BD7-9C4E-F58AFF70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C9095-0F29-4CBC-9DAA-9A1F99B7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3336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73915-E2AE-4837-A718-3A75E46E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€4k-€10k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9B98B-7C26-4A20-B8DF-41D7A503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1905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</a:t>
            </a:r>
          </a:p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sprint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77517-4402-4190-8438-44781CF2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952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разработка + маркетинг + первые запуски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851BDA-DE66-404A-B50E-2FB29CB8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81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5F50D-AE94-4165-B411-935718D1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47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2D83F-76E8-40F6-B183-FC62A2AC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81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482E6-E89B-4539-8AB2-61329655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447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€4k-€10k Фазы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BA09F-97B1-4370-8474-CDBC2EDE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381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A75177-9947-4D60-8288-5A515210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447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пока не входит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764AC8-320D-467C-9D05-8E85DC77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14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26BD51-1E89-45F9-BAB6-926CA6F7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81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BD2967-24AD-4727-9A01-ABE4EFBF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14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4732BB-4747-4DF4-803B-5A2A4BC2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81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8-10 clickable screens, product flow, onboarding, paywall logic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9B034-4AF9-4E97-A6DB-E029374A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14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F68320-E805-42D0-AADE-99652E75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981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полноценное native mobile 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5B8DC8-536C-40F0-A32D-38B415B6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479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EAFCA3-92FB-4937-99A1-28C25978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5146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D8B297-4F83-472F-9779-B4A79245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479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227ED-9DA8-4EE7-A9DD-EDC31FFB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146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Life Canvas / future-self / week trailer examples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225BB6-A29E-45F6-8ECA-5F0A7630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6C660F-7992-49FE-8AB4-D76898A9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5146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production-grade генерация на scale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892267-C0CA-4599-96EF-75BE2CE5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813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081E06-88CB-4F9B-89EB-50ABAE6C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logic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D651C6-C63B-4FAE-9602-98D53EAA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813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3788FC-339F-489C-B8D7-86AEF8F4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480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manual/semi-automated Runway/image workflow, COGS tracking sheet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A049E3-0F40-403F-AB4A-4A372948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CAD351-A695-446C-A690-B04CD745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480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backend с unlimited generation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A264D3-BEEB-452B-90BC-8219C9FB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147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BED352-6D96-4F80-94AB-1DC7A8F0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5814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0FFB47-1DD2-43A3-BD24-44DBC0CD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147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93FEB2-83CE-4C78-900F-4238438A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814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simple landing, price test, lead capture, activation/paid-intent 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3F649F-E7C0-42C5-AD44-25C93BFA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147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293EBB-ADF9-4957-A3EB-90644B74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4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сложная аналитика и CRM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4FC86A-AE0D-4146-8689-B2B0A61E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48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99D55F-794B-4DCB-8EC8-C94A335B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14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 launch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4E5F1A-44C0-489D-9E99-7B7C148A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48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3ACC1A-815D-46E7-8501-8F7C83C2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14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hooks, small paid tests, first warm/cohort launch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69A81B-05F1-49C8-8F7B-7FFA1E6A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48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B144D1-BA9C-47F5-AF4C-9CACC2FB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114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масштабный performance marketing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B2C21E-CD67-499B-B722-56A57C8E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81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A5830E-2169-46F0-9A0C-9DDCB54A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648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pack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BF0C17-D359-4376-8D14-EC6F2E5A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81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C5C41E-F0D3-40CC-827E-DF6D3D59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cohort plan, interview script, metrics, go/no-go report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F402945-6CE3-4192-A803-591704FB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81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231225-F8D0-4475-84D1-C053691E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48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гарантированный revenue или scale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1DAA2C-A648-40B1-89AF-454BAA11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оффера: €4k-€10k — это разработка + маркетинг + первые запуски для проверки, а не full-scale app.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3447FE7-7DE9-4002-ABD0-A07711FC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468530207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0E1066-FBC9-4651-BBFA-8A94002A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71E34-4874-4CF0-9185-3BD6251A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AB69C-35D0-418E-8C1B-CCF2BAEE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1EF3E-2556-4CB3-94E5-9D4ECD38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8587C-982E-4CCC-ABD3-71E91AFE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Контакты / 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9CA9D-9A6B-4E76-890E-C0263AEE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F55E8-8DE0-437F-BEF1-83B73DAE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44ED8B-1DDC-4C80-B14D-2E435C8F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visual examples, собрать clickable prototype, протестировать первых 30 users и проверить, понимают ли они causality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72470-3F89-4F27-B4A3-D6E07D2A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58EA7-4B78-4C3B-8F15-2C381B12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5565436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2026-06-05T15:52:07.0010000Z</dcterms:created>
  <dcterms:modified xsi:type="dcterms:W3CDTF">2026-06-05T15:52:07.0010000Z</dcterms:modified>
</coreProperties>
</file>