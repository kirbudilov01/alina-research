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cb59004e0c4e65" /><Relationship Type="http://schemas.openxmlformats.org/officeDocument/2006/relationships/extended-properties" Target="/docProps/app.xml" Id="Ra185b0071b864c3d" /><Relationship Type="http://schemas.openxmlformats.org/officeDocument/2006/relationships/officeDocument" Target="/ppt/presentation.xml" Id="Rf8cfa8ba110e4b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551a1ce605d4e12"/>
  </p:sldMasterIdLst>
  <p:notesMasterIdLst>
    <p:notesMasterId xmlns:r="http://schemas.openxmlformats.org/officeDocument/2006/relationships" r:id="R9ebb215100064a90"/>
  </p:notesMasterIdLst>
  <p:sldIdLst>
    <p:sldId xmlns:r="http://schemas.openxmlformats.org/officeDocument/2006/relationships" id="256" r:id="Rb36de671e065413f"/>
    <p:sldId xmlns:r="http://schemas.openxmlformats.org/officeDocument/2006/relationships" id="257" r:id="R40f56a6a099b4667"/>
    <p:sldId xmlns:r="http://schemas.openxmlformats.org/officeDocument/2006/relationships" id="258" r:id="R21b28c6831a742d8"/>
    <p:sldId xmlns:r="http://schemas.openxmlformats.org/officeDocument/2006/relationships" id="259" r:id="R0375fc22d7374fa2"/>
    <p:sldId xmlns:r="http://schemas.openxmlformats.org/officeDocument/2006/relationships" id="260" r:id="Rbb74e9a1864f40df"/>
    <p:sldId xmlns:r="http://schemas.openxmlformats.org/officeDocument/2006/relationships" id="261" r:id="R849c3966c672432c"/>
    <p:sldId xmlns:r="http://schemas.openxmlformats.org/officeDocument/2006/relationships" id="262" r:id="R8936dcf9f0484b17"/>
    <p:sldId xmlns:r="http://schemas.openxmlformats.org/officeDocument/2006/relationships" id="263" r:id="Rb11ad9da17e541bd"/>
    <p:sldId xmlns:r="http://schemas.openxmlformats.org/officeDocument/2006/relationships" id="264" r:id="R4edbb06af44240d6"/>
    <p:sldId xmlns:r="http://schemas.openxmlformats.org/officeDocument/2006/relationships" id="265" r:id="R8c06994fdcf74933"/>
    <p:sldId xmlns:r="http://schemas.openxmlformats.org/officeDocument/2006/relationships" id="266" r:id="Rc75ce15ed7064cd0"/>
    <p:sldId xmlns:r="http://schemas.openxmlformats.org/officeDocument/2006/relationships" id="267" r:id="Rf570ea09df1b498d"/>
    <p:sldId xmlns:r="http://schemas.openxmlformats.org/officeDocument/2006/relationships" id="268" r:id="R65f83706fb0c4cad"/>
    <p:sldId xmlns:r="http://schemas.openxmlformats.org/officeDocument/2006/relationships" id="269" r:id="Rf39c8cf2113e44fa"/>
    <p:sldId xmlns:r="http://schemas.openxmlformats.org/officeDocument/2006/relationships" id="270" r:id="R13e808d72bae4f97"/>
    <p:sldId xmlns:r="http://schemas.openxmlformats.org/officeDocument/2006/relationships" id="271" r:id="Rd64c23c4145c4966"/>
    <p:sldId xmlns:r="http://schemas.openxmlformats.org/officeDocument/2006/relationships" id="272" r:id="R907b4941fb47422d"/>
    <p:sldId xmlns:r="http://schemas.openxmlformats.org/officeDocument/2006/relationships" id="273" r:id="Rb3b55067f6804b8f"/>
    <p:sldId xmlns:r="http://schemas.openxmlformats.org/officeDocument/2006/relationships" id="274" r:id="R968bed1fad4b463b"/>
    <p:sldId xmlns:r="http://schemas.openxmlformats.org/officeDocument/2006/relationships" id="275" r:id="Rb3a806e8bddf47fc"/>
    <p:sldId xmlns:r="http://schemas.openxmlformats.org/officeDocument/2006/relationships" id="276" r:id="R3df6cbcadacd47d8"/>
    <p:sldId xmlns:r="http://schemas.openxmlformats.org/officeDocument/2006/relationships" id="277" r:id="R31ff1d213d8b4b82"/>
    <p:sldId xmlns:r="http://schemas.openxmlformats.org/officeDocument/2006/relationships" id="278" r:id="R6c63798c37274262"/>
    <p:sldId xmlns:r="http://schemas.openxmlformats.org/officeDocument/2006/relationships" id="279" r:id="Rf154d8963bb74b5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51a1ce605d4e12" /><Relationship Type="http://schemas.openxmlformats.org/officeDocument/2006/relationships/theme" Target="/ppt/theme/theme1.xml" Id="R637baef45ea84bf6" /><Relationship Type="http://schemas.openxmlformats.org/officeDocument/2006/relationships/notesMaster" Target="/ppt/notesMasters/notesMaster1.xml" Id="R9ebb215100064a90" /><Relationship Type="http://schemas.openxmlformats.org/officeDocument/2006/relationships/presProps" Target="/ppt/presProps.xml" Id="R4e88cd02ea8e4766" /><Relationship Type="http://schemas.openxmlformats.org/officeDocument/2006/relationships/viewProps" Target="/ppt/viewProps.xml" Id="R3a53d038899242f6" /><Relationship Type="http://schemas.openxmlformats.org/officeDocument/2006/relationships/tableStyles" Target="/ppt/tableStyles.xml" Id="R9588b41330854e77" /><Relationship Type="http://schemas.openxmlformats.org/officeDocument/2006/relationships/slide" Target="/ppt/slides/slide1.xml" Id="Rb36de671e065413f" /><Relationship Type="http://schemas.openxmlformats.org/officeDocument/2006/relationships/slide" Target="/ppt/slides/slide2.xml" Id="R40f56a6a099b4667" /><Relationship Type="http://schemas.openxmlformats.org/officeDocument/2006/relationships/slide" Target="/ppt/slides/slide3.xml" Id="R21b28c6831a742d8" /><Relationship Type="http://schemas.openxmlformats.org/officeDocument/2006/relationships/slide" Target="/ppt/slides/slide4.xml" Id="R0375fc22d7374fa2" /><Relationship Type="http://schemas.openxmlformats.org/officeDocument/2006/relationships/slide" Target="/ppt/slides/slide5.xml" Id="Rbb74e9a1864f40df" /><Relationship Type="http://schemas.openxmlformats.org/officeDocument/2006/relationships/slide" Target="/ppt/slides/slide6.xml" Id="R849c3966c672432c" /><Relationship Type="http://schemas.openxmlformats.org/officeDocument/2006/relationships/slide" Target="/ppt/slides/slide7.xml" Id="R8936dcf9f0484b17" /><Relationship Type="http://schemas.openxmlformats.org/officeDocument/2006/relationships/slide" Target="/ppt/slides/slide8.xml" Id="Rb11ad9da17e541bd" /><Relationship Type="http://schemas.openxmlformats.org/officeDocument/2006/relationships/slide" Target="/ppt/slides/slide9.xml" Id="R4edbb06af44240d6" /><Relationship Type="http://schemas.openxmlformats.org/officeDocument/2006/relationships/slide" Target="/ppt/slides/slide10.xml" Id="R8c06994fdcf74933" /><Relationship Type="http://schemas.openxmlformats.org/officeDocument/2006/relationships/slide" Target="/ppt/slides/slide11.xml" Id="Rc75ce15ed7064cd0" /><Relationship Type="http://schemas.openxmlformats.org/officeDocument/2006/relationships/slide" Target="/ppt/slides/slide12.xml" Id="Rf570ea09df1b498d" /><Relationship Type="http://schemas.openxmlformats.org/officeDocument/2006/relationships/slide" Target="/ppt/slides/slide13.xml" Id="R65f83706fb0c4cad" /><Relationship Type="http://schemas.openxmlformats.org/officeDocument/2006/relationships/slide" Target="/ppt/slides/slide14.xml" Id="Rf39c8cf2113e44fa" /><Relationship Type="http://schemas.openxmlformats.org/officeDocument/2006/relationships/slide" Target="/ppt/slides/slide15.xml" Id="R13e808d72bae4f97" /><Relationship Type="http://schemas.openxmlformats.org/officeDocument/2006/relationships/slide" Target="/ppt/slides/slide16.xml" Id="Rd64c23c4145c4966" /><Relationship Type="http://schemas.openxmlformats.org/officeDocument/2006/relationships/slide" Target="/ppt/slides/slide17.xml" Id="R907b4941fb47422d" /><Relationship Type="http://schemas.openxmlformats.org/officeDocument/2006/relationships/slide" Target="/ppt/slides/slide18.xml" Id="Rb3b55067f6804b8f" /><Relationship Type="http://schemas.openxmlformats.org/officeDocument/2006/relationships/slide" Target="/ppt/slides/slide19.xml" Id="R968bed1fad4b463b" /><Relationship Type="http://schemas.openxmlformats.org/officeDocument/2006/relationships/slide" Target="/ppt/slides/slide20.xml" Id="Rb3a806e8bddf47fc" /><Relationship Type="http://schemas.openxmlformats.org/officeDocument/2006/relationships/slide" Target="/ppt/slides/slide21.xml" Id="R3df6cbcadacd47d8" /><Relationship Type="http://schemas.openxmlformats.org/officeDocument/2006/relationships/slide" Target="/ppt/slides/slide22.xml" Id="R31ff1d213d8b4b82" /><Relationship Type="http://schemas.openxmlformats.org/officeDocument/2006/relationships/slide" Target="/ppt/slides/slide23.xml" Id="R6c63798c37274262" /><Relationship Type="http://schemas.openxmlformats.org/officeDocument/2006/relationships/slide" Target="/ppt/slides/slide24.xml" Id="Rf154d8963bb74b5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b676a3206454f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66e236a6e84baf" /><Relationship Type="http://schemas.openxmlformats.org/officeDocument/2006/relationships/notesMaster" Target="/ppt/notesMasters/notesMaster1.xml" Id="Rbf535f5472074b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aedd55131a48c5" /><Relationship Type="http://schemas.openxmlformats.org/officeDocument/2006/relationships/notesMaster" Target="/ppt/notesMasters/notesMaster1.xml" Id="R1449c79ce3d64d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5dc643a65a447b" /><Relationship Type="http://schemas.openxmlformats.org/officeDocument/2006/relationships/notesMaster" Target="/ppt/notesMasters/notesMaster1.xml" Id="Re7629c01181648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497c52e29b2437c" /><Relationship Type="http://schemas.openxmlformats.org/officeDocument/2006/relationships/notesMaster" Target="/ppt/notesMasters/notesMaster1.xml" Id="Rea186fc70d4542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88ff9de1404435" /><Relationship Type="http://schemas.openxmlformats.org/officeDocument/2006/relationships/notesMaster" Target="/ppt/notesMasters/notesMaster1.xml" Id="R2c5bc4fd213144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8f1df3e84af4b26" /><Relationship Type="http://schemas.openxmlformats.org/officeDocument/2006/relationships/notesMaster" Target="/ppt/notesMasters/notesMaster1.xml" Id="R96035cd4b62148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decfb4f4cbc4b0f" /><Relationship Type="http://schemas.openxmlformats.org/officeDocument/2006/relationships/notesMaster" Target="/ppt/notesMasters/notesMaster1.xml" Id="Rab8a4b55fca349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aa83294759f4d10" /><Relationship Type="http://schemas.openxmlformats.org/officeDocument/2006/relationships/notesMaster" Target="/ppt/notesMasters/notesMaster1.xml" Id="Rf75cd3616a764f9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e6b23e89af04d6f" /><Relationship Type="http://schemas.openxmlformats.org/officeDocument/2006/relationships/notesMaster" Target="/ppt/notesMasters/notesMaster1.xml" Id="R66f417aa9a5042c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840bac53f3d4245" /><Relationship Type="http://schemas.openxmlformats.org/officeDocument/2006/relationships/notesMaster" Target="/ppt/notesMasters/notesMaster1.xml" Id="Rbc1d05c69568484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94f0681afd94f80" /><Relationship Type="http://schemas.openxmlformats.org/officeDocument/2006/relationships/notesMaster" Target="/ppt/notesMasters/notesMaster1.xml" Id="R3d5a6883b9d1494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4c6ab53d4f64e62" /><Relationship Type="http://schemas.openxmlformats.org/officeDocument/2006/relationships/notesMaster" Target="/ppt/notesMasters/notesMaster1.xml" Id="R978908932c4b49f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e8bc9a0cfff4916" /><Relationship Type="http://schemas.openxmlformats.org/officeDocument/2006/relationships/notesMaster" Target="/ppt/notesMasters/notesMaster1.xml" Id="R01219b690ac047e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798a9d4472a41b3" /><Relationship Type="http://schemas.openxmlformats.org/officeDocument/2006/relationships/notesMaster" Target="/ppt/notesMasters/notesMaster1.xml" Id="R68c347a7f3dd402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dcdd04b8de9466c" /><Relationship Type="http://schemas.openxmlformats.org/officeDocument/2006/relationships/notesMaster" Target="/ppt/notesMasters/notesMaster1.xml" Id="Rdbe86434aa8c44c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93142d38c1d4878" /><Relationship Type="http://schemas.openxmlformats.org/officeDocument/2006/relationships/notesMaster" Target="/ppt/notesMasters/notesMaster1.xml" Id="R77b0f26ec9b94cc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889929532454d8d" /><Relationship Type="http://schemas.openxmlformats.org/officeDocument/2006/relationships/notesMaster" Target="/ppt/notesMasters/notesMaster1.xml" Id="R20c69d26b813416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57399c4f1e64d82" /><Relationship Type="http://schemas.openxmlformats.org/officeDocument/2006/relationships/notesMaster" Target="/ppt/notesMasters/notesMaster1.xml" Id="Rfcad3d99e3d94c7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7f6313ca4d843fe" /><Relationship Type="http://schemas.openxmlformats.org/officeDocument/2006/relationships/notesMaster" Target="/ppt/notesMasters/notesMaster1.xml" Id="Rded5e619949d4a6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21445e389754a64" /><Relationship Type="http://schemas.openxmlformats.org/officeDocument/2006/relationships/notesMaster" Target="/ppt/notesMasters/notesMaster1.xml" Id="Rd506aed1437644f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3fca7518a834c84" /><Relationship Type="http://schemas.openxmlformats.org/officeDocument/2006/relationships/notesMaster" Target="/ppt/notesMasters/notesMaster1.xml" Id="R5ba89ce28fae414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52e12a8d0e34dd2" /><Relationship Type="http://schemas.openxmlformats.org/officeDocument/2006/relationships/notesMaster" Target="/ppt/notesMasters/notesMaster1.xml" Id="R37dac05c0cef4ae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1deee9108e44780" /><Relationship Type="http://schemas.openxmlformats.org/officeDocument/2006/relationships/notesMaster" Target="/ppt/notesMasters/notesMaster1.xml" Id="R492847434bbf469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0e36e66d01c470d" /><Relationship Type="http://schemas.openxmlformats.org/officeDocument/2006/relationships/notesMaster" Target="/ppt/notesMasters/notesMaster1.xml" Id="Rd8fac792264346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3fa84648ec437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c57ca7fa8304461" /><Relationship Type="http://schemas.openxmlformats.org/officeDocument/2006/relationships/slideLayout" Target="/ppt/slideLayouts/slideLayout2.xml" Id="R6f0550ef9a1149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0550ef9a1149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66c53b515c4a7b" /><Relationship Type="http://schemas.openxmlformats.org/officeDocument/2006/relationships/notesSlide" Target="/ppt/notesSlides/notesSlide1.xml" Id="Rc0ee773975ba4a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acb57825f240e4" /><Relationship Type="http://schemas.openxmlformats.org/officeDocument/2006/relationships/notesSlide" Target="/ppt/notesSlides/notesSlide2.xml" Id="R2a902014442248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31581cdaf24753" /><Relationship Type="http://schemas.openxmlformats.org/officeDocument/2006/relationships/notesSlide" Target="/ppt/notesSlides/notesSlide3.xml" Id="R7e67dcfb597547e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5d61b764114862" /><Relationship Type="http://schemas.openxmlformats.org/officeDocument/2006/relationships/notesSlide" Target="/ppt/notesSlides/notesSlide4.xml" Id="R4f35c77f34f941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0ecd3e9d214e7a" /><Relationship Type="http://schemas.openxmlformats.org/officeDocument/2006/relationships/notesSlide" Target="/ppt/notesSlides/notesSlide5.xml" Id="Raba9d08ac00847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06c050922c4d2e" /><Relationship Type="http://schemas.openxmlformats.org/officeDocument/2006/relationships/notesSlide" Target="/ppt/notesSlides/notesSlide6.xml" Id="R414195cf86ed4d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ab8a987c984988" /><Relationship Type="http://schemas.openxmlformats.org/officeDocument/2006/relationships/notesSlide" Target="/ppt/notesSlides/notesSlide7.xml" Id="R3587cf7b75e640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8ff5b8d6ef4f76" /><Relationship Type="http://schemas.openxmlformats.org/officeDocument/2006/relationships/notesSlide" Target="/ppt/notesSlides/notesSlide8.xml" Id="R893e002129a24ce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819ee8ab88483b" /><Relationship Type="http://schemas.openxmlformats.org/officeDocument/2006/relationships/notesSlide" Target="/ppt/notesSlides/notesSlide9.xml" Id="R3e6e98f14d9a430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93a067091043e2" /><Relationship Type="http://schemas.openxmlformats.org/officeDocument/2006/relationships/notesSlide" Target="/ppt/notesSlides/notesSlide10.xml" Id="Rc81bfda8482b45c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0380ba2e6f419e" /><Relationship Type="http://schemas.openxmlformats.org/officeDocument/2006/relationships/notesSlide" Target="/ppt/notesSlides/notesSlide11.xml" Id="R97a59e550a3f444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8d31a582254ad5" /><Relationship Type="http://schemas.openxmlformats.org/officeDocument/2006/relationships/notesSlide" Target="/ppt/notesSlides/notesSlide12.xml" Id="Rb6473a949719423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7acbf2144241fc" /><Relationship Type="http://schemas.openxmlformats.org/officeDocument/2006/relationships/notesSlide" Target="/ppt/notesSlides/notesSlide13.xml" Id="R9be8aaa374d34b3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d13c943a0b46c5" /><Relationship Type="http://schemas.openxmlformats.org/officeDocument/2006/relationships/notesSlide" Target="/ppt/notesSlides/notesSlide14.xml" Id="Ree9a81fe26b84fd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44c84e138d426e" /><Relationship Type="http://schemas.openxmlformats.org/officeDocument/2006/relationships/notesSlide" Target="/ppt/notesSlides/notesSlide15.xml" Id="R1feaa64634c8452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ee2ef861624bc0" /><Relationship Type="http://schemas.openxmlformats.org/officeDocument/2006/relationships/notesSlide" Target="/ppt/notesSlides/notesSlide16.xml" Id="R36749504c903497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b08e4eea924b8d" /><Relationship Type="http://schemas.openxmlformats.org/officeDocument/2006/relationships/notesSlide" Target="/ppt/notesSlides/notesSlide17.xml" Id="R402e34e5ad3b4a3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7bd3525ca9449e" /><Relationship Type="http://schemas.openxmlformats.org/officeDocument/2006/relationships/notesSlide" Target="/ppt/notesSlides/notesSlide18.xml" Id="Rbb89d966500e4fe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58927a501d488b" /><Relationship Type="http://schemas.openxmlformats.org/officeDocument/2006/relationships/notesSlide" Target="/ppt/notesSlides/notesSlide19.xml" Id="R5c9084a3f5e645f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1ee7bf6275449d" /><Relationship Type="http://schemas.openxmlformats.org/officeDocument/2006/relationships/notesSlide" Target="/ppt/notesSlides/notesSlide20.xml" Id="R7353e1e4da04430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3a81df3dde4198" /><Relationship Type="http://schemas.openxmlformats.org/officeDocument/2006/relationships/notesSlide" Target="/ppt/notesSlides/notesSlide21.xml" Id="Ra23f7c8d721244c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6211afb9f94568" /><Relationship Type="http://schemas.openxmlformats.org/officeDocument/2006/relationships/notesSlide" Target="/ppt/notesSlides/notesSlide22.xml" Id="R0204c317d68b4ae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decbe6719d47ce" /><Relationship Type="http://schemas.openxmlformats.org/officeDocument/2006/relationships/notesSlide" Target="/ppt/notesSlides/notesSlide23.xml" Id="R0cc49fce8997443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0dd8ba48fa4a76" /><Relationship Type="http://schemas.openxmlformats.org/officeDocument/2006/relationships/notesSlide" Target="/ppt/notesSlides/notesSlide24.xml" Id="R2bccdd54a2c6401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0FAE11-5C00-420C-A9C6-3FB54ADA1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7CC19-0A60-4658-A60A-FEA9284F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488240-DC78-4B75-9972-A811DA422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5270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4BD07-391E-4DEB-9991-96604D5E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86050"/>
            <a:ext cx="304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CEEA72-7260-4ADB-94F3-4A002EE9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385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Product / Investor Deck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613925-6AE2-4151-BF03-94147141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3001883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D6CAAB-D125-41D2-9170-F24B0B79F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A31A9-1008-4D33-BAF1-6D00D0F61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764F54-E97A-407F-A896-E95D225B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17693F-0BE7-41E2-86C2-EBCF35764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5A485B-80F8-45A7-955A-09C12332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What AURA 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676C74-09FB-49AA-A069-71159F2E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One-line thesis 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BBD7E6-3C38-48C3-858A-035F773BE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is a weekly visual self-guidance app: birth data + personal context → forecast → daily episode → action/reset → Life Canvas change → tomorrow hook.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53540A-0AD6-42F6-B1C6-AD3C828A7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promise 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6A9DEC-1080-4878-BFCA-D276CC82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Not “your zodiac sign says X”. The user should feel: “I understand my week, I did one small action, and I can see how my life picture changed.”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0B4E03-F6B8-404C-BDF1-8A6C45FF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Core product 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B4217F-058B-410B-A5DA-EF640311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personal pocket forecastist/assistant with memory, weekly seasons, image-first Life Canvas and rare premium video moments.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4A648A-157F-4900-A457-C8B1ADFE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Why now 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EFF3CF-0741-4B7F-B3D0-18A22ECA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apps monetize personal meaning, mindfulness apps monetize ritual, AI companions monetize memory, video AI creates premium visual moments. AURA joins these behaviors.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4DE9FC-B723-40B8-8B82-C78F5529F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Business rule 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61BCC3-6742-4549-9E47-9A3B4D38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 must stay cheap. Premium video/avatar must be tokenized, milestone-based or paid, not free daily generation.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90D116-F062-4BEB-A0BD-32FF94A1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Strategic gate 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1095F1-5254-4F5B-86E3-2E196FBF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If users cannot explain why Life Canvas changed, AURA becomes an AI image toy. If they can, AURA becomes a product.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2231B7-025E-4950-A7CA-327CA367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0750894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127A43-FE01-4340-9691-8B45F7684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E1A1F3-947E-420A-95ED-C11BCA85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771118-C9DC-4218-AF79-25287C05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FCEC3F-FBEF-42D0-9E87-C0CD15BBB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B961AA-66BF-4E6C-8AF7-4D7449CB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The Product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E4FBAC-C9B8-44FC-9D43-A0ED5F96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930671-06E5-4AF4-9F3A-992C64EF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 data + request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DD262C-E68B-49F9-8DEB-5E77611A9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context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D709C4-FF81-45B0-A60C-07F45B28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55DF9A-530A-4C01-8E3E-88431FDF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4BE110-B9EE-4E6B-9639-433C6EFD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arc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9DAA94-1D02-4D1F-892C-CAD5ACD3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3FBE53-98CC-4469-B623-338876EB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EB93B8-8177-4D0D-9FB8-7070FB75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today focus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E0B205-397F-4EE1-AD24-51AA30F4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BDD633-E7D0-4861-B185-0CB5E974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Action / Reset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317225-D496-4FBC-BF1A-8FE7E81B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small behavior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34C093-0D54-4AF7-A4B4-E0BA29E2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A0B3A2-0C5F-4955-A147-8AB84279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3BCDDA-6F8E-4DC7-A49C-7D90F1F7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visible causality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5A6A09-D581-4436-BACD-967B3584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loop is the product: Episode → Action → Reset → Reflection → Life Canvas → Tomorrow Hook.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B5F1E7-BB3B-44CA-8A0C-C2FD9E68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Source: Google Vertex AI pricing page for Veo 2; exact video model pricing must be rechecked before build.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E9F0E-90BA-427D-99D8-2688F5D0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917440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CC6DC1-B9EF-4A56-ABB4-F9FBEE906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A10639-2F29-42A1-9B2E-5A8E8A49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826B69-75BD-4E98-93A8-B62DE2235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AB92A0-0970-4399-AB71-16AC5A0CE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AFAE29-E22A-4533-8742-ADF64997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Why This Is Not Just Astrology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1A78B7-3797-4CE3-90F8-E4B52020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existing apps give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57E509-B861-408B-8D70-305862542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373AB6-3425-4A93-9BC5-3F59D5800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Astrology: meaning, but often generic and passive.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E8D3A6-9667-43DD-9E77-7E53D85C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87D0C4-4BF4-427B-8F4E-50B36F44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Mindfulness: ritual, but often not personal enough.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C7C4EB-650A-4C95-8FAA-352EE0D9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BAC104-3F7B-4FC6-8698-5F550F13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companion: conversation, but not a structured week.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3E1998-9B09-4B61-81FA-7D02CF80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4B6F86-C139-4EE9-B19B-7EA871C28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tools: visuals, but weak causality.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2E6158-22E2-4CC0-9555-6BFE7910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AURA combines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6CD3A3-5754-4EA9-9136-97996619F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FEF81A-DF0E-415F-9BA6-C9948D38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Birth-data context without fatalistic positioning.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37932D-64EB-4B8D-B0D2-A936782F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046772-6A15-44F8-BF7B-856C3DDC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weekly season that gives structure.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9906B5-9758-4290-9907-76647347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21BE65-8E15-4B1E-B131-95721300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daily micro-action that creates agency.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E92229-7C3B-49F1-B6B8-4D5E4184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8D8763-5F70-474D-B557-1848B8AE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Life Canvas that changes for a reason.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EBC40B-6AFC-48A4-AEFD-C848DA98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A6B681-86D3-4818-9AD2-9EBA4A28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as rare proof-of-magic, not daily COGS leak.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4368D4-FD25-46C5-85FB-2F2E75F7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B385D5-6763-4A77-A5E7-82C18C3D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0608354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08165E-E27C-491E-9C13-ACC42BD3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04C886-29F8-46D8-B97A-0984DED2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8EAAB7-08AA-40E0-9393-291FB3ED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3EECCD-250B-4E8F-8F6D-728266F1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66D61B-1369-4FD6-A60F-4CE6DDF5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Market 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27FA36-2053-48C7-9FD2-C96AE5223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6212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CE8499-B4F3-4F1D-B2FB-F39D80542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2883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A362F3-40FA-45B3-8D7C-29A85DDE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885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consumer mobile apps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14F443-C819-4433-A335-A9000316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907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competes for the daily habit of opening an app for meaning, reset and self-direction.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C84E7F-F058-4AFD-A273-60E88BF4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0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9EE875-6FB5-43D6-AA9B-1F1A7AF0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14713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EF1F86-5DBB-4A9C-ADFF-3E9A4997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paid behaviors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ED92DE-1F41-4690-BD55-CA00B77C0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guidance, wellness ritual, AI companion memory, visual identity/avatar progression.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937255-A7D3-4E85-8D06-536FAE3E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3387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A2AFA2-F929-4998-BBC2-371E1773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058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D1ECF9-E51F-4DA3-8155-B18F96CB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577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apps + web + AI tools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3AB011-79A2-48CC-B8B8-239B12FF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existing research covers app stores, web apps, paywalls, adjacent tools and manual competitor walkthroughs.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C0ACDF-F394-4A24-B0E7-98294FBF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E698FF-276A-4D0F-8805-E4A6B60F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C946E1-F8E7-450A-9FC7-2E67326F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812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100k-300k users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DDA84B-B34F-46E0-A2E8-87CEEF6B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0505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reachable first scale if creator-led GTM, weekly seasons and premium visual moments work.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3C32E3-6063-4928-B8EF-D44D7E18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CD64D6-68F9-40ED-87B6-363777E6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766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445281-A016-45A4-8B54-37E53D69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099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$30-80M ARR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55E8D8-25AD-4E39-828F-3444A249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3380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subscription + annual + premium tokens + creator seasons can create venture-relevant upside.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F79063-B823-498A-A734-4AEB609B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482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market is not a single horoscope TAM. It is the overlap of paid personal meaning, daily ritual and AI visual identity.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83CF9F-8966-46F5-B25F-8DF7A025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2127547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63B5D8-C8E8-4711-B4BD-C11864EE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2B5E65-B393-4FE1-A33A-748D6508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3B861F-9278-43D3-B2DE-C2979B3C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00E8F1-2061-4819-864D-DF642505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AE4436-A057-4F75-B4EA-C83B4FD3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Competitor Economics: The Read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FC8CF7-2AA9-4F04-AAE2-560899B8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DA2DD2-26B8-49D1-B338-7DD34D32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98CDF7-B9E8-49C1-8EFD-11F56B65C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8B297E-411E-495A-AB7B-2F3B8BF7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74307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$797.5K/mo estimate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506983-E8E5-45B8-9648-584529C2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6764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AF167B-F001-40F0-BA96-BB919677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174307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2.7M MAU / 64K payers / 2.4% conversion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F96776-A982-44EE-81CA-894A85B6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6764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99ADD5-1C5B-4A20-9CDA-3B3A369C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174307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social astrology can scale with low CAC if language is viral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232B77-2107-4387-9877-F3038887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2885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9FED2A-8A83-4F05-BFAF-18D018F8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9552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A889DA-C94F-4E9E-9CF1-83CE66BA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22885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27C672-6DAF-4338-8520-18C22386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29552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$718K/mo estimate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4517F3-5674-4FF8-B8B6-7DA094E1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2885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F4CAA4-D122-4306-B4F2-CCE45ED4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29552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2.2M MAU / 52K payers / $0.33 ARPMAU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FD300E-10D9-4680-B824-83F051AA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2288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7BF4E0-0D50-4FC6-89FC-2033BC81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29552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spiritual guidance works, but aggressive funnels create trust risk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34A14D-DDCD-4B27-AE99-E6AF0984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2FB55F-D9C0-477E-ADB9-8A83D5AC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4797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Android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3D54C8-6795-4D62-9962-32F5D4354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78130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501CE9-4BB8-49EB-9E7E-85AD7F31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84797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$2.35M/mo estimate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551214-9926-47C8-A774-FD87AB1AC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813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33E100-9AE5-4460-8F19-24D1502B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84797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3.6M MAU / 85K payers / 2.4% conversion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8C4CA5-D672-4DD8-9052-A25D11A7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7813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1EBD6E-B182-44A8-95D3-5A99B024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84797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wellness ritual can monetize at scale with annual subscription logic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E2B241-01E4-4173-A083-8FDABB752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B9B2C0-F2C3-4D5D-BA89-2B6EC96B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042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6263BB-2034-4534-8734-EBF008A8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3375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50C0CB-91A0-477C-977F-04C55EF4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40042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$440.8K/mo estimate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AB5812-4598-490C-8445-9F92381E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33375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25CA19-62FE-49A9-8620-CF6708E5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40042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242K MAU / 11K payers / 4.5% conversion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1B9887-8623-4661-80F1-86E15A9D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3337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6FAFAD-A622-40BF-8E0A-1498DE9B3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40042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and human-like help can lift ARPMAU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B95256-ADB8-4F8D-A769-2B14349E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8620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40616DC-81B8-4E77-A53F-15673FAA4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52875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37E7B3C-48A7-4CDE-B982-06F71B5B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86200"/>
            <a:ext cx="2143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D542A3E-DA5E-4144-943F-164CA2E5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952875"/>
            <a:ext cx="1990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$2.36M/mo estimate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936BD4D-C452-436E-94A1-E499A544D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88620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EDDE634-CBA9-44AA-A584-C00F27DD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952875"/>
            <a:ext cx="2038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99K paying users proxy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2A2CEEE-1796-49DA-ABFB-A650E655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8862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87A694C-6836-444E-9198-11E4E391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952875"/>
            <a:ext cx="3848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memory, avatar, voice and emotional continuity create paid intent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E9E7CEA-BEED-4667-8FFC-218E13FD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095875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should model base-case like subscription self-discovery, and upside like premium visual/guidance moments.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AFD2D6-B904-447B-8B33-5D7B660E8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Sources: Sacra, Adapty, Rev.now public estimates. Figures are directional public proxies, not private company P&amp;L.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4074D2C-F2D1-4E65-94C3-FE52BE64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775893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B0CBD6-DF18-45B5-8D94-25CD07CB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21B09A-44FE-4ED4-B9AD-44B25861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1A4B8A-3098-4C1F-B06F-FC2559B0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5DFB08-B9B2-44F4-86C6-0B325A7F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383A05-D01A-497C-9239-AFF88ECF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Astrology Unit Economics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F745F2-8D32-4EF1-8F83-46D249A9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35A39F-E933-42C2-BA54-B5FB521D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F5BD8A-4F1C-4D1F-919E-7541BD23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7511E3-EB17-48E4-824B-1061452D3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B142E7-EB65-4D23-AE47-2C100934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74A39A-495E-47F8-B75C-48740CF9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Visible economics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492D74-C548-479B-85D7-A9364301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E09AC5-A9E5-4A57-BE3C-6E131FB2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48142D-6398-44F5-841E-845547E3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3E9877-E402-4A4C-B418-0F2FF0A7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1C14A5-678E-4E6A-B4CB-0C934344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E16EEC-7899-49D6-BF67-5FD5317A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$797.5K/mo; 2.7M MAU; 64K payers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9AF6AC-E4AB-41C3-8208-25A9CC57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D3F3F9-B388-46FD-90C3-CC83CD086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~$0.30; conversion ~2.4%; $8.99/mo + IAP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2DE01C-B3AC-4C43-A46D-2AB87941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6CD167-5D74-423D-BC90-453B07C2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 should be 2-3%, not fantasy 8-10%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627163-D6AA-4085-9B95-F5A4FC3E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01FAAE-39E0-45F8-B58E-E9D2C75E4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B88692-AF88-4D2B-B78A-E8E01CBB8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43E78B-1FCF-4320-B584-6951392D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$718K/mo; 2.2M MAU; 52K payers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B34ECE-7A13-48F6-9C9B-B8E514B2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805775-2AD4-4E66-A666-9F54F1C5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~$0.33; conversion ~2.4%; $9.99/mo + weekly IAPs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E16B49-1DD0-4076-87F0-A1EBD00B7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8C442F-5E18-47C8-9C17-7C6B45E7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guidance monetizes, but paywall trust is fragile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D746CB-9BAB-40D9-A229-EB03769EE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A8CCEB-C63F-4F54-82A3-F69291EA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Pattern iOS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6A52DE-84FE-4A10-8668-53176B6AF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7F2519-7AFB-4086-B1B1-EFE50966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$36.1K/mo; 160K MAU; 4K payers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65858C-81F8-4E4A-AFBA-7824172E8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8DFEC9-A7F6-4E43-9794-F361E3F0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~2.5%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AC6EF1-1CA4-46BE-9380-3CEC9281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EB8D0C-689D-4305-8A08-D8C5200E3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relationship/self-insight works, but depth alone does not guarantee scale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94F9A20-FBB1-4A60-AB1F-16A92416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FE4C6FB-F77D-496A-B049-8B58DC60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AstroSage Android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BCD95B-ED8F-4216-9418-F3E44222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160D9A-A6A4-4899-B431-E660F82E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$547.8K/mo; 2.4M MAU; 34K payers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9D442F4-1F9E-4671-9DDE-7800BBF9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288853D-D372-44DF-BA9D-72AA53F0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~1.4%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D94F1D-A67D-47E8-A59A-6EA3825D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2A306E4-2A6D-4DE7-99F3-DB4BF956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birth-data utility can bring huge reach with lower conversion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AA49E5A-2945-41EA-B02E-1B820EAE0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8CDA3D9-58E3-4E33-8D51-9A7686920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6EF1EEF-D6A4-48F8-B227-579CC6D1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7DDE7F-F272-4D08-9F4A-670EBD58D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$440.8K/mo; 242K MAU; 11K payers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F34999D-9800-445D-8D8C-4866FD24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295BD71-99F1-4C3A-B0E3-312163DD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~$1.82; conversion ~4.5%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133F50E-BA8A-49D9-91CF-5185322B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2C7F111-62FC-4845-AE7A-2D9F5F7D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mechanics can lift conversion and ARPMAU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A0E0567-3961-4274-8229-51B3636D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638007D-905F-4663-81D9-492A2CF1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 company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C28F107-74C7-406D-8E98-AC8B693E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4B36E8E-C182-4473-BAB4-B67490FE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Rs 1,214 crore FY25 total revenue reported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DA76A92-DA52-43C4-A78F-6CF8ACE6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FCFD2DB-A9B9-4B98-BEC8-A0911501D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consultation marketplace, not pure app subscription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230AA4F-D1CE-493E-9A11-F5A4144A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543802A-B2FF-4871-8C80-1C7DDDAE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human/expert layer is upside later, not MVP core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8103D38-100D-423E-AFD6-CC0D1E76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Source layer: Rev.now estimates and public company/press reports. Directional benchmarks, not audited internal P&amp;L.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86CFA0C-92E2-435C-B260-C9910ACC7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9903211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5FEECA-73DE-48A2-8BE3-26D66E2E3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E5FE19-FEBE-40C7-A1F0-4DA0AEBD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D69106-B1C6-487B-9C92-43556939A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3DC34-81E8-4915-99CC-939183E2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DD88A-B93F-4E3A-A0BF-CBC15300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Mindfulness Unit Economics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7A379D-A60C-4E82-AB0C-EDCB381C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4559C7-AA26-4985-8AF9-BDC9E8C1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B9AEE-D79A-40C9-BEDC-5C595C5F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713492-06FC-4841-8138-80565E78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DA0292-DCB4-48A5-9804-F05C510A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C935F5-20AA-4C45-93E3-CB146BC6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Visible economics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A4CC54-F5B2-4BEE-9567-624183A7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A802E-9CC2-46A9-BE1A-6E99374B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11D56-F677-4DFE-A0E6-CBE871FD8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A54DD4-5FD5-4E0A-A920-8EC3783C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brand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A1F0A0-0321-4E66-A960-666066F8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655A61-5B17-45CB-8F2A-6FB5E4D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$300M/year proxy; 4M+ paying subscribers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DDF936-95B5-4DED-872C-74FC6A1A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F76B6E-451B-4F9A-A766-4BA07167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$70/year and $14.99/mo price anchors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B0DDFE-AC62-46F4-BCF1-50EE911F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25306F-FE8A-4640-A11D-AC71E51B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wellness subscription can be very large when trust and routine exist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F8BB71-5AB8-4DEA-B362-FD18A2C2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4FBEEF-751D-44E6-A3F6-B156C152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Android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FDB5F8-6699-49B1-9F86-3C8D7252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8A0BB5-4D0E-492D-BA01-1FF592C6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$2.35M/mo; 3.6M MAU; 85K payers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1F6837-F7BE-4F85-B670-2BF08E21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A3952F-0148-4C4D-9AC1-6AE46622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~$0.65; conversion ~2.4%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0B904A-FD26-41D9-B229-BFB18283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DF7136-89FC-498C-A423-787884FB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wellness can monetize above astrology ARPMAU, but needs retention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274BFC-8831-4DF2-A3A9-7E4CAA59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51D678-95EF-4E46-8DEA-299D59DE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Headspace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1FDC95-47A3-47DB-8E51-47601A48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8D7CC6-B4D8-4E10-B72A-1C0B0D98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~$200M/year brand proxy; app-store proxy ~$39-40M/year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788ADF-34F9-46F4-8E32-7107873F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28CA8E-9D0F-4B33-83FA-482249BD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$12.99/mo price signal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EAEF47-96EE-4897-BB2B-68858156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BB9F558-5A58-4058-807A-1E773A7F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off-store/B2B revenue can understate visible app economics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D4CA03-85D0-4012-86D1-51A94BB7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9B235D-58AF-451D-B5C4-F537DB7E6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Waking Up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437F84B-3E63-4643-91B5-3B81A746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7673575-3E0E-4C47-B0AE-A67125A9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$492.7K/mo iOS leaderboard estimate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C75291-CB34-4CEA-8AE4-4F8B20CF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9261C4C-E4CF-424E-A966-67867A43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$19.99/mo; $129.99/year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755B922-BE01-4E02-9397-7B31C22E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39A811B-A2C1-4C59-AAD1-0A434866F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teacher voice can justify premium pricing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EB33ADB-3506-4C6F-83BB-C1A502BA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B4A82A9-1982-402C-82C2-58055AEF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Balance Android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CC4A8FB-E20B-4630-8406-8ECBFD37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C7AE42D-23EE-4BC9-AA9F-BA3E6081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$180K/mo; ~317K MAU; 11K payers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48CA79C-A855-47DC-B47A-416431B1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9208101-364E-4AFA-9C6F-713DF10A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~$0.57; conversion ~3.5%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66CD69A-30B5-4F48-84A9-4685D3A5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1E9FF30-AF01-498D-820C-A76D8623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personalization can outperform generic meditation libraries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D3287C0-1166-4E0F-B6FC-6B686C86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088104C-7492-47CC-8FD2-56D56375B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Meditopia iOS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535CA6-4A25-42A0-B2B4-4097E8EA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2F912DE-A5C1-416B-A45A-144F0D0E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$118.4K/mo; 629K MAU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0BD959A-CDB9-4266-A913-FE1A03CC0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4F6E9C5-8921-4D36-BFBD-0D6D572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~$0.19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572DD02-7DF3-4786-9D2D-02CDFACB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55AC539-60B5-4C23-A06E-AB7E5424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large MAU without strong monetization can still be thin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C4D8D74-FBE6-4E42-BEBF-0789E04F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should borrow daily ritual and annual plan logic, not build a giant meditation library.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7114A8F-1C6A-49B3-8A26-DFD9FEE9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8065579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F6AC2B-A03E-48E7-AE05-326278A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EA2E0C-B028-4533-A9DA-1A805B39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A962FC-2CB9-4109-83B1-54192841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DC7749-DAF8-4DCD-8917-7C9F2C13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317296-1BD1-46B4-A875-12CDFC97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AI Companion / Avatar Economics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8A7EA2-99A1-48B1-8145-48D49E1D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9A541D-FAF2-41B7-ACA6-2AED8504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E6C75B-B99D-45A1-B59D-B15C8E01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533D13-FB6E-4421-B6E7-686558FB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2FA46D-F886-4F19-81B0-159C12DD0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6E2474-81FF-48FF-A4B0-81AB819CF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What people pay for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C46F81-DC5E-4C86-B981-1B936516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7CB663-F183-4B55-8C61-A3472988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8A8A78-8B5F-4E7A-8D83-637232A3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C10AC6-D766-44BE-889D-E6DA4589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839C50-5187-49E1-A3C4-55A24B4B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EF09D3-74B9-4D9F-A5B8-D85EE86C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$30M-$32M ARR proxy; c.ai+ $9.99/mo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205ECE-2876-40D2-ABDD-6516F242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F46E5D-B673-4521-A7A3-FA9566EF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priority, memory, engagement, chat volume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E63A1A-D405-4300-AF83-85A318D5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D306EE-EB9C-412B-9CCD-A53A74A7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can monetize engagement, but inference cost and safety dominate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362B37-AA5A-445C-B2FC-AA5DDA30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23CC21-F382-4BF7-9962-37C46C1E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BA38E3-FBA3-4B7C-B17E-72C0EF3D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77FBD9-869B-4408-8296-4566E52B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$2.36M/mo estimate; 99K payers proxy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DDB464-6E9F-42E5-AF1F-8CB6413D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734EEA-ECBA-4AF0-A43F-FAD19C04C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companion, avatar, memory, voice/video features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5DFE3F-A6D4-4F81-8F8F-78E9293C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53593A-0271-4ADB-8DB3-2C62CA75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pay for emotional continuity, not raw text chat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0085CF-550B-48D1-8999-1353EB0CF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F7C8A6-C403-403F-A2B4-E5520F3E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iOS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33EE9B-743A-48DF-B0BF-219E6750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4507FA-66FD-494F-B105-8870DA05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$1.5M-$2.0M/mo public estimate range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4CB626-3EAF-44B9-8832-3F348284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1E88D7-57DE-4CFB-BFFD-6FCB7C6EE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self-care pet, soft progression, daily loop, Plus features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308D64-4806-45FE-ADB8-F17100A54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9295F8A-4565-466C-A4F4-3046A625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companion mechanics can monetize without scary “therapy” positioning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2EFD29-385E-4BAA-9A4A-B88C3D35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2AC6E8B-813A-4BFF-B0BA-E7DFC5BB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/ D-ID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4451D1A-CCEA-40A6-943F-52AA140D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6893999-5545-4047-B373-0D8B7DA6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API pricing proves avatar video is paid compute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058A32A-5F54-4ABC-AB71-EFF6D72D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7F67535-A99E-4F85-BABA-F49F8BD2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$0.05-$0.0667/sec or plan/credit based pricing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CD19DD2-3929-42F6-8B11-7354DAA3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B3E4E88-8470-452D-9CF8-B09D107B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 is a premium event, not free habit content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C650684-5C15-4A32-9918-59B64C3E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E181C7-9AB5-47E6-B05D-E63BEF45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A55E61D-8BDC-408F-A3A5-8EA038EC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710631-7CCD-4BD9-AA10-DC43719B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$9.99-$14.99/mo + tokens target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7BC14BA-5B4D-42AB-A67D-96959252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B463E47-F948-46E1-89D6-273C51CE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season, assistant memory, Life Canvas, rare video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C95FE11-C48D-4326-9C86-54AF2546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32C6B07-E4BB-44B7-B6A6-2A749351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must be a cost-controlled AI product under a premium visual wrapper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F803C69-5EA4-4C8B-9D2B-00208D77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avatar is not decoration. It has to show the user why the week changed.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0654111-6D4A-440F-832F-C4E42E68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751960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17CA70-309D-4FCF-A4FC-FEB82B3B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DEC719-A0AA-4BFA-9491-E411AA9D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536F85-CCB4-4F4C-8A79-B3C0FB34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E6F4E4-6F9D-4238-AB7E-94AE98F9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09AB5D-0005-4FDE-8C27-85993A7E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What People Actually Pay For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85F9FC-9E61-44DC-830E-25074A5C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1275A8-2555-4815-A3E8-E7511A79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object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0141E3-1F43-4B10-9C02-928F0333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B4614F-165A-4BDC-8EB7-902AE3CC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Seen in competitors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47E100-6713-43F9-B939-87A9EDA6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B861FD-BAB2-42DF-BEEE-B632D193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Why users pay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F36F69-0C5E-4BE3-9E8C-EBE6F298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BDBD27-0D19-4271-A29E-54B9F765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equivalent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A1271D-755F-43B6-9595-6FF01A66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03B252-BD19-4CF0-B72F-22A43DFBB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subscription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2E6AF2-9672-4EFF-A1EC-BF95C418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83DB91-864D-4D6E-B4B2-FC07B27F8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Nebula, CHANI, Calm, Balance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31CA9A-9DB0-486F-9362-344826F5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B4D3A5-2574-4A81-9432-019B6FE0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regular personal value and lower friction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715100-697E-4369-9E68-B0B65A89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4935A5-B41C-47A7-ABCB-69842859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Plus: weekly season + memory + Life Canvas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D29323-E4D2-407C-9BA8-FD322FBDA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F400E9-C505-4A3A-BB26-1DCC54C5F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subscription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E6A54F-929D-40E7-88A7-B71BE67B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FED24D-FBE8-45C5-8352-0B9F6438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Calm, Headspace, Waking Up, CHANI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086DA6-6B02-45E2-962C-ADDAE44A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959D13-E6A1-4C5E-8483-D55CC30A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commitment and cashflow when trust is formed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3FFB58-36A1-46BA-ACB2-751C3491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37B94E-4588-4707-9210-3F9BE38A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$69-$89 annual after first completed week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414D04-E022-44EF-9DFB-F83394A3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B4E216-971B-4278-B373-5E937B50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Compatibility / relationship report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C7182B-9970-4544-AA6A-68EA0BE7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B41417-FEEA-40B7-B07A-3F048853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The Pattern, Nebula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EDEBFF-6857-4381-9E3D-D8C799A6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2E7FF1-A32F-4F1F-A33B-15D0A857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emotionally high-stakes personal insight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C63127F-75FA-4874-9A9C-F752A3FCB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B94F91-39F9-428F-ADB9-8A56F8CA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 / future-self special episode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50C16A4-297F-4F97-82E3-E2F0D8F5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EEC83E-EE6A-4685-93BC-EE17DBF2C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Live or urgent guidance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78980F-A372-4269-A8B8-2859005A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043B9BF-56AF-4FC5-A13D-3F546157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Astrotalk, AstroTime, Astroyogi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CC857A-E669-4344-A7E9-F3AB52A3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28CB190-4256-4EA6-9FAD-35EEA810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anxiety moment: “answer me now”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FF1AF6E-8F79-4B7E-8A3F-81EA2B0D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DBD7EB2-5B22-4DD4-BFE9-F8A64477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assistant first; human/creator layer later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DAB34AD-8CF0-40D8-937C-5493DCCE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36A7875-C151-4F6C-978F-D2C149D9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Special visual asset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638436-810B-4592-9B67-D764E331C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D960DB3-366A-4F2D-8E98-8E71F6F6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sketch, aura reading, avatar/video tools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37ECD4-B0BF-4D28-B755-D69859A5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B441229-8737-4CF9-861B-38BECA82A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ownable image of self/future/period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34AD7DA-4CF1-4861-A90F-11865F0E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03DF9AD-BEFC-4EB6-809B-EC6E8FC3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trailer or future-self video token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47C18BE-D65C-4770-B99C-3F74AF51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0950581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9FD30D-8926-46D4-922B-AAB81EEDD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AB92E7-9195-4AE1-8B01-7900FCD9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5D670C-BC3D-4F8D-AD93-A662CE2A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FC3E4-D0C2-44C2-A704-AA984D95F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171F84-B6D7-4D45-86BC-5FEA220A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Pricing Decision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9C773A-A289-4A2F-ADC4-A98B8BCB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2E20FD-D115-44B8-921B-97CEA0D9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C9139D-608C-424D-95DD-2D7A8F5A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0BD06C-7FAD-46B3-93EF-AE0C7C87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954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1C8771-190C-4F21-B81F-1F1B6BAE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287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06F2CA-CEE7-4D17-8FF4-F0420F70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4954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Included generation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341498-62E4-49B7-A4BC-2F2448E90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4287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C9ABB7-3734-4489-BDA4-CE0B4EE7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4954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Target margin logic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11EF4A-EAA5-4E4A-B93B-FCFD935FC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FA8B23-C60D-427D-852C-8970D2B5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AC32B8-5836-4E73-89CF-FF00140F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812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A30DD8-52F4-45F2-82A2-92A1359E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478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A22CD4-917C-45A4-9563-48D7039D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812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6BC2D7-CAEC-4584-A5E2-958141B5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478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forecast + Day 1 loop + one medium Life Canvas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56A7B7-A5BF-4154-9BCF-92577C6C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9812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1C6F3E-FF9D-4FF7-90D0-E6D6F5EE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0478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target &lt;$0.20; goal is activation, not generosity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355D41-5776-4E16-98EC-50706A3B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0CE7ED-94F9-4727-A341-BDC61A31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00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monthly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91AB4F-E5AA-4305-9B68-B096C522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336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890501-2943-4BBE-8A6D-60C81CA9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003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7E5457-B69B-4F60-A280-9CC09EAB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336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3D55AE-235A-46B5-8C0D-0E1F850E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003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text loop, memory, weekly recap, 2-4 images/mo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4FF91E-788C-4D67-8D2D-97B37F79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5336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A7A54B-D09F-4096-88D0-3769F629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6003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net after app fee ~$8.49-$12.74; COGS target &lt;$1.50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FA65AF-16DD-4522-87AB-9DA42723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D4A930-1C38-4F0F-BEE1-1F759AABA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annual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257648-5AD7-437E-AA52-2F731FA5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56757D-A4D9-4368-BC3F-F32AE922E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527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$69-$89/year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E55EB1-CFD7-42C4-A410-75B12210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861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C78B28-64A4-4DD6-AF3F-343325F7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527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same loop + annual season framing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71C3FD-5247-419D-BE84-122DA066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0861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31681A2-9FA1-4A14-9A7B-ECDCE5C9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527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 and lower churn pressure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2320BF-EFA7-42E0-A0B9-C541C200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38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4632D93-0BD0-470B-82F4-7391DACA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video token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A66F988-51C0-4398-BF37-6648D266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385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FFCB45-47C9-4F84-A1E8-5152DAE0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052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$2.99-$4.99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B995F51-C99F-4B63-AC80-A40226FD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385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277471A-CC5A-4037-9C8C-DED3FBCB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052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Runway/Luma-class 5-8 sec visual moment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76E6F4D-DCA5-46CA-B070-938CB1569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6385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46D69F6-9D03-41E4-B850-2B2081C5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7052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if COGS &lt;$1 and retries are capped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4C75B4C-4BC1-41FE-92C5-006BC65B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918BBB7-367D-4679-A898-BE3B0831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576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token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89EA66-BC3E-4627-8819-CA0F5442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910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37AB4E5-4769-4F18-83B9-BE267471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576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$6.99-$9.99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D7D7F58-6579-4A45-82D5-E4B9B4F6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910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8B30A38-433C-40C8-B9B0-E2AB3D53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576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Veo/Replicate/HeyGen high-quality moment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93F965C-62AA-4A4C-AA69-D66A29FD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10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1818ABD-09E5-422C-B61B-C4DE5189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2576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needed when COGS is $2-$4+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9322E11-99F5-4200-94AE-371FF82D3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AAB0DE6-DCAF-4E5B-87DA-EC42A752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86FA0C9-1B5F-4B8D-B09B-22AE071C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434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2541DF0-F871-4D4E-8953-0F1D755D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101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$14.99-$29.99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ABD65CF-FEEA-49DA-A256-EF700633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434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F6BA55C-00AF-490F-A7DB-A198CDC6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01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limited guided pack / custom assistant style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0D0D2B8-CED5-407F-93FF-7F72DBFD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7434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15CD543-C54A-4C62-B003-84066DE8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8101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monetizes content leverage, not only compute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9569AD9-4A9D-4579-903A-7C4A6020B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0E37098-E9A8-4D5F-A4EB-AC4F77A0D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055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should not sell unlimited AI. It sells season, memory, causality and rare premium visual events.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EC2D7A9-90A2-40B1-A6C4-688F31E7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2132081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171011-AF14-415A-A7A7-33C85871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00B1EA-61C4-4D5C-B8BD-5482C7F9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BD5B78-9041-4272-86FC-6E49DC12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C19A2C-4C9E-49BB-8429-13D3E817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3F86C6-153C-45B3-AEF6-F35CB884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Conversion / ARPMAU Assumptions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FCC010-04AF-47ED-9CBE-B1318E3E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406BA1-9ABF-4CF2-A913-1CBD2BD4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FE54F2-1E6E-48E0-9003-ADD14A29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B716E9-0493-4884-A3E4-D21992B2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DA1677-2594-41C8-92CA-0AD75D81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F97788-36E6-439C-B58B-F15797A5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AEC0F5-DB3B-49E1-831B-F4DC49C9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0C229C-257F-421A-B865-C081241A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3D26E5-EBF2-4B92-9717-6FEFAAD5F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27C854-C4EC-4A02-81FB-B4AB96319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60A304-E8CA-4660-9750-5C88EDBC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CD3B72-F334-4528-9A6F-9D38B004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E2A2C2-C323-4BF5-B7CB-7479A3E9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B5D912-A654-45E9-8B45-F4BFDC81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AC5879-9120-48EC-9AD1-50E4D79A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369A70-2FC0-4D64-86C6-235C218A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4.0-5.0%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F6E495-BF63-4723-8524-9F65BAA0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8F5DC6-B12B-462E-8215-D53D7E7F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ARPMAU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AA4328-4B00-4F58-AAD3-7D59307E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1C8BC0-7DD6-4158-8AD0-E06DEF78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9F6BF3-8FEA-4B1A-8BC4-CDB1E0D5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A75B34-A54E-490C-AA25-429B264F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B22BD8-D396-4BD0-B384-878F4A72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86CCDF-A358-49C0-8C5A-CA721B95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5C230B-E757-448F-BACE-A55E46C1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951B4C-CB2A-443A-AB36-DB82CECF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0CDCCA-863F-4836-B206-1511C4CE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AC23BA-6299-430F-86D3-ACB45A5DA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$7.99-$9.99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27EE1E-3D2C-4A61-A330-3E1EBE67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F451C28-D403-478D-9CCA-9A45F553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6793B8-54E3-4B47-ACBC-8F18D1E4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F8BA85-05E8-4045-BBE4-EB4CC03F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C3443D-23F3-4A9D-8634-93860CE2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CACC637-768F-4B84-8BD1-FC4D005E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buyer share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5D52BB0-630B-49CB-A176-7BBB2071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DDF7C96-02ED-4D10-B79E-5005FC7B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093D10A-555A-4FAD-83FD-5B935F7C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05404C9-5652-4F9B-9ACD-C1D7064E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8-12%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165622D-56AB-421B-B598-D5E05367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3A209C2-1F88-4636-AB89-4D91CBE5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15-20%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C6E467F-00A5-4981-8E66-7FE36C2B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9AD29B-D588-4B07-BC09-2F5FDD8F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3567689-716C-49E6-9BBF-53245823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3B0F054-F39D-40DF-8CEC-AC54FCB65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$300-$800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9F16269-DFA0-4C05-9F48-C7A44DDD3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EFBE273-C72C-4F3A-8CFD-3E955085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53F664D-E174-4937-A16D-906F07D5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69B0BF3-7D42-4CE3-995B-CDCA72EC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$30-$100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13CDCB8-D78A-41B5-87AF-BC17355E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3592327-5390-43E7-AE90-1E3B51B56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Verdict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7481BCB-DDDE-47CF-8924-351CFFA3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A712157-8DE4-4757-9CC8-27E2B292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content app risk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845915-535E-4C46-A61B-3ECFFF10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E8BBE2F-805E-4544-990E-72A01DFC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if causality is understood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086C80B-2974-448F-AC8B-F6DAEB76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C83FDF7-1DFF-4529-9FF9-8820DF6A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only with high-intent moments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EC6BEBA-57CE-434A-9925-AA39D2E1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These assumptions are derived from competitor estimates: Co-Star, Nebula, The Pattern, AstroSage, AstroTime, Calm and Balance.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4B0C938-D73C-48D1-B94B-FFD88132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Needs recalculation after prototype telemetry.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BE452E6-AF72-4B22-8315-0DF4674B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4207437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0ABE85-4C69-4425-A112-5CB38689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178D58-EE7A-4787-B748-8A35D033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E0620A-1FBC-45DD-818F-9E9DCDE60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918B97-007D-47F5-B71A-E4F493B3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AEAA31-760A-48AE-92F6-D313208B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Generation Cost Benchmarks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5386A9-FEB0-4359-9892-DCAC0D1D3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351159-D626-4784-9484-AE9BC033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619DE1-88AC-442E-B9D1-36BDC12F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4287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9F223D-9906-441B-81CB-277A387D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4954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Provider /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BE4C9D-7DFD-4EE0-B845-F09B981F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287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E984B0-ABA2-410A-AA7E-30C5D6CAC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4954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price signal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068B32-E4C5-4DF2-9CE5-AF475D14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4287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9477EE-CE5D-4BDF-8ABD-4829D7AF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4954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implication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56E6F0-7D31-49CA-946B-117DF815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431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F623A0-7D1C-41D1-9DC4-3ECA6477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97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C1D7D6-0553-46F1-9CBA-C7A86443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9431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87778-3FE8-4FFC-A3D9-F12016D2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097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GPT-4.1 mini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A4065A-EE17-4F32-B60C-2843E44F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431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548612-5A34-48C6-96CF-976D511B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097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$0.40 / 1M input tokens; $1.60 / 1M output tokens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1FC7B2-1459-407B-A9D9-14B4ED79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9431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A1B10B-EAC3-4D76-B758-716A7E4E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097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text loop is cheap if prompts are structured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9D52B8-DA95-43D1-8988-EF9C4179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596069-2799-4A95-92FF-9834B1AE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41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6FBA14-41C4-494F-9911-BF1ABBAB2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4574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DC28D7-0D71-475B-9D5D-B05DF811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241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Images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55C694-82E9-472A-8786-F189A753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8F9110-2655-4036-AC7A-E6BE4C518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241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~$0.01 low / $0.04 medium / $0.17 high per square image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173039-007B-463D-A088-4E24EE2E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574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5ED153-147C-4DB5-91B3-08B7E7FA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241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can be included if image count is capped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22DC2C-5D24-4C9F-8604-DFEB8220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718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C138F2-FB43-44D5-B377-87ECED86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CB9370-B89A-44E2-BEBF-F2AB2BBD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9718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597806-7FDE-4019-A63A-F325EB1B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84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Google Veo 2 / Vertex AI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2C1C96-CD2A-41B9-AA7F-49EC89DB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718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47479A-C42A-4A95-8FE6-8EF67811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384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~$0.50 per generated second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1E263C-839F-4582-8064-24696682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E6E8F7F-FD46-4A55-A636-117454CB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$4.00; cannot be free daily content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AED850-1547-435A-8768-394C6E99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CFCA964-47CD-4C15-A603-3E01D45A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528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6DA9F8-A073-4D5B-97C9-C43324B5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4861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B308748-D43A-4770-99CF-1554FDD3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528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API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FF2AB7-146C-4046-A4B0-BDC243E2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861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2900FF6-FD3C-4948-B78D-7BB593D9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528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 per 5 sec API example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B5CD0DE-C69E-47B5-AB45-B57AB8EB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4861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4BEBD9D-516F-44E4-A887-393B5223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528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$0.40; viable for tests, still needs retry budget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D5DABB7-39C0-47F1-8937-7064E229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0E3473B-2990-4653-9958-8B4060CF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model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05C89F5-E809-41B7-B007-7F129617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0005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93D1EB2-1383-4600-8284-1EBB0586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671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Replicate Wan 2.1 720p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9D5FE26-B529-472D-9AEA-E055C6AB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005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7CE9A9B-915F-4ED8-85F5-A162C394E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671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$0.24 per output second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829CB23-748F-4278-B82B-C1F75BCEB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005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B89E47A-09E5-4FC4-B876-CD422000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0671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$1.92; better as paid token / milestone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86E27BD-5F63-403F-8453-4F6C663A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148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F4EDDC8-4668-45D3-BB4B-AEE888C9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815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4F4C0B8-DBD2-4CFA-A643-FCEC701B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5148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AC0FAA3-C4AB-417F-8BBC-AFBE08BF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5815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API Avatar IV/V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9359766-5371-43AB-8AD7-45D999B8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148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F6518AA-93AE-4082-9A38-48FA3069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815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$0.05/sec photo avatar; $0.0667/sec digital twin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BC4F2FF-DFF7-4677-85C8-C02537E6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5148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FD9F56B-4A5D-49A5-9A07-2DF2FF32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5815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sec ~= $1.50-$2.00; not a default daily loop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E425E41-A5C6-4CE4-8E82-7214FE03A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292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96EA9DE-8A24-43C6-85F2-FF6D4182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958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API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9600ED2-07B3-4FB4-A9C8-B219D092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50292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95CCB43-5040-4AF4-9BDA-032E05BEB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0958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D-ID Build plan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63A30E1-F904-43EF-A851-9A63E895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0292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7DF9043-0E0D-400D-81A8-ABB737D45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0958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$14.4/mo annual plan; up to 16 offline video min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F87B707-37BC-4F3A-B1C3-9E781B7D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292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4750CFF-20F8-4767-AFFD-C5A24CD5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958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~$0.90/min plan math, but limits/watermark/credits matter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C7B98E5-3918-4627-9422-B37311A24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All prices are public API/pricing-page signals as of June 2026; exact billing must be rechecked before procurement.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7F77DA8-77FE-4EB3-9DBB-5FA11EB1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Sources: OpenAI, Google Vertex AI, Runway, Replicate, HeyGen, D-ID, Luma public pricing pages.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24C52AB-C64F-4AC3-8A7F-ACDBAAE9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2594864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C2F39F-4E1C-4CD9-A936-EB54AB06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CB2BF0-06B4-4712-81BC-145E47CE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C656BB-6A38-474D-9E8F-D88B2DEC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289DBD-3604-4E97-8B37-933E30DA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3492B1-C987-4971-A308-B9DCAE44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Cost Per User / Month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5014E5-D91E-4BE5-940F-E64196F78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9486D8-F1DF-4A0E-97A9-C20CBE3C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335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type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DBBC47-8A0C-4FCC-9F87-640DFB1A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668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7D7EAA-0D75-474A-AD40-B9FA4433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335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Usage assumption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E8F2D0-1DF1-4CD8-9315-317DE73D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4668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A79388-DFB1-4882-973B-48AEEAF2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5335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Variable AI cost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193A4C-BAC3-495D-BA29-4DC0C7889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668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5EB3FA-8DB4-4C18-9D2F-F858839A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335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Business meaning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ABDA5B-EE29-43FF-8A3B-F6F41FA9C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966E67-B49F-4E3F-B068-59F75AC46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859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active user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C8D7C2-1645-4017-B5D1-60DC115C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193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76C409-54BF-4455-8F82-BCCC68C5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859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text loops + 1 medium image + no video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A37EA5-F97F-4D59-BC98-794A44DA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0193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575293-B03D-4496-9652-AF0F4887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0859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$0.10-$0.20 / MAU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C0CEAA-5739-48BF-830D-A187919B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0193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A8CB84-951D-4306-804B-058A8C32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859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safe if onboarding is capped and no free video exists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96D489-9A5A-41FE-8816-C85F3CA8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EDED1E-9125-4FEB-BE52-BFE34330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38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Engaged free user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9D58BA-26EE-43E1-B0D0-CF0075CE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17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E02CAC-4B9B-410E-97BB-29ADC448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384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 text loops + 2 images + no video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E1019D-80D0-4686-9DA8-45A6205F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5717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15BA8D-C4EA-44D5-A056-53A26AD4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6384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$0.25-$0.45 / MAU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FAFC79-1B14-47A3-9F80-DAF7027C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717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7632B5-59CA-4828-8B96-CDE9D442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384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acceptable only if retention and conversion are visible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48A2FD-CF91-4299-AC5A-131B7BF2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24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6422AB-7A82-44C9-9C2A-FBDC0C12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90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subscriber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CE42FF-C64A-49C3-B121-0A5A30C5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242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F00F4C-7D49-4651-B929-513661AE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908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 text loops + 4 images + recaps + support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B7513A-C2A4-4478-963F-42553EB9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1242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9C359C-3C4F-496A-804D-55303058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908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$0.70-$1.40 / payer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1C18E4F-2BEC-46B1-B1D1-401FB2AC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242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A21720-DC9A-4916-BFA3-1D06B9EA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908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 subscription can hold strong margin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63B0EC-F380-47D5-89AD-AD81F5AA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B950AF-2863-4264-AA3C-12407C05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43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+ 1 Veo clip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76F4B0-403F-418E-A19F-3040A1F2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766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FDD216-F24B-46AC-AD22-6C7B0EB3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433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 one 8 sec Veo 2 clip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E73B1F-742F-4935-9BF5-9C6DAC8C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6766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81CFD97-8A74-4E2B-93B2-4E670003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433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+$4.00 before retries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65D718D-A32A-4326-88C4-5842178F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766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14A8D60-0A43-4AA2-A573-D4063AB2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433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margin collapses unless clip is paid separately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38DB589-26C5-49EF-8AE4-A0F2BDCBD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E00B957-9AE6-4EB0-9DAC-96B2E4FF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+ 4 Veo clips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1F4208F-8CCC-4D99-9639-4918AAC3C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2291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651608A-DC21-430E-90D2-91703F8E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957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 weekly 8 sec Veo clip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09EF2FD-95CC-4004-8D98-BAEEF373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2291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B003739-85B5-4A34-A383-46E9620D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2957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+$16.00 before retries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B31BF54-1075-4E71-8EA6-48DD1204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291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F3B324E-564B-4E3D-8A72-F84B961E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957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negative economics on consumer subscription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6F2E570-1412-43D9-92F8-F2C719CB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AFC34AB-7827-4155-A0BC-27ABC188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48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video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29DF807-8A42-4DC8-AEB4-ED5F56F7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815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3C02D0-48CC-4B63-91B4-82C75225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482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one paid 8 sec video moment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6BBC7BA-F154-4AC6-981A-41186028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7815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AE6712C-2616-40FF-8B32-809773C1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8482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~$0.40 / Replicate ~$1.92 / Veo ~$4.00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F9C1AC3-6501-4F07-AC8D-0654168D3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815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B034122-0129-49F8-9E3B-C1B5AD26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482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 token by model quality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C691C9D-05C3-4CB6-8585-459D9C03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981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5ACB49C-13DC-458E-9C49-8B56EECA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9505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= LLM tokens + images + video seconds × provider price + storage + support + failed-generation buffer.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BAB0885-44ED-4FD8-86FB-BFDEE302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57875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daily product can be cheap. The wow video must be paid, capped and measurable.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EB3CB4D-4B57-4E7C-ABF6-02353D6E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3915927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1252BD-0052-417A-A344-8B3AE28D5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55C504-8F6D-40EF-9F9B-5EE66044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F39E54-5004-4146-8DB1-DA118620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2816A6-8FDC-4273-A48A-B0B61CB5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218BF-78B2-4EC9-B677-1AA93059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Video Cost Stress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DDEB1C-A950-4AEE-877E-C5AE08C4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3E3F86-352B-486C-B7DD-386A9DEE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716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BC875F-82FD-477F-930B-240DD726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5049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D448BC-9255-4E8D-B707-B2D85E8D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5716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 users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4C1974-9C51-401C-AB36-CB244FE6F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049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E8A377-C3C1-461B-A73E-929BA30F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5716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1,000 users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348D72-912B-47B8-9DE9-99FD0668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049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17DBB0-654A-4ED1-899E-6C2C42C4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716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10,000 users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E856CA-48CA-4E3D-BE53-67454E19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049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6B9B03-238E-42EA-95B1-7DB02F622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716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081581-CC32-42F5-ACBF-2AC094E0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A9A49B-B7F4-4CDE-93D8-2A3CE5681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240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8s Veo clip / month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97823B-918B-4AB8-B2F2-9C16CC61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0574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9D9060-2621-41F2-AC39-82266A113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1240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C8F3BE-FA11-4ABC-B134-C86725C9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7CD4A7-2E38-41D4-B37A-AA92B7FB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240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$4,000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1D8686-C570-4E61-AF23-98B9B109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574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BB124B-F87D-4D29-BBE6-407DBA31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$40,000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368781-92BF-4ADD-AA36-37DFD622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574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330E5D-52DC-4D94-A319-18934912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240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too expensive before strong paid conversion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C845A4-DFFA-4D4D-97F2-282CFD8E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ED703C-5FF4-4C9E-88B3-25900F057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765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free 8s Veo clips / month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51CED3-F886-4F24-9CAE-9A74334A8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098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53D7E3-E51F-465F-9315-C6CCC120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6765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$1,600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E1A696-1394-4BF0-9F54-6690C6C15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098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DA0EDA-2A50-4FCD-ADC1-16659531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765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$16,000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AF42E2-1141-44BF-85F7-CEEB1FA0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098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5355C9-3E63-4D0D-8CB7-BD89A56F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765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$160,000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F49FEF1-89F6-4BBC-A361-92E390BD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098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947F66-68FD-46DA-B61F-F70AFDB2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765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kills consumer subscription margin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C5F46B-38F7-4757-A318-6338A0FD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8F5904-D525-475A-93C9-AA273C5EA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8s Runway clip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3DA12DA-E4D4-4736-8ACF-8BF7099B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1623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42A107-1B0F-490B-A887-760B1EBF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289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 COGS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07428D-4530-45B4-9369-20E659FA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623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F63FEF4-8DB9-4CB1-A58A-C0C6D7D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289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 COGS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6155614-5976-4ACB-A5EF-EDCE742A3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623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A444AE4-63EC-4D12-BBB2-2732C768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289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$4,000 COGS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92C3950-AF52-485F-9E1F-5AE7B1C4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623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EC18926-FD61-40DB-8804-DB66CFFB6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289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can work as low-price token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60E183D-6011-4316-8CDB-25C56EF0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53BA8-9685-49DB-9385-FC03A1D5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8s Replicate/Wan clip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391DF47-E1B9-43DE-BA78-88FFA9E5C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7147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63B5EE3-6BAC-43D4-A994-79B3DB31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7814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$192 COGS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C1CB208-6147-40DA-B1C4-3961563A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147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1D5CB17-7C5E-45A0-A932-2CA636C4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814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$1,920 COGS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7854E5B-64FA-456F-A4CD-EAAD7EED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147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829E9A1-827F-4190-87AD-229DE9D3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814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$19,200 COGS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D8082C2-8A5C-4F79-BF6A-5183A3C5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1C9797-5ABE-420A-99C1-4A1AEDBD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814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needs $4.99-$9.99 token or bundle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3BAC8B2-13A3-4858-9C21-9F655828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8B33552-E246-4A86-B5D0-6025A28F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30s HeyGen avatar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9C84513-BF1E-4822-9FCA-D6D3A8E92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2672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EC3C2F3-F3B8-4BE8-A97D-41C56198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338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$150-$200 COGS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8B35155-204D-4A14-9B6D-288C1E66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672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69333FF-913B-40D0-80A1-0E209697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338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$1,500-$2,000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C5C46E9-8427-4768-B8D2-D3078242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672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4BE3718-CAAB-49B2-BB5F-19F62DA5E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338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$15,000-$20,000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53DD8A5-A9A1-4FFA-9F9D-0A10A71B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4E876CC-BC81-4FE1-9D6A-96C2B157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338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for premium forecast / assistant moment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1C4F901-392E-4B4B-AD29-06269EAF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29C14A2-3472-4486-B83A-51DF00F5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863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Life Canvas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33E30DE-5DA3-46FA-8346-582F7CE8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8196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24551A2-F951-4FC6-A86D-DBB9F31C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8863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$4-$17 COGS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BBDBF68-658A-4CB3-B565-48AC2949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196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347AB2E-1E6C-45D1-B8F0-3768F9F2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863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$40-$170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EB1C472-50C2-4917-B3D5-2A5726D0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8196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807D90B-7826-4EE0-A441-80C400533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863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$400-$1,700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68F7E28-ED68-494E-9B55-D5DE0969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196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AE386CF-3676-4E46-9685-DE9142E4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863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safe default visual layer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73BC12A-0EEA-4624-9756-216C2396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1025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This is the missing math: video is not “a feature”; it is a pricing boundary.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55690B8-6F9B-4C8C-9BFC-40E0C445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3627356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82613C-E6B5-4D7F-BFF2-3D47DCB2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86B3A1-8822-4508-B55A-B0D5FB59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4531BE-ED7E-4630-ADBA-DCFAABD4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655439-D989-4B69-9172-51CCA7BC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B4B004-78FE-45B1-B7B2-401D95AD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 Base Financial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163AFD-94EA-4C55-8AB6-028DCC8AE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BDDA13-C5EF-4243-A49B-051571F8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0EBA5C-1502-43F1-A91A-21F1DE11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90099-1445-47FF-9B33-AC407384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10k MAU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3D7778-5A55-4DAD-A957-FBFB3FCA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DDAE53-BF12-43C0-8B19-0134EF67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50k MAU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2CB79D-05F1-461E-BFBE-3799E0C4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29A4E1-141A-4803-BDA1-3E748D1C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150k MAU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A271FA-6369-4BA4-A0E0-0F48815AE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0A3B47-579F-45EE-9B3F-05DFEE39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39302C-1A7A-478D-81D4-31183E52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B18D17-85E3-409A-8C41-50AFE6FC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9768D9-2665-4FB8-9B47-64A88E1B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AB9E4-9955-467D-82EF-2D162A45F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C0E443-4763-4F9B-BAAB-6C75BE835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A990FF-82FB-466F-9BE8-0EE560FC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4.5%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507FA6-8ECD-433C-8D60-3E758C57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95C3E6-7537-488E-849D-B9B14CCE5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Payers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FC8908-5577-4679-8E16-5B1646D9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D22A6E-3B80-4867-807C-2C160AAF3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F17765-D46E-4F48-9063-CC128771D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F4758E-FBFE-4976-8C45-6A347871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1,500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67EB89-89A2-4C65-827F-EE57FF23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C8938A-6C21-4327-9D18-DC0D0B758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6,750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44A043-3972-43F0-AAF9-73DA54A1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C8F13D-C879-4100-AF65-BCDD4632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Gross subscription @ $11.99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1E5287C-E53D-479B-B21E-DE137371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F744637-63B3-4322-BDF8-953554469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$1.8K/mo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F171A9-E286-4354-AA4D-FE1E3A2E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A02319A-BCE2-4EBC-9B54-46EB4638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$18.0K/mo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BE6C65-6343-4D66-815F-3EEA0F72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9105427-3147-4C01-AEDF-EFEF7DF4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$80.9K/mo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15649E-7380-491E-BE85-D0FBDBE4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63E8E3C-3834-4B53-845B-5D3C6A37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Net after 15% fee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73DCCD-3FEF-49C6-B909-782CF6AD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D13F0E6-8A5E-4E68-9628-43FC4F11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$1.5K/mo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B702397-F1DE-4930-9D62-1FB87416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A5B7053-63DB-42FB-B2A2-E1EE86E0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$15.3K/mo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66F3D8F-93F7-4DEE-8042-746BD5B1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C60F728-B3CA-4EB0-9FFF-0154D4A38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$68.8K/mo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B209A0D-2A30-4083-A80A-7632026CF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1C72F58-B3B1-40FB-A469-4D48D440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AI/image COGS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295ED59-B6C4-4340-9848-995B346C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69B6CFD-0B8C-489A-AEE5-5019E26E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$1.0K-$2.5K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237C6DF-3375-46AC-9424-4E063778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FDD420B-E87B-4623-9AF5-D1E7209C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$5.0K-$12.5K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F1F38F3-2CAA-4B73-87EE-2F9921F3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CA61E15-5AB6-4B61-89E0-FEF3FC779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$15K-$37.5K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75FBE11-0526-47BE-866A-8BC8138C5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8D232C4-C422-42E5-B848-C5D59A01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Verdict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2AE92A1-67FD-40FC-906D-980183A30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312DEBC-061B-4DCA-A5FE-D2A4EB29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thin unless COGS capped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C2FB0ED-C084-43AC-BD23-2F658814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78C9913-20CF-4577-8553-629C80C5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works if no free video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FFD7FEE-4ABC-45A1-A638-B1807A6E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FD38DF6-9E3A-454D-8821-BE2A55A6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if retention + tokens work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D33660A-7B02-4559-BCD7-3FC60402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Subscription alone is not enough if free COGS is loose. Tokens and annual plans protect margin.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5409F22-2B71-49ED-ACC4-9E822AC6C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Needs recalculation after prototype telemetry.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90D6AB2-40B0-4A86-A8BD-C8B4C88A1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54709547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0BEB00-6DDA-4F06-AFB9-F4525CCB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38321A-531A-4041-A4BF-295594BA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2EB598-CC07-400D-961D-64255F66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7D499B-FB46-4DDF-BCD6-D6EF66F2C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FBA5A4-5669-4372-83E3-43387A03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Marketing Benchmarks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1F2460-2C7B-4F9A-BB4B-F160073F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84D182-113B-4E86-813F-35D4B732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Competitor / archetype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EDF943-65CF-40ED-9A24-FA8B9A641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1C5372-9CC7-4A2F-96D8-35ADEEAC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marketing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36AF2C-30FC-45A1-9FAB-14546A38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B2107E-71B9-4206-B74F-C47FB54B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820091-4267-4692-8B3E-95F62560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B1D5BB-839F-4B76-91AD-AE08AB33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use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6A1087-1471-47B1-B18B-B02CE2B5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002D1B-857D-4F1F-A9A4-CC2A4D80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5B9AEB-C22E-4007-A43E-D8C3EDD3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D97CEF-3139-48A2-B6E1-2CBF5AFC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$6.8M/mo YouTube ad spend estimate; 620 creatives; 18.6M visits Jan 2026; 50 landing pages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4CBC8B-A407-4B9C-9688-863955A0B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7125C8-6A49-45D9-B0DB-8BA7F20A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scale requires high LTV and aggressive funnel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1D3A3C-D1F9-4F2B-964A-8C1379B5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4A383B-63D6-4A2E-A46D-4BF7A2A0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 as paid-test inspiration, not MVP operating model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91E83B-2DFD-405C-A713-F3A15820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B50D1B-8785-4608-AB1D-E9A0702F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prelands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C0754A-50BB-45B3-8575-40B88ADB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306734-1530-4644-8B1C-6E6F5134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 10% ad traffic; marriage compatibility 8.2%; aura reading 8%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09A07F-73CB-4E06-A95E-C6EA32373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461C25-03A3-4AFF-963D-1044105D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curiosity hooks can become scammy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2213C7-BBE2-473B-83BD-39F114D2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AAC928-3753-4E12-8EDB-AF21B2B1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test future-self / visual week / relationship hooks carefully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AD6B18-CB2E-40A8-AB9D-59EFD2F3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DC9B07-D9DF-4E74-90F5-A5A4CADF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B600B9-BF25-49AD-B93A-770B0B2F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92D4CF-5DE3-467C-BD02-8DCB77C9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20M+ downloads with no real marketing spend; 25% young US women 18-25 downloaded historically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A8FCB5-458E-4B08-9DAB-4E756B20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C2F32F5-874D-465A-93AC-349504B8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hard to force virality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C76626-E85B-4F2C-85EF-CB7D85AF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9695FB-1599-4D82-8B21-19D486637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build shareable identity language and relationship/social hooks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7B8D0E-98D5-48C6-BEFB-B5C7259B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B71F35-9B33-412D-B008-A515D4B4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947114E-C224-4A96-8CA1-4F47FD38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F53C32D-4F54-4196-BD50-3699B66D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FY25 total expenses Rs 1,129 crore; marketing/tech/ops/talent growth cited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191FD5-6798-4C69-82AD-61BF0F30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8B31968-B1A4-492F-BC7E-0658F0EB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marketplace growth is expensive operationally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40740C-BDCC-465C-A442-BD9F01E6F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1DD0085-2979-406B-B6BB-B070D804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do not start with marketplace/expert model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6334E55-5ED9-43BD-864C-80D731A7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D82381F-4423-4698-B489-DB5D1DA6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CHANI / Waking Up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C174D00-0282-47C2-AC33-1FDE3344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7BB4CEB-BE29-4463-BF55-BD81A6E90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founder/teacher voice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2BF93D7-C669-451C-9E01-47AA576C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2CD09E7-D04A-4894-AA6E-6E06E377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requires real authority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7826ADB-3278-41D9-BC36-0416B2DC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9483E73-8E6B-44C7-94A3-FED9A46A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 Alina/creator expertise without guru tone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063775C-1A77-40DC-AD7B-B7F606FC4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Sources: Web2App World, Axios/TIME, Moneycontrol/ET-style reporting and qualitative product observations.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BD9BDF5-1920-462A-B035-19EFFD15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84966683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856719-DA53-44FD-A819-6900A1C9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1E8739-4B53-4976-A582-B693D6BC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28C3CD-D25A-40FB-BECD-42C5F5D5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7989D7-1ECA-4F7C-AED5-64B2D26B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5D121-662A-4380-B6FB-D965870D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Go-to-Market Strategy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5C06BB-6759-4741-819A-436055A8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1. First 100 are not bought by ads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78848F-3006-41C8-B55E-A65E0D75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145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warm users, interviews, manual weekly forecasts and concierge cohort. Goal: understand the loop, not installs.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6DFB4F-6752-4977-A019-1AE9F609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2. Creator-led proof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C35E31-CACC-4737-8C38-85D5C4DF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479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micro creators in astrology/self-growth/visual AI pass a 7-day season and show the experience, not a generic ad.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5C4AEE-DC27-41DB-AA69-34B48D9C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3. Short-form hooks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E5A18E-955A-4CD1-8DCD-FF8DF3DE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814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future-self, weekly forecast, avatar transformation, “not horoscope”, before/after Life Canvas and paid-intent CTA.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DA660F-44E6-4610-9112-BA317A6E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4. Shareable artifacts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D73A12-7542-4D7E-95C3-05B632498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148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card, season recap, future-self poster and trailer week as viral layer after value moment.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AE9022-26B2-4104-AC7F-6AE023B1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0209681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509017-69CE-4E59-87F5-55171807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56B129-111F-48A3-A266-AE9BA681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4866B7-FE4C-410F-AB4F-EE67ABC8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062FB2-9AEC-49DB-855F-534BBA06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0F372-B05B-4625-8BC1-5322D91D0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30-Day Validation Plan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BC36D-9C1F-4458-B1F2-A26370D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DD7B8F-D1D7-49FD-AF1F-C45E29D2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E8FD6A-4DED-4085-B78E-1DBF5F55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 interviews + manual weekly forecast concierge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2015E8-0DFB-4463-99B6-F8659B43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64CBD1-C66E-4E1C-97DE-70F11C47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7CBEE3-F264-47CB-AA59-9A90AE36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10-screen prototype + 2 Life Canvas visual styles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71C70C-2AF6-478D-9823-C0CB030B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9B8AEC-04C1-4B8F-8861-D4E8967B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229CF1-F4ED-434D-BE31-E3EEA7EA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price test $7.99 / $9.99 / $14.99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F070C2-4F76-4828-BD32-7E9EC8761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C1B41C-87C1-4E86-A7C3-1CFA4C8B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B549AA-995A-4E1A-9987-750D5509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30-50 users through 3-7 days + paid-intent 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A091F2-9B5B-4900-A023-F8C2479F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Success metrics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1A7B22-8C2D-4385-897E-ED972471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7205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 understand category  /  &gt;50% explain Canvas change  /  D1 &gt;20%  /  paid intent &gt;5%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5B9D9C-5C4D-4172-AFB2-576AA5A7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88759908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052472-A9B0-49D6-B462-4013A235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751D23-AE4D-4BF5-AB3A-FC2A6A9F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776CD2-23C9-4980-8405-13A62FAB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F233F6-0022-42D0-91C6-5A3F28D7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17DB4D-16E2-41EB-BBD4-E0C619F7C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Product Scope: MVP vs Later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4038DD-2048-4974-AE13-50787A6E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F93116-04AC-4D89-ACD4-5A4F9E6F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A6D7E7-4200-45C7-99A5-DEFC995D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1D3BC0-2351-4A4D-B221-F396CD38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33CCE5-7C45-4100-98D6-00A26A5B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98D157-536E-4B19-ADE4-DF504DD9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0EFD3A-609D-4907-A829-9B68E574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51BCD4-E859-40D9-AB8E-643D2FC3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Why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3709FA-E55B-438A-8451-63263110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605007-2FA7-4BA5-B595-8CE73FEC1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Core loop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23FAFD-BF4C-4BCC-A2E5-AC149C3E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7E2BBC-4960-4DFF-966D-2673A9E8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Episode → Action → Reset → Reflection → Life Canvas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DCD093-11BA-4687-8D45-B2F086BD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EFA96F-97D6-4320-BFF3-6F9908FC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branching and deeper memory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D321E3-AE8A-4AD1-81A0-398EC7BC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525789-60D6-4F21-A362-B620DB2C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must prove causality first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64CB22-541B-4007-A46E-0570F648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C34CBC-5541-406E-AB7E-3843343FE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1F99C4-3FA3-4B80-9F86-EC4F4B4A7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C082AC-2EF1-4BA0-860B-9EA0D9D6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chosen tone + weekly context + memory summary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7263A5-74FE-4FF9-B0E4-BC5D2881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FCF0A8-D4A7-4CCA-8177-9E83174F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voice/video assistant, creator voices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1E068A-4537-411B-832A-0E6B1864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3FA0E0-56B3-4D45-835D-0AF96CF4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 memory is cheaper and faster to validate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DB0268-BA89-4236-B89D-13A413BE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99E623-78FF-4351-A603-60F69181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layer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CA466E-48A3-4E27-9C03-DF628FA5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216EE3-589A-4A10-9B1B-68158107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Life Canvas + avatar style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06C1CA-A5A7-4C04-9A0E-89146BF04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262289-82D5-41DE-904C-77A2072B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video, talking avatar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EC4789-01D2-46F2-9919-311547D1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4D7B23-96C7-4958-A81D-D693EC3D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is premium COGS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E285108-4E9A-4950-A1D0-68B480AB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2FB6B62-32AD-4878-A4E4-85762387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Monetization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91992AB-EF8A-4594-8552-F9EE444F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BE83088-FF07-4615-A0F3-CDC1F5AF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annual + one token test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940587-69CC-4455-BA89-CAC9C1DC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B44CAE6-E885-4F7F-90BD-455F496B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seasons, expert layer, marketplace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53E236A-D1CA-4E6B-B930-3FC0DABC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90BBBC7-09FD-4350-BEC5-7D8D19BE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avoid operational complexity before retention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9B4E1A7-42BA-4CF4-80B1-5C078A626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CD3DDA9-3931-4BBC-8E95-6F45DE69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Community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665DE86-423A-494F-8AC1-4BCE0B71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81723D9-9BFE-4C00-ACA8-8381D943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none in MVP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D2973A9-A19D-4F99-AB37-A6FDB6A4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B4A34F7-7831-43D4-9F32-14783414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sharing, social, cohorts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4B94864-89FF-4320-8537-0EB3BF9B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FD99F0D-CF44-4961-88D8-08D94213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do not build social network before core value is proven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D96E51F-6F6F-4042-8780-2D9B7956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905496667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AE18E4-FC5E-4E6F-9288-0056F220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5C942E-3F4C-490A-81F6-8670618F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CE186F-85A3-495B-9B2A-9405AB1F5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0BA79C-AECB-452E-BB56-CC15DEE2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A16622-038B-4157-8F9C-5062E7D58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C60F82-9B03-4930-961C-2F4F85A0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7A78C0-B6BF-41D2-83BE-09243AD0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1B7912-D1E5-4768-961F-88AA1580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714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DD0C99-DEE9-45B4-9F79-8EFC5EE5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81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How it breaks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398092-0E7F-4F59-9C01-8F4F5FDA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14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442C78-66CB-4A1D-8739-E8F6A3A8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781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Mitigation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566EF3-724D-41B7-8D0E-2F44DC97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475A63-2CDE-4A30-9958-26E61EDC0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669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Looks like horoscope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980C5F-E063-477B-A29C-BD7EEBB9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003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6E808B-E3AE-443C-BDC9-9134F556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4669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thinks it is generic astrology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7FC13A-0F5F-41A4-9B64-AB4EC58C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003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401981-298E-40AB-9B4B-E87D0E2E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669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position as weekly life-series and action, not fate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595831-B0EF-4C63-B674-EC70E1A8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397B0C-BA8F-4572-8D5C-DBD992BB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27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feels random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E67EB4-0E0F-4EE5-AE4C-275001EC6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861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22A310-F831-4310-8007-CBD802F0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1527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cannot explain visual change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A49AC2-9E64-421B-B2C6-06F6A436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861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ADA58D-BF2A-495F-9B30-959C14C3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527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show cause next to Canvas and tie it to action/reflection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A5B4C8-59DB-4AAB-A4A9-FB03760C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B2B01C-EDA0-49B6-99F0-87ABD4D9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cost kills margin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423990-1C02-412F-8800-2F185EC5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719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65B316-CE1A-4305-843C-FA937FD1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8385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generate expensive clips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C65F08-BB88-47DF-B8C6-CB540232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7719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21240D-E793-4F7A-BABE-6C7BDBE2E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385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premium/token video only; log COGS per asset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0EC807-1404-4A5B-A663-A23FBA59E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07EEFA7-B1EF-46B2-91C1-D581DE63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243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sounds generic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19FC26-DAA0-41CB-9555-BA2A3F49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577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D8110E-A249-4794-9611-B0C4137AD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5243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trust and no return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57D60E-2B6E-460B-8034-DC959C16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577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A4C2CC-8DB1-434A-B465-C8001A9D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5243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prompt QA, user feedback and memory guardrails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8BDF279-052A-4B53-903D-795688DB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888A1A6-50EA-4F6C-9E4B-C6AD374B4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0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No paid intent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1E54B1-1A6D-4315-99DB-36E999F4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43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13DCDBF-66D5-4F96-B010-0442A991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5210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like it but do not pay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E8ED82-34AE-42BF-8D06-0E56A95A3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143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9D52E5-D4FB-43F2-80BF-B118C2A5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210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after first completed loop and price tests by cohort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881E611-40FF-4EE1-914C-630898F9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01682430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F0FCA6-7EFF-4722-B886-CE2D2044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A3794C-C6BD-428F-AE05-7ABCBA88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2A3593-C99E-473A-AB5B-3EBB6C9F5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B683F0-BDA8-4B9B-9940-D1270283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8D9CCB-2475-49BF-9343-EFBE5E6B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Growth Roadmap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91FB9A-F281-4A2E-A864-0B9A31DB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9525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EB9743-1322-42B0-9512-CF6AFBCF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B947FE-71AC-4550-97BC-E7758814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7C59A6-6731-4493-837A-654934EC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forecast + avatars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98E768-CC9A-4785-BF82-F52F398B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093BE5-F106-4291-8828-C1CBD46F9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D55AD-83CE-41BA-86C4-E29F7A2B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season + Canvas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4C5F14-CA70-4E12-967F-BEF9C8E6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DB95C6-F629-43B7-80FD-B17CF1DA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9F53B1-19F7-413D-89F0-7D5F3F0B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first token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A6E26-F782-41ED-8F72-F4FF475C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7B31DF-230F-41C1-9D55-A9FF5923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D13E2A-A29C-463E-AC84-371FE0F7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D7 / season recaps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77D990-C70E-4E9A-BC42-D64BA8BE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9046F5-E5D2-46DC-9877-1F1E71B1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9BF9E7-7FA9-4561-BA56-546CFB62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creators + paid tests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AB7A78-DA92-4F9E-85D1-A30BC601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8AE2D1-C7A3-41E5-9C29-CFEDFF953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$1M ARR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3C6ECC-A4CD-4DBE-9404-9ABC6BAE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engine + annual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8AB202-380D-45A6-9E92-33120E73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953000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roadmap stays narrow until the loop is proven: first causality, then retention, then paid scale.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2CF7E3-CB99-48E2-A3CF-80C715BE3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04206526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EDA9EB-875A-40D7-AC8A-74D5980B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9507C3-D79F-4903-A5F5-7F68F512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8EC05-90E1-45A5-8256-C04367C3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142AC3-F126-41D9-8666-DCEE670E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B1ACAD-2A65-4941-A0A4-E128FA96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What We Should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B9428A-88BA-458A-A44E-8B4C8A84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B69777-365E-4764-9B2D-9E4CB866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 weekly visual self-guidance app where the user enters birth data/context, receives a forecast, completes daily micro-actions, and sees Life Canvas evolve.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70EAE5-59A9-4567-B4B0-5962C9B06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90C679-1DC9-4EA9-9A70-7D1AD380D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Text-first assistant, weekly season, daily episode, action/reset/reflection, image-first Life Canvas, Plus paywall, one premium video token test.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92DD41-5752-45C7-AE93-EB6323737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Pricing 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6AF903-5042-48A2-B98C-6D8ABAF8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 monthly, $69-$89 annual, $2.99-$9.99 visual/video tokens, no unlimited generation.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0D00AD-9298-4803-8FD4-4DE8A3F7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 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6090AF-7FC7-4AB5-A960-0680B2C0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Start with interviews and concierge cohorts, then creator-led proof, then small paid tests around visual week/future-self hooks.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1BF0EF-1667-4847-B7F3-661FA095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Kill criteria 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56010F-46CD-4D33-AE2E-B56063DA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Stop or pivot if users cannot explain Canvas causality, D1 is below 20%, paid intent stays below 5%, or video COGS cannot be controlled.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848CFF-1FDF-498A-A0BE-154AD1D5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Next step 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93FD07-09E0-46DA-86BD-2AAC5562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Create 3-5 visual examples, clickable prototype, 30-user cohort and one pricing/token experiment.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A19784-A11A-490F-BF07-43344189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083151868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3502E5-74D7-4418-8731-613ECDFA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333CF-2184-4251-BEF6-58C5D1F2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968536-BFE0-4F62-ADC8-B5257225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"/>
            <a:ext cx="323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2FBD4C-9860-4570-BFA5-FDD5742C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657225"/>
            <a:ext cx="266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4F56C0-C3BC-4F3D-B7B7-502FCF7A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Contacts / Next Step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3F420D-ED2B-4BCC-BAA5-BAC3F610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38375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F32BF8-3AFB-406F-B78B-EBD09733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337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Next step: generate visual examples, assemble clickable prototype, test first 30 users, and verify whether Life Canvas causality is understood.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4196A5-970B-47E0-B93B-BC29EF36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625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 → interviews → concierge cohort → paid intent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2360C1-4D68-4D46-BB21-03B5AE9C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6643726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2026-06-03T06:31:18.8590000Z</dcterms:created>
  <dcterms:modified xsi:type="dcterms:W3CDTF">2026-06-03T06:31:18.8590000Z</dcterms:modified>
</coreProperties>
</file>