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b40b24ae8d49e7" /><Relationship Type="http://schemas.openxmlformats.org/officeDocument/2006/relationships/extended-properties" Target="/docProps/app.xml" Id="R3288bfdcad134dd2" /><Relationship Type="http://schemas.openxmlformats.org/officeDocument/2006/relationships/officeDocument" Target="/ppt/presentation.xml" Id="R4ced4938bf9948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36547e120d4238"/>
  </p:sldMasterIdLst>
  <p:notesMasterIdLst>
    <p:notesMasterId xmlns:r="http://schemas.openxmlformats.org/officeDocument/2006/relationships" r:id="R6587e978d5434ec2"/>
  </p:notesMasterIdLst>
  <p:sldIdLst>
    <p:sldId xmlns:r="http://schemas.openxmlformats.org/officeDocument/2006/relationships" id="256" r:id="R0efe2c3456734593"/>
    <p:sldId xmlns:r="http://schemas.openxmlformats.org/officeDocument/2006/relationships" id="257" r:id="R93d1fb1c9fc2447a"/>
    <p:sldId xmlns:r="http://schemas.openxmlformats.org/officeDocument/2006/relationships" id="258" r:id="R2ca5ec3eee4d4412"/>
    <p:sldId xmlns:r="http://schemas.openxmlformats.org/officeDocument/2006/relationships" id="259" r:id="Rbea2b0e45cc54f11"/>
    <p:sldId xmlns:r="http://schemas.openxmlformats.org/officeDocument/2006/relationships" id="260" r:id="Reb0101ff3dd14b60"/>
    <p:sldId xmlns:r="http://schemas.openxmlformats.org/officeDocument/2006/relationships" id="261" r:id="R0dc72203fe634f12"/>
    <p:sldId xmlns:r="http://schemas.openxmlformats.org/officeDocument/2006/relationships" id="262" r:id="R500028037de84aec"/>
    <p:sldId xmlns:r="http://schemas.openxmlformats.org/officeDocument/2006/relationships" id="263" r:id="R9bfb4028b1d047c8"/>
    <p:sldId xmlns:r="http://schemas.openxmlformats.org/officeDocument/2006/relationships" id="264" r:id="R9eddd8c374aa4c07"/>
    <p:sldId xmlns:r="http://schemas.openxmlformats.org/officeDocument/2006/relationships" id="265" r:id="Rb34e4ab6b3824434"/>
    <p:sldId xmlns:r="http://schemas.openxmlformats.org/officeDocument/2006/relationships" id="266" r:id="Race37ded53fb4075"/>
    <p:sldId xmlns:r="http://schemas.openxmlformats.org/officeDocument/2006/relationships" id="267" r:id="Rfd3f4d3de70d44c6"/>
    <p:sldId xmlns:r="http://schemas.openxmlformats.org/officeDocument/2006/relationships" id="268" r:id="Ra0f0f867560749b4"/>
    <p:sldId xmlns:r="http://schemas.openxmlformats.org/officeDocument/2006/relationships" id="269" r:id="R59d3a58cacd8449c"/>
    <p:sldId xmlns:r="http://schemas.openxmlformats.org/officeDocument/2006/relationships" id="270" r:id="Ra5381033fad940e2"/>
    <p:sldId xmlns:r="http://schemas.openxmlformats.org/officeDocument/2006/relationships" id="271" r:id="Rccecf0d3b39a4dac"/>
    <p:sldId xmlns:r="http://schemas.openxmlformats.org/officeDocument/2006/relationships" id="272" r:id="Rcfb6047f05bb441e"/>
    <p:sldId xmlns:r="http://schemas.openxmlformats.org/officeDocument/2006/relationships" id="273" r:id="R23ccb99e572d45d1"/>
    <p:sldId xmlns:r="http://schemas.openxmlformats.org/officeDocument/2006/relationships" id="274" r:id="R1c4ea03362e447b1"/>
    <p:sldId xmlns:r="http://schemas.openxmlformats.org/officeDocument/2006/relationships" id="275" r:id="Rd37d22f78f3d431a"/>
    <p:sldId xmlns:r="http://schemas.openxmlformats.org/officeDocument/2006/relationships" id="276" r:id="Rfd56581440b64eb7"/>
    <p:sldId xmlns:r="http://schemas.openxmlformats.org/officeDocument/2006/relationships" id="277" r:id="R4ad251839b2e4561"/>
    <p:sldId xmlns:r="http://schemas.openxmlformats.org/officeDocument/2006/relationships" id="278" r:id="R315f2558d3534264"/>
    <p:sldId xmlns:r="http://schemas.openxmlformats.org/officeDocument/2006/relationships" id="279" r:id="R6ba19af8640841df"/>
    <p:sldId xmlns:r="http://schemas.openxmlformats.org/officeDocument/2006/relationships" id="280" r:id="Rf495a419838d42c1"/>
    <p:sldId xmlns:r="http://schemas.openxmlformats.org/officeDocument/2006/relationships" id="281" r:id="Rd2148515ec574c2f"/>
    <p:sldId xmlns:r="http://schemas.openxmlformats.org/officeDocument/2006/relationships" id="282" r:id="R616c0c4f7a954aca"/>
    <p:sldId xmlns:r="http://schemas.openxmlformats.org/officeDocument/2006/relationships" id="283" r:id="R4be83a1a139c4d43"/>
    <p:sldId xmlns:r="http://schemas.openxmlformats.org/officeDocument/2006/relationships" id="284" r:id="R645256a14ff6432e"/>
    <p:sldId xmlns:r="http://schemas.openxmlformats.org/officeDocument/2006/relationships" id="285" r:id="R54ea27a0cd9c4f1f"/>
    <p:sldId xmlns:r="http://schemas.openxmlformats.org/officeDocument/2006/relationships" id="286" r:id="R008781c811e84503"/>
    <p:sldId xmlns:r="http://schemas.openxmlformats.org/officeDocument/2006/relationships" id="287" r:id="R097f1227c62646d9"/>
    <p:sldId xmlns:r="http://schemas.openxmlformats.org/officeDocument/2006/relationships" id="288" r:id="R691b2f12674d43e9"/>
    <p:sldId xmlns:r="http://schemas.openxmlformats.org/officeDocument/2006/relationships" id="289" r:id="Rae502307b16543dc"/>
    <p:sldId xmlns:r="http://schemas.openxmlformats.org/officeDocument/2006/relationships" id="290" r:id="R49d7bfd1dfaa4d8b"/>
    <p:sldId xmlns:r="http://schemas.openxmlformats.org/officeDocument/2006/relationships" id="291" r:id="R1d638d8f09c04a1b"/>
    <p:sldId xmlns:r="http://schemas.openxmlformats.org/officeDocument/2006/relationships" id="292" r:id="R63d7eec10e4c448c"/>
    <p:sldId xmlns:r="http://schemas.openxmlformats.org/officeDocument/2006/relationships" id="293" r:id="Ra07322cd7f594cc8"/>
    <p:sldId xmlns:r="http://schemas.openxmlformats.org/officeDocument/2006/relationships" id="294" r:id="Re5ed9b116a3d4836"/>
    <p:sldId xmlns:r="http://schemas.openxmlformats.org/officeDocument/2006/relationships" id="295" r:id="R39f3386c0f0c4b8d"/>
    <p:sldId xmlns:r="http://schemas.openxmlformats.org/officeDocument/2006/relationships" id="296" r:id="R3055cb2697944b92"/>
    <p:sldId xmlns:r="http://schemas.openxmlformats.org/officeDocument/2006/relationships" id="297" r:id="Rbca43d31ad8741b6"/>
    <p:sldId xmlns:r="http://schemas.openxmlformats.org/officeDocument/2006/relationships" id="298" r:id="R22ec999574df49b0"/>
    <p:sldId xmlns:r="http://schemas.openxmlformats.org/officeDocument/2006/relationships" id="299" r:id="Rc854dff52e7c449f"/>
    <p:sldId xmlns:r="http://schemas.openxmlformats.org/officeDocument/2006/relationships" id="300" r:id="R450780a1d55644eb"/>
    <p:sldId xmlns:r="http://schemas.openxmlformats.org/officeDocument/2006/relationships" id="301" r:id="Re68788d2b51f4488"/>
    <p:sldId xmlns:r="http://schemas.openxmlformats.org/officeDocument/2006/relationships" id="302" r:id="R268c440f12a04822"/>
    <p:sldId xmlns:r="http://schemas.openxmlformats.org/officeDocument/2006/relationships" id="303" r:id="R40fb11e66024450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6547e120d4238" /><Relationship Type="http://schemas.openxmlformats.org/officeDocument/2006/relationships/theme" Target="/ppt/theme/theme1.xml" Id="R2aa4de70e0f44e91" /><Relationship Type="http://schemas.openxmlformats.org/officeDocument/2006/relationships/notesMaster" Target="/ppt/notesMasters/notesMaster1.xml" Id="R6587e978d5434ec2" /><Relationship Type="http://schemas.openxmlformats.org/officeDocument/2006/relationships/presProps" Target="/ppt/presProps.xml" Id="Re03a3f321e4e4918" /><Relationship Type="http://schemas.openxmlformats.org/officeDocument/2006/relationships/viewProps" Target="/ppt/viewProps.xml" Id="Rc4d93863ad5f401c" /><Relationship Type="http://schemas.openxmlformats.org/officeDocument/2006/relationships/tableStyles" Target="/ppt/tableStyles.xml" Id="R19a619c5b3814764" /><Relationship Type="http://schemas.openxmlformats.org/officeDocument/2006/relationships/slide" Target="/ppt/slides/slide1.xml" Id="R0efe2c3456734593" /><Relationship Type="http://schemas.openxmlformats.org/officeDocument/2006/relationships/slide" Target="/ppt/slides/slide2.xml" Id="R93d1fb1c9fc2447a" /><Relationship Type="http://schemas.openxmlformats.org/officeDocument/2006/relationships/slide" Target="/ppt/slides/slide3.xml" Id="R2ca5ec3eee4d4412" /><Relationship Type="http://schemas.openxmlformats.org/officeDocument/2006/relationships/slide" Target="/ppt/slides/slide4.xml" Id="Rbea2b0e45cc54f11" /><Relationship Type="http://schemas.openxmlformats.org/officeDocument/2006/relationships/slide" Target="/ppt/slides/slide5.xml" Id="Reb0101ff3dd14b60" /><Relationship Type="http://schemas.openxmlformats.org/officeDocument/2006/relationships/slide" Target="/ppt/slides/slide6.xml" Id="R0dc72203fe634f12" /><Relationship Type="http://schemas.openxmlformats.org/officeDocument/2006/relationships/slide" Target="/ppt/slides/slide7.xml" Id="R500028037de84aec" /><Relationship Type="http://schemas.openxmlformats.org/officeDocument/2006/relationships/slide" Target="/ppt/slides/slide8.xml" Id="R9bfb4028b1d047c8" /><Relationship Type="http://schemas.openxmlformats.org/officeDocument/2006/relationships/slide" Target="/ppt/slides/slide9.xml" Id="R9eddd8c374aa4c07" /><Relationship Type="http://schemas.openxmlformats.org/officeDocument/2006/relationships/slide" Target="/ppt/slides/slide10.xml" Id="Rb34e4ab6b3824434" /><Relationship Type="http://schemas.openxmlformats.org/officeDocument/2006/relationships/slide" Target="/ppt/slides/slide11.xml" Id="Race37ded53fb4075" /><Relationship Type="http://schemas.openxmlformats.org/officeDocument/2006/relationships/slide" Target="/ppt/slides/slide12.xml" Id="Rfd3f4d3de70d44c6" /><Relationship Type="http://schemas.openxmlformats.org/officeDocument/2006/relationships/slide" Target="/ppt/slides/slide13.xml" Id="Ra0f0f867560749b4" /><Relationship Type="http://schemas.openxmlformats.org/officeDocument/2006/relationships/slide" Target="/ppt/slides/slide14.xml" Id="R59d3a58cacd8449c" /><Relationship Type="http://schemas.openxmlformats.org/officeDocument/2006/relationships/slide" Target="/ppt/slides/slide15.xml" Id="Ra5381033fad940e2" /><Relationship Type="http://schemas.openxmlformats.org/officeDocument/2006/relationships/slide" Target="/ppt/slides/slide16.xml" Id="Rccecf0d3b39a4dac" /><Relationship Type="http://schemas.openxmlformats.org/officeDocument/2006/relationships/slide" Target="/ppt/slides/slide17.xml" Id="Rcfb6047f05bb441e" /><Relationship Type="http://schemas.openxmlformats.org/officeDocument/2006/relationships/slide" Target="/ppt/slides/slide18.xml" Id="R23ccb99e572d45d1" /><Relationship Type="http://schemas.openxmlformats.org/officeDocument/2006/relationships/slide" Target="/ppt/slides/slide19.xml" Id="R1c4ea03362e447b1" /><Relationship Type="http://schemas.openxmlformats.org/officeDocument/2006/relationships/slide" Target="/ppt/slides/slide20.xml" Id="Rd37d22f78f3d431a" /><Relationship Type="http://schemas.openxmlformats.org/officeDocument/2006/relationships/slide" Target="/ppt/slides/slide21.xml" Id="Rfd56581440b64eb7" /><Relationship Type="http://schemas.openxmlformats.org/officeDocument/2006/relationships/slide" Target="/ppt/slides/slide22.xml" Id="R4ad251839b2e4561" /><Relationship Type="http://schemas.openxmlformats.org/officeDocument/2006/relationships/slide" Target="/ppt/slides/slide23.xml" Id="R315f2558d3534264" /><Relationship Type="http://schemas.openxmlformats.org/officeDocument/2006/relationships/slide" Target="/ppt/slides/slide24.xml" Id="R6ba19af8640841df" /><Relationship Type="http://schemas.openxmlformats.org/officeDocument/2006/relationships/slide" Target="/ppt/slides/slide25.xml" Id="Rf495a419838d42c1" /><Relationship Type="http://schemas.openxmlformats.org/officeDocument/2006/relationships/slide" Target="/ppt/slides/slide26.xml" Id="Rd2148515ec574c2f" /><Relationship Type="http://schemas.openxmlformats.org/officeDocument/2006/relationships/slide" Target="/ppt/slides/slide27.xml" Id="R616c0c4f7a954aca" /><Relationship Type="http://schemas.openxmlformats.org/officeDocument/2006/relationships/slide" Target="/ppt/slides/slide28.xml" Id="R4be83a1a139c4d43" /><Relationship Type="http://schemas.openxmlformats.org/officeDocument/2006/relationships/slide" Target="/ppt/slides/slide29.xml" Id="R645256a14ff6432e" /><Relationship Type="http://schemas.openxmlformats.org/officeDocument/2006/relationships/slide" Target="/ppt/slides/slide30.xml" Id="R54ea27a0cd9c4f1f" /><Relationship Type="http://schemas.openxmlformats.org/officeDocument/2006/relationships/slide" Target="/ppt/slides/slide31.xml" Id="R008781c811e84503" /><Relationship Type="http://schemas.openxmlformats.org/officeDocument/2006/relationships/slide" Target="/ppt/slides/slide32.xml" Id="R097f1227c62646d9" /><Relationship Type="http://schemas.openxmlformats.org/officeDocument/2006/relationships/slide" Target="/ppt/slides/slide33.xml" Id="R691b2f12674d43e9" /><Relationship Type="http://schemas.openxmlformats.org/officeDocument/2006/relationships/slide" Target="/ppt/slides/slide34.xml" Id="Rae502307b16543dc" /><Relationship Type="http://schemas.openxmlformats.org/officeDocument/2006/relationships/slide" Target="/ppt/slides/slide35.xml" Id="R49d7bfd1dfaa4d8b" /><Relationship Type="http://schemas.openxmlformats.org/officeDocument/2006/relationships/slide" Target="/ppt/slides/slide36.xml" Id="R1d638d8f09c04a1b" /><Relationship Type="http://schemas.openxmlformats.org/officeDocument/2006/relationships/slide" Target="/ppt/slides/slide37.xml" Id="R63d7eec10e4c448c" /><Relationship Type="http://schemas.openxmlformats.org/officeDocument/2006/relationships/slide" Target="/ppt/slides/slide38.xml" Id="Ra07322cd7f594cc8" /><Relationship Type="http://schemas.openxmlformats.org/officeDocument/2006/relationships/slide" Target="/ppt/slides/slide39.xml" Id="Re5ed9b116a3d4836" /><Relationship Type="http://schemas.openxmlformats.org/officeDocument/2006/relationships/slide" Target="/ppt/slides/slide40.xml" Id="R39f3386c0f0c4b8d" /><Relationship Type="http://schemas.openxmlformats.org/officeDocument/2006/relationships/slide" Target="/ppt/slides/slide41.xml" Id="R3055cb2697944b92" /><Relationship Type="http://schemas.openxmlformats.org/officeDocument/2006/relationships/slide" Target="/ppt/slides/slide42.xml" Id="Rbca43d31ad8741b6" /><Relationship Type="http://schemas.openxmlformats.org/officeDocument/2006/relationships/slide" Target="/ppt/slides/slide43.xml" Id="R22ec999574df49b0" /><Relationship Type="http://schemas.openxmlformats.org/officeDocument/2006/relationships/slide" Target="/ppt/slides/slide44.xml" Id="Rc854dff52e7c449f" /><Relationship Type="http://schemas.openxmlformats.org/officeDocument/2006/relationships/slide" Target="/ppt/slides/slide45.xml" Id="R450780a1d55644eb" /><Relationship Type="http://schemas.openxmlformats.org/officeDocument/2006/relationships/slide" Target="/ppt/slides/slide46.xml" Id="Re68788d2b51f4488" /><Relationship Type="http://schemas.openxmlformats.org/officeDocument/2006/relationships/slide" Target="/ppt/slides/slide47.xml" Id="R268c440f12a04822" /><Relationship Type="http://schemas.openxmlformats.org/officeDocument/2006/relationships/slide" Target="/ppt/slides/slide48.xml" Id="R40fb11e6602445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c49104e12944c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06b16f8b6046ec" /><Relationship Type="http://schemas.openxmlformats.org/officeDocument/2006/relationships/notesMaster" Target="/ppt/notesMasters/notesMaster1.xml" Id="R7b3573aedab94a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f682dbe6d04695" /><Relationship Type="http://schemas.openxmlformats.org/officeDocument/2006/relationships/notesMaster" Target="/ppt/notesMasters/notesMaster1.xml" Id="R65bf174c68c54d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723d596a5946c9" /><Relationship Type="http://schemas.openxmlformats.org/officeDocument/2006/relationships/notesMaster" Target="/ppt/notesMasters/notesMaster1.xml" Id="R88aad33f021c4b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c9775bda064d59" /><Relationship Type="http://schemas.openxmlformats.org/officeDocument/2006/relationships/notesMaster" Target="/ppt/notesMasters/notesMaster1.xml" Id="R8346febeb92e47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2edfc3b43240b4" /><Relationship Type="http://schemas.openxmlformats.org/officeDocument/2006/relationships/notesMaster" Target="/ppt/notesMasters/notesMaster1.xml" Id="R5f36703fa2e64a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457c8554484d7e" /><Relationship Type="http://schemas.openxmlformats.org/officeDocument/2006/relationships/notesMaster" Target="/ppt/notesMasters/notesMaster1.xml" Id="Rbbd5c7b50fb24f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baee412c46430e" /><Relationship Type="http://schemas.openxmlformats.org/officeDocument/2006/relationships/notesMaster" Target="/ppt/notesMasters/notesMaster1.xml" Id="R07bf0d0d4a054b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213e307ff8470b" /><Relationship Type="http://schemas.openxmlformats.org/officeDocument/2006/relationships/notesMaster" Target="/ppt/notesMasters/notesMaster1.xml" Id="R9d83b24e663147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793d90a75845d4" /><Relationship Type="http://schemas.openxmlformats.org/officeDocument/2006/relationships/notesMaster" Target="/ppt/notesMasters/notesMaster1.xml" Id="Rb23653c750544f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270c2eb07d483a" /><Relationship Type="http://schemas.openxmlformats.org/officeDocument/2006/relationships/notesMaster" Target="/ppt/notesMasters/notesMaster1.xml" Id="R6b7249444bbe4a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6b926f2d77404d" /><Relationship Type="http://schemas.openxmlformats.org/officeDocument/2006/relationships/notesMaster" Target="/ppt/notesMasters/notesMaster1.xml" Id="R95e2edcdb77946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4790abec1348e9" /><Relationship Type="http://schemas.openxmlformats.org/officeDocument/2006/relationships/notesMaster" Target="/ppt/notesMasters/notesMaster1.xml" Id="R5ead0efa506d43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a5c6dd7efd4a9d" /><Relationship Type="http://schemas.openxmlformats.org/officeDocument/2006/relationships/notesMaster" Target="/ppt/notesMasters/notesMaster1.xml" Id="Rc3837ac496264c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1ef15e061a4ee2" /><Relationship Type="http://schemas.openxmlformats.org/officeDocument/2006/relationships/notesMaster" Target="/ppt/notesMasters/notesMaster1.xml" Id="R91ceacf90fd241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0eeffb6fe54f87" /><Relationship Type="http://schemas.openxmlformats.org/officeDocument/2006/relationships/notesMaster" Target="/ppt/notesMasters/notesMaster1.xml" Id="R241f681b91b347c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ef5ea2af15e4a92" /><Relationship Type="http://schemas.openxmlformats.org/officeDocument/2006/relationships/notesMaster" Target="/ppt/notesMasters/notesMaster1.xml" Id="Rf8f03bf98de043a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880c9aa4034117" /><Relationship Type="http://schemas.openxmlformats.org/officeDocument/2006/relationships/notesMaster" Target="/ppt/notesMasters/notesMaster1.xml" Id="Red05eb49cc7640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a67b72d69d04b82" /><Relationship Type="http://schemas.openxmlformats.org/officeDocument/2006/relationships/notesMaster" Target="/ppt/notesMasters/notesMaster1.xml" Id="Ra578d3dedb594af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a3687cf578f48a1" /><Relationship Type="http://schemas.openxmlformats.org/officeDocument/2006/relationships/notesMaster" Target="/ppt/notesMasters/notesMaster1.xml" Id="Rda6f0910304f415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65f0e5725264efe" /><Relationship Type="http://schemas.openxmlformats.org/officeDocument/2006/relationships/notesMaster" Target="/ppt/notesMasters/notesMaster1.xml" Id="R658ce87fa91c477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aad37cf916c426a" /><Relationship Type="http://schemas.openxmlformats.org/officeDocument/2006/relationships/notesMaster" Target="/ppt/notesMasters/notesMaster1.xml" Id="R321e2371f8b2486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7b29a17645b4348" /><Relationship Type="http://schemas.openxmlformats.org/officeDocument/2006/relationships/notesMaster" Target="/ppt/notesMasters/notesMaster1.xml" Id="Rc1040af32bb14d8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e805ff8a3b745a7" /><Relationship Type="http://schemas.openxmlformats.org/officeDocument/2006/relationships/notesMaster" Target="/ppt/notesMasters/notesMaster1.xml" Id="Rfcb5c6f94f8842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7f3e5ea9a474f0f" /><Relationship Type="http://schemas.openxmlformats.org/officeDocument/2006/relationships/notesMaster" Target="/ppt/notesMasters/notesMaster1.xml" Id="R0f2cab5eb33f4b2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3a9f2e29504eec" /><Relationship Type="http://schemas.openxmlformats.org/officeDocument/2006/relationships/notesMaster" Target="/ppt/notesMasters/notesMaster1.xml" Id="R08654da51837446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df06f22ebbd44f5" /><Relationship Type="http://schemas.openxmlformats.org/officeDocument/2006/relationships/notesMaster" Target="/ppt/notesMasters/notesMaster1.xml" Id="Rd911e28dfb314b6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ee4595e78eb482f" /><Relationship Type="http://schemas.openxmlformats.org/officeDocument/2006/relationships/notesMaster" Target="/ppt/notesMasters/notesMaster1.xml" Id="Re8f976ba0d964b7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455e7146c554ffc" /><Relationship Type="http://schemas.openxmlformats.org/officeDocument/2006/relationships/notesMaster" Target="/ppt/notesMasters/notesMaster1.xml" Id="R630270d269f8421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c3c825834342c8" /><Relationship Type="http://schemas.openxmlformats.org/officeDocument/2006/relationships/notesMaster" Target="/ppt/notesMasters/notesMaster1.xml" Id="R40023025e793422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2666950911741ac" /><Relationship Type="http://schemas.openxmlformats.org/officeDocument/2006/relationships/notesMaster" Target="/ppt/notesMasters/notesMaster1.xml" Id="Ree6e2b0c47fd4c9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e97936b503b4a55" /><Relationship Type="http://schemas.openxmlformats.org/officeDocument/2006/relationships/notesMaster" Target="/ppt/notesMasters/notesMaster1.xml" Id="R13677d08909e41d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3509eb4accf409c" /><Relationship Type="http://schemas.openxmlformats.org/officeDocument/2006/relationships/notesMaster" Target="/ppt/notesMasters/notesMaster1.xml" Id="R227756da1b79449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e51319d408f434c" /><Relationship Type="http://schemas.openxmlformats.org/officeDocument/2006/relationships/notesMaster" Target="/ppt/notesMasters/notesMaster1.xml" Id="R2cc449a1c6c247f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512bac19ac24797" /><Relationship Type="http://schemas.openxmlformats.org/officeDocument/2006/relationships/notesMaster" Target="/ppt/notesMasters/notesMaster1.xml" Id="R2992765931bf414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3732261f79a43a0" /><Relationship Type="http://schemas.openxmlformats.org/officeDocument/2006/relationships/notesMaster" Target="/ppt/notesMasters/notesMaster1.xml" Id="R526b4c80dc104ea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4606b68fa5641e1" /><Relationship Type="http://schemas.openxmlformats.org/officeDocument/2006/relationships/notesMaster" Target="/ppt/notesMasters/notesMaster1.xml" Id="R004bb27471ac40e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e643260c2d0474c" /><Relationship Type="http://schemas.openxmlformats.org/officeDocument/2006/relationships/notesMaster" Target="/ppt/notesMasters/notesMaster1.xml" Id="R74bd264a8f15447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ab783fa60ea4085" /><Relationship Type="http://schemas.openxmlformats.org/officeDocument/2006/relationships/notesMaster" Target="/ppt/notesMasters/notesMaster1.xml" Id="R6b42497b797c4db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6165e514eeb42e4" /><Relationship Type="http://schemas.openxmlformats.org/officeDocument/2006/relationships/notesMaster" Target="/ppt/notesMasters/notesMaster1.xml" Id="R8d8ef51989684c5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d37e090a6504ee4" /><Relationship Type="http://schemas.openxmlformats.org/officeDocument/2006/relationships/notesMaster" Target="/ppt/notesMasters/notesMaster1.xml" Id="R353b744a9aec415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64b932b2b8c442f" /><Relationship Type="http://schemas.openxmlformats.org/officeDocument/2006/relationships/notesMaster" Target="/ppt/notesMasters/notesMaster1.xml" Id="R0bced5fc484c4b0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0d96d94f4314c2d" /><Relationship Type="http://schemas.openxmlformats.org/officeDocument/2006/relationships/notesMaster" Target="/ppt/notesMasters/notesMaster1.xml" Id="R0ba035fa79a6426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12945d315344b7b" /><Relationship Type="http://schemas.openxmlformats.org/officeDocument/2006/relationships/notesMaster" Target="/ppt/notesMasters/notesMaster1.xml" Id="R042effa74dd8485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427696d33ce4f87" /><Relationship Type="http://schemas.openxmlformats.org/officeDocument/2006/relationships/notesMaster" Target="/ppt/notesMasters/notesMaster1.xml" Id="R912d29c3d60e4ca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2721bb8e5364150" /><Relationship Type="http://schemas.openxmlformats.org/officeDocument/2006/relationships/notesMaster" Target="/ppt/notesMasters/notesMaster1.xml" Id="Rd74d27ed6e904fb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8b3740a6f1a6437b" /><Relationship Type="http://schemas.openxmlformats.org/officeDocument/2006/relationships/notesMaster" Target="/ppt/notesMasters/notesMaster1.xml" Id="R487e9a61bff544b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94ef500929b4943" /><Relationship Type="http://schemas.openxmlformats.org/officeDocument/2006/relationships/notesMaster" Target="/ppt/notesMasters/notesMaster1.xml" Id="R8af970e9cff1485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6296d64511f451c" /><Relationship Type="http://schemas.openxmlformats.org/officeDocument/2006/relationships/notesMaster" Target="/ppt/notesMasters/notesMaster1.xml" Id="Rc42b0307380e49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9166814e7a4ec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6aba9f90dde4c72" /><Relationship Type="http://schemas.openxmlformats.org/officeDocument/2006/relationships/slideLayout" Target="/ppt/slideLayouts/slideLayout2.xml" Id="R1c176a07b13d44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176a07b13d44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aa6b7364654943" /><Relationship Type="http://schemas.openxmlformats.org/officeDocument/2006/relationships/notesSlide" Target="/ppt/notesSlides/notesSlide1.xml" Id="R6457ee4b43e44f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f4bc909fdd4ab3" /><Relationship Type="http://schemas.openxmlformats.org/officeDocument/2006/relationships/notesSlide" Target="/ppt/notesSlides/notesSlide2.xml" Id="Rb543588119c34d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27499757e146c8" /><Relationship Type="http://schemas.openxmlformats.org/officeDocument/2006/relationships/notesSlide" Target="/ppt/notesSlides/notesSlide3.xml" Id="R637170f4293c44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0927540fa44919" /><Relationship Type="http://schemas.openxmlformats.org/officeDocument/2006/relationships/notesSlide" Target="/ppt/notesSlides/notesSlide4.xml" Id="Reebe8204902a41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004690b0484498" /><Relationship Type="http://schemas.openxmlformats.org/officeDocument/2006/relationships/notesSlide" Target="/ppt/notesSlides/notesSlide5.xml" Id="Rb961ffbd734446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ec4a1a6f4a4439" /><Relationship Type="http://schemas.openxmlformats.org/officeDocument/2006/relationships/notesSlide" Target="/ppt/notesSlides/notesSlide6.xml" Id="R3f220b04b5c24c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e486aff93d4b48" /><Relationship Type="http://schemas.openxmlformats.org/officeDocument/2006/relationships/notesSlide" Target="/ppt/notesSlides/notesSlide7.xml" Id="Rae5339fb8d9f4c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2121858c0e47e8" /><Relationship Type="http://schemas.openxmlformats.org/officeDocument/2006/relationships/notesSlide" Target="/ppt/notesSlides/notesSlide8.xml" Id="R5b1fae44594542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8aa6728a7746e2" /><Relationship Type="http://schemas.openxmlformats.org/officeDocument/2006/relationships/notesSlide" Target="/ppt/notesSlides/notesSlide9.xml" Id="R6d32343f8dd64e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3e301cc5134f04" /><Relationship Type="http://schemas.openxmlformats.org/officeDocument/2006/relationships/notesSlide" Target="/ppt/notesSlides/notesSlide10.xml" Id="R0bc09bec0a5a42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cf1409758947ab" /><Relationship Type="http://schemas.openxmlformats.org/officeDocument/2006/relationships/notesSlide" Target="/ppt/notesSlides/notesSlide11.xml" Id="R1986fd80290044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812b8a7d8249f7" /><Relationship Type="http://schemas.openxmlformats.org/officeDocument/2006/relationships/notesSlide" Target="/ppt/notesSlides/notesSlide12.xml" Id="R20653a08fa6e4b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aebcfba0a644ca" /><Relationship Type="http://schemas.openxmlformats.org/officeDocument/2006/relationships/notesSlide" Target="/ppt/notesSlides/notesSlide13.xml" Id="Rabeddb0bcc794ad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a830b6c2c644d9" /><Relationship Type="http://schemas.openxmlformats.org/officeDocument/2006/relationships/notesSlide" Target="/ppt/notesSlides/notesSlide14.xml" Id="Rd674cb6c8b1341e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2bb43316324d88" /><Relationship Type="http://schemas.openxmlformats.org/officeDocument/2006/relationships/notesSlide" Target="/ppt/notesSlides/notesSlide15.xml" Id="R7503ce3251d8476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486b38b8be4195" /><Relationship Type="http://schemas.openxmlformats.org/officeDocument/2006/relationships/notesSlide" Target="/ppt/notesSlides/notesSlide16.xml" Id="R00db43ddf0ef407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5b493d6e074c0b" /><Relationship Type="http://schemas.openxmlformats.org/officeDocument/2006/relationships/notesSlide" Target="/ppt/notesSlides/notesSlide17.xml" Id="R6c064c93bc4542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d3122bbc92416c" /><Relationship Type="http://schemas.openxmlformats.org/officeDocument/2006/relationships/notesSlide" Target="/ppt/notesSlides/notesSlide18.xml" Id="R7b19c3c3d3ac476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c59af0ed294b57" /><Relationship Type="http://schemas.openxmlformats.org/officeDocument/2006/relationships/notesSlide" Target="/ppt/notesSlides/notesSlide19.xml" Id="R1a27c88d678e4c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f5f5dd66c64a49" /><Relationship Type="http://schemas.openxmlformats.org/officeDocument/2006/relationships/notesSlide" Target="/ppt/notesSlides/notesSlide20.xml" Id="R559d60501c0a424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a0f555756744ed" /><Relationship Type="http://schemas.openxmlformats.org/officeDocument/2006/relationships/notesSlide" Target="/ppt/notesSlides/notesSlide21.xml" Id="R56974dd753ef410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0ec0aaa8764e70" /><Relationship Type="http://schemas.openxmlformats.org/officeDocument/2006/relationships/notesSlide" Target="/ppt/notesSlides/notesSlide22.xml" Id="R7717e1db1e094d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268dafb5d84253" /><Relationship Type="http://schemas.openxmlformats.org/officeDocument/2006/relationships/notesSlide" Target="/ppt/notesSlides/notesSlide23.xml" Id="R005051280e50480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5bac50c9034a53" /><Relationship Type="http://schemas.openxmlformats.org/officeDocument/2006/relationships/notesSlide" Target="/ppt/notesSlides/notesSlide24.xml" Id="Rc5a45559d6aa449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10253c77064a9f" /><Relationship Type="http://schemas.openxmlformats.org/officeDocument/2006/relationships/notesSlide" Target="/ppt/notesSlides/notesSlide25.xml" Id="R95d6b9d73d91455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51c03cd87a4618" /><Relationship Type="http://schemas.openxmlformats.org/officeDocument/2006/relationships/notesSlide" Target="/ppt/notesSlides/notesSlide26.xml" Id="R76eb8d65a60044c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9f95f92f14429d" /><Relationship Type="http://schemas.openxmlformats.org/officeDocument/2006/relationships/notesSlide" Target="/ppt/notesSlides/notesSlide27.xml" Id="R7679c52aa0ec44b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5b24add1224dbf" /><Relationship Type="http://schemas.openxmlformats.org/officeDocument/2006/relationships/notesSlide" Target="/ppt/notesSlides/notesSlide28.xml" Id="Rc2b88849a8454c3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7191cb7ff74276" /><Relationship Type="http://schemas.openxmlformats.org/officeDocument/2006/relationships/notesSlide" Target="/ppt/notesSlides/notesSlide29.xml" Id="R663883b48196449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8f959496f94c32" /><Relationship Type="http://schemas.openxmlformats.org/officeDocument/2006/relationships/notesSlide" Target="/ppt/notesSlides/notesSlide30.xml" Id="R15b6b139c697491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c6d28e1d084d68" /><Relationship Type="http://schemas.openxmlformats.org/officeDocument/2006/relationships/notesSlide" Target="/ppt/notesSlides/notesSlide31.xml" Id="Rb98e7614cfed42d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1f0ec656af49fb" /><Relationship Type="http://schemas.openxmlformats.org/officeDocument/2006/relationships/notesSlide" Target="/ppt/notesSlides/notesSlide32.xml" Id="Rc45851ee5c3f471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c29a53b29e4839" /><Relationship Type="http://schemas.openxmlformats.org/officeDocument/2006/relationships/notesSlide" Target="/ppt/notesSlides/notesSlide33.xml" Id="R1c3434cb89dc4a9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1c716522b84a5b" /><Relationship Type="http://schemas.openxmlformats.org/officeDocument/2006/relationships/notesSlide" Target="/ppt/notesSlides/notesSlide34.xml" Id="R477bf441a5124d8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bad0aa2edc4afe" /><Relationship Type="http://schemas.openxmlformats.org/officeDocument/2006/relationships/notesSlide" Target="/ppt/notesSlides/notesSlide35.xml" Id="R382339589ca54db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2bcdf2a2424e21" /><Relationship Type="http://schemas.openxmlformats.org/officeDocument/2006/relationships/notesSlide" Target="/ppt/notesSlides/notesSlide36.xml" Id="R73ee311bc425414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6c8a9f086a4aa7" /><Relationship Type="http://schemas.openxmlformats.org/officeDocument/2006/relationships/notesSlide" Target="/ppt/notesSlides/notesSlide37.xml" Id="R7172cd0803de4ac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d828dfca264f7e" /><Relationship Type="http://schemas.openxmlformats.org/officeDocument/2006/relationships/notesSlide" Target="/ppt/notesSlides/notesSlide38.xml" Id="Ra77dad38f9624a0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2ed3655e6e444d" /><Relationship Type="http://schemas.openxmlformats.org/officeDocument/2006/relationships/notesSlide" Target="/ppt/notesSlides/notesSlide39.xml" Id="R21cd94a910fe4fe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7bf10783104025" /><Relationship Type="http://schemas.openxmlformats.org/officeDocument/2006/relationships/notesSlide" Target="/ppt/notesSlides/notesSlide40.xml" Id="R64452d33193d44d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1e4121d2454c1a" /><Relationship Type="http://schemas.openxmlformats.org/officeDocument/2006/relationships/notesSlide" Target="/ppt/notesSlides/notesSlide41.xml" Id="R6687d7b299ab415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4406dffade471d" /><Relationship Type="http://schemas.openxmlformats.org/officeDocument/2006/relationships/notesSlide" Target="/ppt/notesSlides/notesSlide42.xml" Id="R2f3ca66a5256468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e12d35011d44c5" /><Relationship Type="http://schemas.openxmlformats.org/officeDocument/2006/relationships/notesSlide" Target="/ppt/notesSlides/notesSlide43.xml" Id="R3651b628e267469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cc9c289db84b07" /><Relationship Type="http://schemas.openxmlformats.org/officeDocument/2006/relationships/notesSlide" Target="/ppt/notesSlides/notesSlide44.xml" Id="Rbffee0c5f2bd490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de8629d3ba4572" /><Relationship Type="http://schemas.openxmlformats.org/officeDocument/2006/relationships/notesSlide" Target="/ppt/notesSlides/notesSlide45.xml" Id="R14dd435afc63449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8c74d7d284711" /><Relationship Type="http://schemas.openxmlformats.org/officeDocument/2006/relationships/notesSlide" Target="/ppt/notesSlides/notesSlide46.xml" Id="R2fbb5999207741c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100d6968d8485f" /><Relationship Type="http://schemas.openxmlformats.org/officeDocument/2006/relationships/notesSlide" Target="/ppt/notesSlides/notesSlide47.xml" Id="R38356dc9aea94dd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5cadfedb7482c" /><Relationship Type="http://schemas.openxmlformats.org/officeDocument/2006/relationships/notesSlide" Target="/ppt/notesSlides/notesSlide48.xml" Id="Rd8a18d8664f4401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36B2D6-91AB-4655-B560-D7FF6023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E255A-8B3E-4115-88E4-16C0ACBC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60CFE-74B8-4FD5-B001-19DEE222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860C17-5BED-4211-B832-AD3B98C6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44D3D-5853-445E-A189-C31C47F5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385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/ инвесторская презентация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7FB25-2495-48C7-B494-21CB5FD1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63244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FC032A-9CB7-4672-BD52-3C4E9DB1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396653-ED18-4AA7-BECA-82CFEED2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E82F9-E811-4B4F-8AFA-26FD6A72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3EC88-32E1-4C4A-97A0-30A0D658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203212-B975-495A-8A01-A564C668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BE6EA-1479-4B91-827F-5F670238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93AA9-2EF9-4C6C-81CF-8CB350D4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104408-9759-489D-82AD-B67AD411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7E889-BC9F-4EA5-9E34-82F71162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CB70F-397B-43D6-A4D7-9E93C3C9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AAB3D-5654-4138-A974-B63B7ADB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32E69-B3AE-4B11-95A2-FCFDF2C4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7029E-2B3C-41E9-AE13-42003D85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2AD02-68DB-4F08-9ED2-D3C3D9F6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1ECFDB-6F68-4D56-B15D-86268972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642EE3-2E1C-4E94-8225-D951AEA3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615A9-4936-47FC-A112-79D690E6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4E389-DB02-4B8A-9867-694D3621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39667-A7A9-4E71-9668-B6FA4764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BCF871-B831-4168-B039-9EB25F19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4BD0A-FFC0-4568-A203-88023A58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C994D7-6D66-4820-BBDF-876B9EBC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D389EC-1B9B-442D-A8BB-CC5E7943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41EEE0-9AC7-4A3E-85E3-97A77345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F45C17-F66F-4DC4-8DEF-0F809361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4781D3-CE52-44F3-BAA8-A3153136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AE75AC-AFAA-4183-9F41-850D9AB2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706722-3F4E-4CE7-B648-EE4A3144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78305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E74B2B-BB3D-4A69-A592-5B316B08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175A7-68E5-4F23-ADE8-C64235ED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DEF60-DE7E-4A1F-90A9-75DB5B9A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7D3F-6521-49A2-AAE6-7194E770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E6FB0-6E0A-4777-8ACC-A4CA4686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A4CE3-9EEF-4915-B787-E38B51C6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F88E4-627B-4B98-80F0-0397FDAB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D3BC7-A6C1-42C4-9367-F8FC6963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8619E-F277-4945-BE63-7BED1487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941C7-79DB-44DA-B205-ED615893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E1289-79D2-4209-8183-34513BD8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FAA901-2C16-428D-89B3-7ACB585C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75BA1E-9677-4CD6-B8BC-7ABA0E63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14EA2E-075F-4DEB-9405-8FC37CD9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E9168-E6CE-4775-8728-714AF991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B6731E-E318-41A0-84EC-AE82A04E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BC230A-9F47-4672-9C63-CC8EA936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1888AC-6ED9-4053-9F8B-825C8964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BB6B83-3972-40FA-B1A4-CDADC4CC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773C85-7ED8-4D57-B2A6-D9B565A7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7EDF76-3195-40C3-A143-39DE46C5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2289BD-75D0-4E71-A50B-C56A9FBD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CA7C19-2661-4FE7-B41D-D553B0E1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789784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63FC28-7D47-4B0B-A423-E88DF0AC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DC9F9-F24F-43E3-9014-483DF849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A49CF3-9983-4E7B-B6B4-9B32D001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44BA4B-1918-4C5F-A691-BE9C2135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8BA060-876A-44D4-BB4D-C4994A9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мы выводим продукт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384ED-0194-4A4A-BF4B-77FA0A05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18543-075C-48B2-9658-2856249D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3720A-EE35-4DFB-B8FA-61578F34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1DD27-C7CA-4A54-A6FD-B56B1FD3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5325D4-94BE-42EE-95EE-893F4D38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Смотрим лидеров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9D230-EADE-4331-AFF5-A932F058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Nebula / Calm / Finch / Runway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DA15E-C8A9-4A33-B3B3-B45ED7B1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смысл, ритуал, память и визуальный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FCD2C2-5C98-4E75-81B0-14F62CC3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3E923-CDA8-40C0-B975-1816199D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9EAB7E-D9BE-401C-8FB6-E00F3E52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Находим разрыв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A20367-F265-4DAA-BC02-615CC0C0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приложения дают куски опыта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B78C4-9861-4D93-8E18-2D91914B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формата, где смысл превращается в действие и видимое изменение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C877C-ECBB-423D-8AB6-FCBAC17A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9D842-53A2-41E8-954B-1D01EEB7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3EA13E-5F14-4582-860E-5C3D2604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Формулируем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04066F-FFBC-4A1A-BE0C-5363D933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weekly visual self-guidance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B3D74-EEC6-450B-BCEC-9AC602CA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становится личным сериалом, а Life Canvas показывает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4B235-E243-4759-8884-BFC9B78C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581A5B-82BA-47E2-82C8-C5A15EAA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D7BCCF-0CAA-4B2D-B14D-0CE82102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Собираем MVP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04BDA4-4DD1-4603-9CCC-6D4E39FD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Episode → Action → Canvas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F5040C-0191-468D-944B-40E3C68B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проверяем не рынок вообще, а понятна ли пользователю причинная петля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78BDE-02FD-43AC-B263-869CEB33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презентации: не “мы придумали приложение”, а “из существующих платных паттернов появляется новый формат”.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AE9AB6-0795-4C2F-8737-DAA022E9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241062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F5497F-EB2B-4902-B52A-4CB68739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DCA41-4985-43E0-87EA-C8EA2B49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3805A-695C-40E7-A20F-3BCCF210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4A8EB-C299-436A-864B-99426880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A29382-1AAC-4A5B-B2D0-4D031130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Пользовательская проблема → ответ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97608-1E26-475F-B9BE-35BCDA9A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5881D-FABE-494A-935B-BFCD4287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сейчас болит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B50A6-FC79-4BA0-B528-146B59C9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BCD2D-3F5F-465E-8039-923BF9DA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Гороскопы дают смысл, но часто звучат общо и не ведут к действию.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5ECAA7-35EF-434B-8898-5ADBEE59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42438-BE6D-4B56-BDBB-6AB231C6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дает ритуал, но не объясняет личную неделю пользователя.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C0641-58F1-461D-9CA6-4E80E58D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36D98-F44A-425E-836B-10F7E1CE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умеет помнить, но не превращает неделю в понятную структуру.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F86A9-B7BF-415B-8960-CA2C1FE0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D4617-3FFD-441F-9E77-73543253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Avatar/video tools дают вау-картинку, но она часто не связана с поведением.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322C3-D13D-492B-9905-01CDD169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должна дать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168CE3-8CE3-4019-BAA4-B878A80E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1E5722-4084-4878-A750-9C9BE2CB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прогноз недели на основе birth data и текущего запроса.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EA085-2C79-41BC-BBD6-4FE9B8E0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5C815-BAAF-4F96-8704-CCB61C6B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episode: один фокус дня, одно маленькое действие, один reset.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06D95-0654-4D8E-8597-69D693EB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BEF642-E743-4408-9F8A-5EDF8C33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Canvas: визуальная картинка меняется не случайно, а по причине.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2E20C8-1855-4099-936A-660AFF77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6B3EA1-3853-4475-9D20-A383728C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recap/video: неделя ощущается как серия жизни, а не набор карточек.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03EB70-D4DA-40A2-9E40-5603DC11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75A53E-049B-4DA5-9F0B-D7D16CB4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Ассистент с памятью: пользователь чувствует продолжение, а не новый чат с нуля.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3F2821-14DB-4AD6-A83E-28789F24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24F14B-8B5D-4AC8-948E-57E28771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392674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6BA6EC-95E5-4501-93D5-921BBCD3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27448-B82E-45E0-9D1C-2711816B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35408-7FB8-4127-BE4E-62F9AEBF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9A299-A691-4010-85CB-F8074ADC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B2D30-AE0B-41CA-B053-FEEA3EAF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 рабочие продуктовые концепции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F0383-66E9-4601-9D8B-47CB7612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446A9-D037-478B-92DA-31CE7618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6D4C0-9098-45D7-A491-B72ECCDE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Концепция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5DC68C-A01C-420D-92F4-50BBAD65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381DD5-1BF4-4F1F-B76C-FAE8847B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выглядит для пользователя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CB54-2C32-49FF-A032-B8CF78EA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2EF742-95B7-4E23-8E4F-E8DEDE53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Вау-момент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1C9E3-AEEA-48A5-87D6-6346BBA3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19EB4-E158-4554-9F26-04E28FCC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проверяет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D73BCE-D780-423C-9682-C1BD41E6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28C9D2-800B-4A6F-B3FB-DD091F86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Life Trailer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E11D80-B759-4B87-BEA6-930BCBBD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FF8984-2515-4743-80DC-613E4DBE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раз в неделю пользователь получает визуальный трейлер своей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452CF-0BAF-4497-8F55-A3A9182F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653DE6-534D-431E-B964-9D674D39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“моя неделя выглядит как фильм обо мне”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F8F464-9EA4-4BBA-826F-98230B8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17E454-A279-4C42-BBC3-780E3B21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готов ли пользователь платить за premium visual moment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BD6DDE-55CD-413F-8197-38F83577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516ADF-5457-450A-9CC5-1F232082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 Self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FFE7FC-5EFE-4A5B-B9D8-33F38A68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58B6A6-FF96-4B56-9CE7-AF4411B5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ежедневные действия меняют образ будущей версии себя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CE1C83-E998-406D-92BC-70495EBF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AD6DF2-74C0-4FE8-AF28-F8139918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“картинка изменилась, потому что я сделал действие”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2C0179-4CB8-4EB0-A29B-A2FB7B67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19B305-AFAB-4403-AAA0-E215E077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 ли причинность Life Canvas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7981CC-0EBC-4910-9733-6DAFB192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FC07A3-86FA-4B60-AE06-ECEB8B66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Pocket Forecastist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AFAC73-ABCF-4062-AF94-18E19412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5BDBC3-EBE5-4AAD-B966-9648F883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 помнит контекст и ведет через неделю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93636C-DAA7-4A87-87F7-C06B5CAC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002310-CF90-4E6D-B860-9AC40509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“он понимает мою ситуацию, а не просто пишет гороскоп”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583513-87D5-45EF-9BD2-E6DE2361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603C49-F409-40EC-880A-174981C3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ли trust + memory + weekly guidance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EFAA2D-454C-49E8-9561-3A4208F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96539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AF2D37-6233-49E8-8B7D-E847E0D7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7BBDE-7683-4A84-912B-9067EF10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09864-C9CF-4663-908A-E18BED2C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FDA2E-0CC8-4AB4-82C6-4A44AAAF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C91CF-760C-476D-8A31-3D9A731B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такое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0D78A-BA1D-44E3-9D6D-CB0546F0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6CBC5-679A-4CEB-A454-B2C1FD2B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Финальная формула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8CE15-57F9-4F39-A6F5-A39A0420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weekly visual self-guidance app: пользователь вводит birth data и текущий запрос, получает прогноз недели, проходит daily episodes и видит изменение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EDCB0-1B1B-4AD9-A80D-57F6F734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принцип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65F35-CF82-48B1-B797-8E1E57AC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 не продает “предсказание судьбы”. Он продает структуру недели: понять состояние → сделать действие → увидеть изменение → вернуться завтра.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F12C4-3525-4F5C-98E9-4CB2C0ED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внутри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8B0F9-5BE8-4E6D-AB1E-F1466D21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weekly season, daily action/reset, image-first Life Canvas и редкими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8AC62-BFD4-4C08-9126-45A8C99C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отличает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E9CB2-3885-4CD9-A06E-6D820ECD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 конкурентов смысл, ритуал, AI-память и визуал часто живут отдельно. AURA соединяет их в причинную петлю.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32F92-9F27-4E71-8B33-01CB0137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не делаем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4E056-B1E7-454C-8219-A7B1215F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безлимитный AI-video generator, социальную сеть или marketplace экспертов в MVP. Сначала доказываем loop.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F23D6-E001-4FE8-8843-6C55586C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Критерий жизни продукта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52C3B3-DA96-4BE7-8E38-490F5CDF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может объяснить, почему Canvas изменился, AURA имеет шанс. Если нет — это просто генератор красивых картинок.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DCD2D6-C349-4156-9944-2095815F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9005393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EC3BFE-6C0A-4AF7-948D-D3C455E2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27CCF-362E-4A02-9846-77CCB443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E8161-2339-4730-A8DD-6341623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194E8-D77F-4312-8800-2A4DE30B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554C8-938A-4D8D-A8B4-8851AC17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7D2BC-B24E-46BB-BBDC-AC6B0D3E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13667-C73E-49AC-9F6C-F241BA8B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BC518-29AB-42E5-A4C9-F0CBD6B7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89624C-D53D-45CB-949E-787A6F8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6D65A-D960-4AB7-8ED2-497B2D4D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4FF2F7-09DA-434D-95CF-B652DC1C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1D08A-28BC-412F-A63C-E089838B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DCD70-8852-468D-B675-2C861B3C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4014D7-FCDD-4B58-915A-32BDDC8C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F4E0A-B599-4FC8-BB3A-5179A56E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CB3E8-98EA-408C-9603-5BAB17A0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5E916-A8DE-4B88-A2A0-89090948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84386-B6B1-49AF-9338-615BD718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EF187D-3D8E-4491-88C9-FC554CBA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1C250-D188-4D4D-B49A-B781AEEC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62D12C-8B85-4322-B715-DBB64672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6FB019-AB56-4D8A-85B4-79201B46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673E3-446B-4DFE-A3EA-DF110D29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623922-0719-46A9-B860-89D7A077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566293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B6221C-251C-4281-9FD0-0ED0B4C7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347F5-FE69-460C-8600-53517290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7754B-CE65-481F-9CD4-AD23DE17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69D9C-8CEB-4332-B369-2CC88E39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A56FA-3AEE-445F-92B8-3E2BA1E3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39368-9FEB-4CFE-BD04-973048DC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5AAF6-FEF4-4697-BDC1-57AA1BAC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1C709-B91F-4AB4-A9EF-E76C6B93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80575-7566-43B4-9A35-1EF3BE11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11FBF-C46D-4DE5-B00F-0312FEB5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4C7E3-4940-43C8-B947-283B3F67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45ABE-442E-4896-9C91-F9EE943C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010E8-8573-4F89-B6A2-4B2569ED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73A84-522E-49FC-9AC1-A4707732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AB7636-3878-4EBF-A011-64730A6F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86525-CBCB-47FE-A2A6-080130A3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6517BC-0BD4-479E-9743-8321F4E9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4BB14E-AADF-4E99-96AE-4F4AF259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D69A7-D54B-4B09-A97A-065B2C5C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D20C1E-33A8-404B-98FE-4EE8422C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607092-A205-4857-915E-8DD4E6F9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3C8D35-F86C-400B-901D-791D16F6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D5C98D-732A-4C35-B1A6-01119449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9A2E4B-8F5C-41F4-B427-AFC8665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1D5D4-724B-49C6-A7C0-14699BC2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7470197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3A91E5-5892-4DB0-8C2A-6F619E6E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D0813-5219-4B89-8FDE-B35F30A9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7DA626-018F-4599-A168-ED334BDB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34635-7DE6-4A18-AB3B-C4AE2FCC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1C9FA-E5B0-4A8E-A210-48A9CDA5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Ключевые экраны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C13F3-8428-483B-A01C-4235E211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8941A-1361-44D2-9443-E7F6AEC8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A19A7-C802-43B7-B9A2-BEEEBBE0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8AC3D-BCEC-4269-ACBB-7180CF53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AFBC9-ACAB-4187-8F5C-C08D9F05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рождения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A32AF-7A88-4262-8FF0-93EEF069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68573-9B8C-40F9-A2A7-87B48D0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/ время / место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текущий вопрос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0E8742-557C-4224-BF6B-7B2D3925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3EC49-81C5-4C32-93AE-B03CB0DE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1A2C5-BE64-4406-A3A4-1E4D7FB8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FA145-A029-4D2A-8060-69CC006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B97EEF-CAAD-42E1-8CB0-64C8A718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ADED4-EAA2-4F07-B265-9E8622C4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420712-A09F-4BD1-8A3B-1CF3E242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6011CC-6DC1-435A-B452-F9CB1817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сезона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напряжения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первое обещание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E1AB1D-475D-405F-8F8A-41838A51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FB6FA0-A143-437F-9BDB-7DCD1E5B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9F0489-4842-4BD2-B913-7F28394D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4E1D78-B386-4D1B-BDDA-B087E63C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50A70F-A3AF-4C41-B3B0-5006C5DB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8611B6-32FF-41F4-9AA6-281C86CE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AE955-75B1-427B-9BF1-7303C169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61F8E8-C4C6-48BF-B56E-6C8A70CA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сообщение ассистента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карточка действия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32591B-1D07-42A2-B26E-E626A364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D4788A-1B00-4292-91E5-BF9BF02C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8E2C96-9682-4419-A620-86237600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D2C0C4-C1DC-4238-8A09-C4D065ED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657324-AF22-4124-B151-1664E7BB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3CC716-1E7F-410B-A032-E6FEFCBC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0CF835-7733-4E43-95B6-C4B987EB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E30E43-63C6-4BE8-9567-4CDB3C55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2-мин практика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рефлексия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завершение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CC0BC2-0906-4E93-BA65-50832629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419FDA-28A3-442B-8131-47C262A8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7FBDC8-F3A4-437A-8940-75A48C11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A1BB7D-0D71-4E6E-AF2E-0E844AD7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C24C91-6B9E-46CA-B95B-151F3EF5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D4FBE8-9234-4AAB-8B36-68217BE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9711A5-796B-4DFF-BAB4-B1D31E34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1002B7-00E3-4C23-82C3-319D75C8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/ после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изменилось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изменилось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90197A-A271-4339-962C-F5CA4EB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C7B9C8-A79B-4E88-86CB-9DF6D1C5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15C9BA7-81D0-4810-B333-83C37842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E90E76A-F4C3-4B91-96EF-6EC6F6E3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F10BB9-1AD9-4CAE-AC12-1CF844C3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E5AF7C-0EA8-4E3C-9F9D-F39C9D20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22DE12-6553-44CE-B1F9-F12DD0D2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EFCD1E0-D22D-4D0C-B078-0FB1972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продолжить сезон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1E216A-00FE-4ABE-9A5D-B624F53C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C5301DB-F4F0-4737-9EAE-41EF66E4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выбрать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EBFB8B-DA3C-41AA-BC93-F20EEEEC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финальный UI-дизайн. Это логика того, что дизайнер должен сделать видимым на экране.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9EB3F0A-FBB7-474B-829C-88804142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0900519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7F17AD-03D2-4CCA-8EE3-C348C934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E2BEA-1094-4D95-B9DE-4520B685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3643C-0632-485E-934A-ACDEC847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434AA-8C47-4069-A225-8A91EBC3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9B441-73DD-4B78-BC38-CBA7F803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FAF6B-B805-4A00-AB87-F1F849CF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23F3A-6221-40AF-B598-322E7FD7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2CA2A-B2CE-465B-BED8-6AEFA849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43959-8800-4B80-BBC6-CF75F28F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8FAE-E87D-4B80-91D7-D549CFD3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C1C43-0C9C-4DFC-A163-6DDEB61A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FE8A5-89C1-4379-BD2A-21248AAE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BF44B3-9F70-4B1C-B495-D03ECA48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4783AD-1C61-4403-9CF7-EB759160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CD7089-2DEE-44E7-8809-63630560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5A6FF-CACC-4CB9-AF12-BB026DAE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CE14B9-4B95-4D0E-B438-4A2B6B44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14371-807D-4423-A2C1-A6D5A6B8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5167D-ED84-4435-80E4-7D788877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4C2CB-88B3-4D4E-AD29-89D17FB9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A9328D-06E3-4B9B-B53F-10EFC9B3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5AEE3-A744-4322-9DB4-070A8299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083723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A5E963-3F4B-4CC9-BDCA-9FE2952D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0A57F-B6EC-4514-8D00-C44A3A20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50F44-646C-41E8-B576-6CA30F78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F6291C-761C-410C-BBA4-7DCB4F7B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70140-C594-445E-B24A-27160D89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FE261-8266-4530-80B4-4BB0A2CF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E815E-F7DA-48DD-A159-F09FB066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5409A-462F-48F6-AA35-2DDCE438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F5554-77D5-4D73-88BF-5D28EDB0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59CDFC-74B5-4298-A1C0-400999BA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A6A60B-7D01-43C3-B1F8-32DA020A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3C0C5D-39E3-4D71-96AD-E97FE802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E775D-3A6C-42C5-A10F-F91FBB53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C3F09-B838-4EDE-97A3-032589F6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2F9CE-CA7C-4F6B-99AC-574231B5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5D09C6-EE74-4984-B91E-6FA18953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01F41-9889-4AAC-B7E8-C08FABFC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B3C44F-EC76-4C65-8B87-9B957D0B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609504-FEFF-4BF1-A7A3-A346BF54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B0BAF1-75D0-48FA-91B8-26B3B62A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393DA4-DCF5-4079-98BF-053A83FC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2FBBDE-F4D4-4EC0-9941-AA092B53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BBDF42-9E2E-402C-B621-EF12EEAD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EC6DE4-8EF8-4417-8B16-6AB4C75C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F2472-BD57-4945-A8F4-B7C0C6C7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0BBC3-DA28-4F40-8312-2DC01DEE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C901ED-9079-4D2B-AAA7-F514727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B39D1D-25E4-48CE-92D8-5A9F8C68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C33671-365C-4294-9BA9-347FF0D5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4556591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632026-CFDF-4717-9DDA-67D574EA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1BD09-A6E4-41DC-A959-0043846E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9D024-D13C-4AC0-864E-C980B575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A52AB-4EDB-4C83-9549-C2E17AF5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D4050-ACB2-4427-A0AC-364CB35E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B48F4-D36C-4750-89E5-8A80CE10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63551-20DA-449A-A873-8E92CACD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7B053-CDFE-49BA-B6AC-EB27EF1A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44A7D-6077-4F80-A544-D88EB656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5DEC1-1B16-4A40-B462-13E5B380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57BB2-871F-4FF6-93B3-3FD236BA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6FE9F-0A56-47EB-8304-C1B2D612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3F03F-A4AB-47D2-8686-22C2DE21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C6B85-30F0-4CF0-A1C4-3D1F62B8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C7980-2471-4D21-B04D-84AD011B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A1D67-99C0-468C-A767-9ADF6B36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CF7ECD-21A7-4E46-8DF2-1E5A1AB4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12367F-F8C3-491B-8797-C8EA1CD6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81DC72-93A5-4165-9F92-E98C546E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3B1420-97E2-4369-86FF-A033CF67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86637-4063-49C8-BAD3-046ECD45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DBA24C-185A-4F58-B0E0-22F3A1D8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FEE89B-56DF-410F-B33E-A38D82E7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CBCD8C-B096-463A-A574-B2A2443C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E22948-41D8-49BD-BB61-D0937A00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DDAFA4-807E-4035-B968-D3718423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FFC6D2-F313-40E4-996A-E5D6A9EA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BDB69-ADDD-4919-B61B-658400E5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F93981-F9E1-4A4A-93F7-451323BA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863E89-585A-4E51-838F-106CF310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6063A8-45B0-48CD-B840-9BA64DF5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D0DC58-E25E-4310-B7CC-648C097C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19400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84132E-F48D-4CA8-8DDC-9DA0A377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8E2C00-0DE9-488A-9359-80E0211B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9AFE0-4E7E-4F91-8ACE-2E0A83E6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67100-64E9-4952-88FE-ADC25AAC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F67E6-89BC-4525-9E33-A76F946D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62A92-28A4-417F-BA9D-5C9E74EF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9615B-D3C7-4BE5-99FE-5CA0D423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930C2-33A1-422A-85C4-5A0FBECE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60BFF-3408-48E8-BC75-F26D01B4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9DBA8-DC8C-4B4E-8565-0DEB8E98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27B80E-1CB8-4C4B-9B9A-38A85755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F4384-BEE8-4F34-BB29-899A3A96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217FE-F2A6-498D-98A0-B008C2EE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64C392-38AA-455A-BBE2-9BC71D51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7805-C372-4961-8B9E-C9F2FAAB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4C98D-273D-48F9-803C-4BD8B23C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6DC367-CC39-40D6-B339-7F79C1D7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4E99FF-A89B-493E-A088-253F94B8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AB18A1-47C8-456B-A3A9-98E11ACF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F0EEF-EC9E-4344-9488-705CED96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43643-C36A-462C-AC87-90172A12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BA5024-CA3D-41F0-8A93-2FCDF0CA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30317A-33E7-4613-A452-F55FABBD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487F34-4CFE-4351-9F77-1A994D4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C3C2A5-1175-42CC-A438-6B8D5512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89BE63-A09C-4F8D-9E3E-E96DAD02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E44924-2499-454D-98D2-BDF842FD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2E741C-5C71-4EAE-9829-3DE24348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359176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E3CC9C-AEB1-421A-B934-6114EA41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00BB0-26FD-4FA1-AE0F-9F818516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290F2-66BC-43F4-A0F3-D779B3B3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7D478-0A04-4740-A6CF-0B4FC390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B96A8-272D-473A-BE31-3155869A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31913-832B-4DDC-BE6C-3B9E2F90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3B2AE-9ED4-4245-AB67-81FD6638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395B3-9573-4527-A85D-7C74E62A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CD2EBA-2A7C-49DA-9B61-15339EC5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AF54C-DC71-4FFF-A0FD-015CFEFB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ежедневную привычку открывать приложение ради смысла, reset и самонавигации.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DF975-BE4B-4FE9-A388-EFA1E2C2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D01597-3708-4539-A829-F13343F6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7E339-B1F2-43CE-B9ED-F82C2DEC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платных поведения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6DBA0-E3E2-415D-BA2B-C6D3248B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навигация, wellness-ритуал, память AI-companion, визуальная идентичность/avatar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80D081-8F74-4C73-8926-EA3C6C32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798717-2FE2-4AC4-8814-F6D401AF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961E1-5C2A-46A1-9F04-2432C149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D09F7-7F0D-4E62-869C-B534B497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исследование покрывает app stores, web apps, paywalls, соседние инструменты и ручной competitor walkthrough.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6B4AA2-DB8C-474C-9751-F5CC47A2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7E1233-79CA-43E2-BA45-F76F1D0C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4B60B3-DD30-4C3E-9D47-AC479C1E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E1A03A-4776-4BBD-B34A-8E3EF115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достижимый первый масштаб, если creator-led GTM, недельные сезоны и premium-визуалы работают.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7AE69-5F4B-4559-8D51-DC79A5A5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1E8830-5EC9-41F9-9A35-6ED7149C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F4716D-5633-46C8-97A1-7B49AF4B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EE8A7E-44D1-4153-9C36-F1B087D2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+ annual + premium tokens + creator seasons могут дать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55C415-28F8-4086-9FB7-9D658AA2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— это не один horoscope TAM. Это пересечение paid personal meaning, daily ritual и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5DEFE9-566F-4398-81F5-795128ED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3782222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DDBF5-1005-4911-9A91-5D77B8AD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2D8F2-2499-480F-A920-50D37BE9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A242B-95E0-434D-B52F-178BC903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E1070-50D7-4083-8DE9-BE350430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BACA4-8D15-4C39-A854-FE90F32B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работают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8BA86-1922-48D2-8439-36B757D6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BF3E0-5864-4177-A3AC-4019BEDA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539F80-4A6D-4EEE-B6EF-05789CF4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5AC55-48D0-4AA7-A1DC-185CD1D4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1982A-4DA9-420E-B735-5711F7AE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Внешние сигналы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1C706-634F-4587-8184-33C67C85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Rev.now / Sacra / press / API pricing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57D8E-FFF4-4FA8-A691-0005DE3B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Revenue, MAU, payers, price, public COGS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271D3-55CC-41F6-A1D6-C13477AE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05790-10A2-4FE5-86D1-AF2BBD77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891A2-457A-410F-BC37-FFECFCA0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Производные бенчмарки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80B4FF-591E-4651-A940-497D607A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расчет из открытых сигналов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86AAF4-8394-4112-983B-1E8F3299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ARPMAU, paid conversion, CAC bands, COGS per 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CE5BB-AA51-4E00-8AD7-312EF0B2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0F864C-2853-4BAD-BA2F-B9C91146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CE0D1C-45B0-4D9B-9408-C23037E3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1DC648-3F0D-4771-8ABC-F7129D2C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conservative / base / strong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EA914A-C6AA-4FEB-8928-44676605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pricing, conversion, token attach, no-free-video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9A61E9-1316-433A-B9E3-C7809808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3874BA-0C3D-4795-9489-B4FE1ACA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A4F1AF-441F-4FC1-ADAE-99FE0322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Продуктовые решения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B65BCD-4C09-43BB-8D99-5837810A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что реально строим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563F94-B5D9-482C-B0F9-23A225F7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Plus, annual, token video, image-first Life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5E50DF-8CF5-4944-8EC8-506C09E3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Презентация не считает оценки конкурентов абсолютной правдой. Она использует их как рамки для гипотез AURA.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1E98CB-F75C-4757-823E-10DBC08A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2292572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6B39A6-AD71-4B16-812B-B2C052F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560DB-4B20-436E-BA85-32CA5663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9C0F7-CBB1-46E0-8196-4E54C5DF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412B1-F2B5-49F6-946E-4B61A74C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67F05-E7D2-4DF3-955B-7E96963E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41A4E0-9C83-4BF4-A0A0-FD9EF79E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E255C-EBB6-4E84-8EC2-2B71F191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D638B-B27A-46E2-931D-936E75FA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5008A7-DF57-44A1-BBB0-138401AB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6D9C9-E152-440B-ADF4-1B8C7DB3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F368AD-E081-4522-9696-C826EBB8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477A8-A1AA-436C-B625-6B80EB0A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051F8-F9C2-4EFB-B881-8EC8BDBE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1C53F-8197-4F34-A90A-3B541068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8B3B3-A3FD-4919-91AE-FC1579D0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CECFA5-3D68-476D-868F-B5CF6AC1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FB3629-02C1-44B3-A4FF-80C5FBD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C45A6-6372-4CCB-8014-87B34943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785532-AEF8-4B8A-A8B3-87A3C0D2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AD0AA5-B83A-41D1-A507-B41EEA04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A89A40-B46B-4EE9-9BCA-2C76950C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1C5C16-0C12-4CB1-AC22-7ABBD7EF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должен быть достаточно дешевым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98613D-76F2-4912-8375-710DB0C2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20F06-61B9-41AA-9BBC-4EB5136E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4241526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0BBD62-69CE-48F1-A778-9CFE436F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CBA9C-1E34-478A-AEC0-5B3CC2BD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CC988E-B147-4BEF-A8E8-8EBAEACE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536D3-BD4E-45FC-AACC-FCAC10DA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6FFA1-832E-4187-B5B2-AEAE8974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257D5-2409-44FE-ADC9-F28847E1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9BBCA-867A-46AF-BA7D-C1E37088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755CB-B666-4734-9BDB-333A933A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46F0E-602E-47B6-B713-7B0DB607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B80E1-BFA6-4CAD-9CF2-6C42DF63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962AD5-1BD8-44BB-B408-E0E1658B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F9C0A-1996-41C2-A772-00E11B8B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3FE45-C14A-476D-8E93-641F4E2A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F47A1-28D4-40C7-ACE7-4FB024F5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63B98-CCC3-40B5-9BFD-3BE16CB4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220423-44E5-430C-9F6C-44BD498A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A7E92D-BDD6-44B5-8771-2BD230E4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8E249-BB33-43DF-B727-DAC76DFA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8664C-8436-4BA2-8266-22F80332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CEDA0F-4BFB-4C21-AF99-C1AF33FB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D5B83D-89AE-4BF2-A133-D2767E12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0A22C4-5795-4148-BA6D-E478DD79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B2229-99A3-4C90-A1FA-C2AF7AD0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7BFB1-4D8F-4D60-A2B2-EC9EEC08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DA6778-62B3-4C3A-AC7D-C51949E9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A93A65-8325-4517-80AD-8672DD6F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F22DFA-50A2-4D95-BE59-DCBCA104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FCA89E-1BBE-4E03-B3E2-C86A78F7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A91FC6-AC31-4133-9C92-9C353A5B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5CD9DE-559E-4095-9DE1-8557C646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62A910-E6A8-47F7-841E-C50F3CC7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7E81F-71AF-4E0F-8463-D8AA2989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7C23F9-F4FD-4253-A03D-804EDD92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84D4A7-10CF-497A-B707-B0E5D73F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982A68-3EEA-44C0-9E3B-3EE4E6C9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6D4985-8857-4AAA-BFCD-E860200F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2D9479-4947-43CA-B3C2-78FE8475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A7CE5B-F05B-4656-95F9-063EABD7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7ED833-AB10-4AE3-95DE-16C212FA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5FEAEF-4A3C-40F2-AFE1-A66F420A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54964E-20AF-4553-A83A-DF2AAC1D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7F76A5-B007-4513-9C2D-E6CB0CB5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CD7B2B-A85F-4AA6-A265-5EBB38B7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F5B955-6F36-45A5-A374-3BB1AA4F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9E8EB9-3580-40C0-AEA6-8D915874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C7A286-2EF6-49AA-8158-3DC9EB56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109DE8-E423-4829-A661-7F884695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B7664C-1DCC-4003-8AD3-CBDE4294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D9BFE19-A584-4171-AFFC-66E75C7A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E138F1-54A4-48EB-86E7-8BEAD65B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30EBD80-DF2B-43EF-8DFA-1EA59B8F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0C7A7A8-CEE4-4F22-A991-D9C92FAA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243C08-7831-432D-907B-56B0A155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F3E59A-0DA5-4279-B303-C28BF1DC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7864BD6-575C-4618-9476-9FD4B0CE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F844183-1F7E-493F-9268-DF09638B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1969985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49343C-FBB6-4179-A75C-C8242D9B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159D98-A262-4D16-9641-1FEDC6FD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A5736-3F6E-4D69-8111-001A969B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5920A-D206-4B3C-B291-7FB808EF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7EF75F-D84D-4A5D-943E-BBC80D1E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astrology-приложений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8ECA4-915A-4387-9B69-50ADCB3B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4C2C3-5BCE-4A5C-A052-63B7778C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C5EA8-F71E-4C5A-A361-6C0E8858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8D42A4-3116-47FB-802F-22FBBDD3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69C56-6BBF-48F0-A541-25821706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9763B-E98B-4F09-8DEB-2588EABF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F3D84C-6A66-42E9-B3F4-A653289A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43EE2-FE03-4D69-BD99-0F3EB551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4FD26-BC36-4C0C-9D0D-0AEFCE36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8CC51-98A8-4E9B-A2D5-60035153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57AEE0-DA66-4EFE-9B3E-F2D1ACB3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6250D6-E09A-46AC-BE39-7AEA168F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CF241-DD39-4C3C-A75D-B4A1BE63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$797.5K/мес; 2.7M MAU;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C4E4A6-8044-41BF-871A-5017B2F1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2166C9-FD76-4414-9816-B054B3BB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$8.99/мес + IAP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BAEAFC-EC27-4593-A965-87B47C89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63B4D-A536-4DB4-9DAC-D595E729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должен быть 2-3%, не fantasy 8-10%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3BC5D4-BBA7-4B57-BD6D-629E1B74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26DBD4-1A65-4D5B-B6CF-B5CF6366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3AC108-F0C5-48BF-93C7-7860DE46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A96B3B-8B44-4F53-AEDB-735C8BC4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$718K/мес; 2.2M MAU; 52K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7D808E-CEE7-42C7-80F2-E98769A5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9186F0-6291-4BF5-9ED0-A13FA0A5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$9.99/мес + weekly IAPs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97B6E4-2DE4-47CC-99A9-0396A168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183C0D-2485-4E5E-B1F0-E14D7E64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монетизируется, но trust paywall хрупкий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4597F8-F003-4597-9BBD-E6E517A9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5A7020-1177-4032-A4B8-69487920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EF91B8-9B33-4B6E-9B31-B10D6BC6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E1ABC1-6BFD-4724-BF05-E152BB98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$36.1K/мес; 160K MAU; 4K payers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193AD1-C00D-45F8-B3A5-F50CC7EE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97B1A3-B45E-4F4A-A3E9-EC24CD82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4F9B19-EAD8-47D0-90D8-5C574D5F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34361B-F517-4F94-AC34-67AD495B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работает, но depth сам по себе не гарантирует 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E47829-2DF9-492E-8FAF-EAE58A7C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82328B-68C3-40CE-BFFC-446FACF9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6E35AD-37F3-4F38-B38A-08F18B11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6D5820-ADA4-48F0-BE6C-3CF62EEE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$547.8K/мес; 2.4M MAU; 34K payers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9CD39A-BF5F-4E5E-803A-FD64D58B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1C19F2-04DC-433E-9BA4-2C2BC4F0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EF812D-EC85-4C98-9584-63A4057B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A9AA82-82EE-4B8F-BE53-061885D5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дает большой reach при более низкой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E4F45A7-5D26-42C5-A32A-BC462B86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9C83E9-3401-4EC9-B9A5-8B8F5105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4197E51-CB61-4607-9178-A39DEE05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2F1B896-C10C-4F36-B0E4-7072E7AD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$440.8K/мес; 242K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B05E39-0CD8-42E0-95CD-377968AB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B5FFF7-5076-469C-9CEE-072D985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DDAF31-3B41-4CDE-B4CA-CCEAD828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77603-F3A9-4BEA-843C-020DBDB6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могут поднять conversion и ARPMAU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9EF69E-F81B-49A2-8CFD-C832DF27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997A01-B4B0-4976-AA40-BC7BB403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A88E008-3C8E-47E1-A719-37A14C3C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0FC9E4F-6974-4293-AE89-F44C544A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8E133E-12AC-490B-A50A-B6CC38BC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AFE49A6-BADC-4DDA-88BB-2092F240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не pure app subscription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9DD215-421B-4C1A-B7F4-FC4FF817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4B1E7E1-26AA-4CA4-B30E-4F89C1F0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— upside later, не MVP core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5C1808B-FA63-4C72-94A5-9BFA7DC1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Источник: оценки Rev.now и публичные отчеты/пресса. Это directional benchmarks, не audited internal P&amp;L.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CEFA8E8-03CB-4422-A6F4-4ED83CBC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2017623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0A35CB-754C-4100-86EF-379AB149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70A9F-E414-45DA-B3CB-48C027DE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D4C9E-02C9-4F04-9B32-D4A99B64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B9EA2F-BED6-4555-8369-A4C8C1B6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287DD-9233-418F-884D-7AE4D823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mindfulness-приложений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60D3B-EBBB-4360-9B38-CCB8664A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8748F-D533-4A96-96C5-F623CEDD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82F41-0666-42C7-A1F4-99078D3B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F9A42-E80B-403D-ACB1-9ED46EA0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55D49-2201-4960-913E-F67660B3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3C027-1D2E-4507-BD21-16E79BA7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A8443-C939-4D5E-B734-3FD8BD15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03315D-0651-4FC4-9DB6-7009F8CB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644D1-DC6A-4123-A0B7-CFE01800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ADDA86-87A4-40A9-B2E6-3B7E21FC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4B09F-5121-437C-8ECE-1D7B15AE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3E98A-D381-4D5F-BF74-00C5A582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08CDF6-1C9E-4B91-9FF2-5B01769C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proxy $300M/год; 4M+ paying subscribers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5A8D76-C5E3-4C9C-AEDA-7101778C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601486-D0D3-4DFF-83A7-EA06E4AD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$70/год и $14.99/мес price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B88F09-A14F-4C34-B13A-DEEC962A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D5B3CC-7309-412B-86C2-A4561224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может быть большой при доверии и routine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5FA4F3-2E36-4F39-ADA0-E9D87ED0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467CA3-A824-4DF5-9701-D30AC0B5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29F600-5957-42C2-B443-8CDF2C2D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B8A555-6E28-4148-B22C-CB50590C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$2.35M/мес; 3.6M MAU; 85K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B543E3-5596-420B-8705-959CEF10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EE9321-09F2-4151-88AA-31DA0105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58B3CC-99A3-4C13-AD1C-5E2825F3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5C9EFE-A5AA-4339-AEA6-7D93949A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может монетизироваться выше astrology ARPMAU, но нужна retention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D5C18E-B0DA-4179-A02B-E5D3488A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BF15C5-2D1A-48A7-BD48-C28FDF46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592ED3-CF6D-41C3-895B-723CDDCB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CFE07C-72A3-4936-BFD3-00F1DA50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~$200M/год brand proxy; app-store proxy ~$39-40M/год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BE12C1-18E4-4ECD-A270-0D5F5377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019BAE-09E9-44E1-A684-FC9F087B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$12.99/мес price signal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561E29-C09E-4C8F-8583-857038DA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344052-37CA-4138-825F-3E849D71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может занижать видимую app economics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B8AFF7-4488-4801-9BA4-1A5A0EDA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478D56-A137-4CE3-9FC1-7CFB52BA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41865C-1D8E-4FF3-9730-7F013704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08D607-15A7-4512-B698-069D3396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$492.7K/мес iOS leaderboard estimate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EAAB48-24FF-47B9-BD2E-4C411C0F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687A8C-754A-4580-9FFD-E56CBEC9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$19.99/мес; $129.99/год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8CDA86-77E6-4440-BB11-815A8916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6492F0-A37D-4A37-87F4-B5FDA413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может оправдать premium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22A8B8-E9E5-4FAA-9FBD-B00BBE64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4FE2FF-5911-41CF-A885-A6993F5D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7EADC3-4E9A-4B94-A61F-2E8B3CCB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2AB5A2-CBFC-4649-879F-5BEBEA3D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$180K/мес; ~317K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B41A41-F21F-4BA8-AD8B-9DE3992B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89D7F0-AE26-4670-9F33-86F02C31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8589B0F-292D-4E88-9EC1-6230FFF1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755154-B006-498D-B4C0-DCFFB58A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может outperform generic meditation libraries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05A4F0-DB62-48E5-A4BD-439B1B42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AAE252-B283-4B5C-9F11-1283D017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050190F-E3B0-4070-A758-A9FEDA32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6E987AA-8356-4C29-8E41-11CC737F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$118.4K/мес; 629K MAU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407F084-3346-4BE0-A5D7-2D0EB7EC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C5B2A37-004A-4C01-A950-4356E472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EACB4D2-D608-402A-BB75-2AFDE45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D2BFA1C-0687-4D2C-8F18-C8616752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большой MAU без сильной monetization все еще может быть тонким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491EFD-1B31-4F32-8D8D-792BA75A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взять daily ritual и annual plan logic, а не строить гигантскую meditation library.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38DB1B4-DB6A-4158-95A2-D33EA247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03348411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755E08-0190-4D61-9B20-940C9517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437141-BCFF-4366-A20F-3F82D26F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3A1F9-464F-4121-B70D-AFE52A81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C7096-E370-433F-9619-429CBCB1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6869E-EC53-4F63-9026-241EC1AE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AI companion / avatar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CADA4-3E2A-4EB5-908B-89A759DE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736FA-7630-4E31-8984-1F744C8E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239B0-BE70-4F7F-9DDF-3EF6DA99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6E93B-AD2F-4A91-9367-DEBF8D69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6EBD5-B011-4215-8D08-692C6764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3C489-DFCC-40FC-AA12-A38B0FAB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EC5D40-193C-45DA-9AA4-8BFFC39C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 что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8D9C9-67F0-4F02-8698-B10B44C9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E3F37-6EB0-4CC2-B05F-457FAC4E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70B92-4E0A-4CE5-AC8C-239F84D3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CE6CD9-5AC8-4221-9363-53CA9207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9FE24A-8FF1-46A0-B88E-351ABF74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C43A38-4197-4DAD-9310-AC59E241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$9.99/мес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9F8027-1CAB-4E4F-8FFF-7691C58A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A81D2B-9E50-4950-B219-51CC969E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0387A4-B74B-4FD5-9440-850B4329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FC8C53-9433-41DA-953B-099C8363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может монетизировать engagement, но inference cost и safety доминируют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C09078-A9E2-4D28-B563-62C798CC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EAC87E-C4AF-4578-9561-AE1ED32A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4CF68D-CB11-44F6-A727-BBCFFB9F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F38483-E8B4-48A6-B9EF-934C2059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$2.36M/мес; 99K payers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6C19EF-7D86-4F0A-90DB-A5BA321A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169D44-3375-40D9-AD48-EA598B9F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53915D-4109-4005-B4C0-A0457FC7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B36ABF-DED7-4B45-B945-6AE5D830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 платят за emotional continuity, не raw text chat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374AE2-0779-4BC3-B82B-79E96464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1C5F07-3896-45AA-8C24-03BC4D1C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19133B-3474-4688-97ED-12958025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A60567-B88E-4E7A-B571-6D829A72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$1.5M-$2.0M/мес public estimate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80CCE0-BB2F-4280-B722-03ACB327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7A1C01-8D19-4DAB-A146-C313BDD3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464568-5BAF-4CBF-81B7-9A8ED790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F9FFC9-13B1-4CBF-B3B2-372D1DC8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могут монетизироваться без scary “therapy” positioning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36AFB-F3E4-4A4C-BD8B-AD8464A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4D5B7F-9F2B-44E7-AA60-922609C2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1E443A-7A4F-4BFE-8D02-E153D472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94D256-87F5-477F-BDAC-054C2935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показывает, что avatar video — paid compute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D32A21-C9F6-4A4F-BD0A-44A92B31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004026-67FA-4628-A082-BDF5BC11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или plan/credit based pricing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F8D9E2-6C39-4FE3-9EC5-57A4A19F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B540A4-4FBA-4D29-8B59-28B50B7E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— premium event, не free habit content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046FC8-EFCE-4125-92F4-90A5A2B7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DE5DE5-09D2-4B0A-8FA6-3606FAEC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05DC48-43D9-43F6-8FDB-FAFED5A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AD465A4-5EA9-4CA4-832F-EAC741D8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$9.99-$14.99/мес + tokens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9ADD4C-E1E9-457D-A406-E1B70364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F3670F-3CCB-4FB4-8D8E-1108728F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6EB9CB9-DD0C-40BA-8808-340E1423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A6EE91-7BBA-4E52-9D71-4939B65B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должна быть cost-controlled AI product под premium visual wrapper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BA69354-FA90-4021-9CBE-2AEE0AA0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Аватар — не декорация. Он должен помогать пользователю понять, почему изменилась неделя.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DCE5DC9-302C-48B0-8B8E-78D3A739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6994713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6D99F3-72E0-4823-AFA6-E651E573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BE5B33-3043-45DD-8169-8AEB49C9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01A5B-4B1C-4EE1-BB43-6EB39A8F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F2036-B18B-42AA-8667-3646BB5D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6CDF5-EB75-4854-931A-8E4B9EDC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DA65B-84E5-42FC-AEC5-B288DA04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9E5DB4-36D3-420D-8A33-26D5A3D7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B896F-538C-4EBE-97DE-DC5B4F2A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4EAFE0-3559-46B3-B54A-49A6DEDB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5163D-E6FC-4B6F-AAF4-BA993C18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D4261F-1E9A-4231-BA09-E033D5A8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CC7D3-250E-49D4-BA84-091502D0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FACF1-63E5-4FFD-B40A-7001ABC7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CC0D7-1C92-49D6-8D58-87DC5C0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BD2595-626B-4FB1-BFDA-D46F6B22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8D3871-BE6A-41BE-948E-FAEBF514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AF5268-36E2-4E9D-98E7-6BF7DAEA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44030B-963D-491C-9CE4-4CAEE5B7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5B9847-B8A1-4BFE-A981-2B5A11BD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4A580-EFD3-4DC5-B049-E87B5253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50BCA2-864C-4129-8085-FB20629D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40CDB9-1420-4D05-8AFC-7F15B6A6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840B3D-25EE-4231-ADEC-C86E6B34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0BFD78-EEBC-4209-B8F9-EED08CF0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3A31C3-8E9A-41ED-8DC7-87B1B0BD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DC3F40-BF76-4034-9C56-711CEB56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842F34-C652-4BAC-B220-295BBA32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743192-63AB-462D-AEA6-D2015F6A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7A33F2-E617-49D8-9970-1F81FCB1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E7C083-EDBC-4F1A-BB1A-C4D97000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B10EB8-B758-4FCB-A570-9CA39E91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6A21BC-EA92-4473-8937-0E7B926C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8C9577-01DB-42C5-A24A-AAFD3A2E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2408EF-0FCE-4F31-9282-00BCED9C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7E98AA-3EFD-4BAF-8051-495E6874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59EEA4-4B9C-460E-B369-C47A2A26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537A81-F423-4E9A-BAF5-4A4EEE9E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F96904-834D-4446-B650-00746F4F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A35B2D-374E-4979-AB32-582DF5D3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A60F3B-E977-45EA-ADB3-8E745B4C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F711FC-E87D-4216-A789-83BCDEDC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565D03-17C9-4969-A894-F8C3E6AA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2AAA4A-5B0A-4D37-9376-66FE5275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9D9C6D-624C-40FB-ABC0-536A9B7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CEF870-E42C-45E2-B427-687CECE4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679F51-C019-49DE-B8E4-F88665F7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DA2872-451C-4383-AFF4-BA88D1AB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CCD849-C858-47B6-982E-7F45996E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0ACDCB1-87A9-4178-ABC1-C189E7E5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1A903DA-3BAA-4685-A790-BD909F33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230DA6-8D3B-4B45-8DEF-6EAFA0D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FB1A45A-3A54-48F4-8DB6-4801A1C0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808DCC0-44E9-48EA-BA4C-FD14F198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A6CAC81-F50F-4C02-BF81-CE5D6737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7B23B5-38D8-4720-B864-0BABBA8E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1273077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9E227F-121D-4A7F-B68D-772DFDE9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8E4D0-0329-4E87-B0CC-A1E2B291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7614FF-AC98-47EC-8F56-E0253909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07081-FB50-46CB-AED6-811CB6AC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B4EB-12AA-4897-8E0E-2C53176E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A31F0-7956-4E60-92A5-57035663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38794-0C26-4DE6-B113-FE9D1306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05CE1-6B4C-443D-B3F0-88188323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47E2A-9786-4E8F-9E19-F2131A8B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673FE-02AB-4323-80C8-AFB85B2A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BEE415-424C-41E4-9A62-812064ED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241B95-4BAA-4189-9A9D-3A147D5D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AD3D1C-0DFC-4F94-AD34-F0C2E37B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E12756-C290-4647-8003-0C9BA21F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3BB2B-EC4E-4A32-B98D-03666005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5CCBA-8C78-497F-827C-93B42514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1C73BE-7282-410D-AFC2-AB2BCC91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7797EC-CAF1-4670-958B-D1075DF4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228301-4043-49E5-A37E-4D8A662A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118B0B-F0CA-4614-A357-FAAC5B40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0D36DC-56BA-4DE7-8352-BD3619CC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E89819-56C2-409F-B6AE-62AFDEE8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36B9E4-4730-4EC1-B3F4-32B61241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45D8C-83F0-42C9-87E9-6DD4D1DB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D30D2E-07D8-4227-9C27-14733D1D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776E9B-5C2E-4C88-8723-486F6603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C59409-34CA-4F1D-AD79-59762C6D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0ABEC4-99B6-42C9-90F1-716F1889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C7DB37-905F-4E87-A547-CEA7829B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ED1375-0A81-438A-92E3-0FFB1B3E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7B3A62-E793-4F84-99FA-62B9F613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7F07DB-4D6E-4D74-A0ED-39F7D2BC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13C6F9-F7DD-4694-8919-54B2905E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0F8490-2DC5-4279-8112-548CA14B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82C3DA-F305-4F69-A004-653EE0A9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F56FBA-CBF7-4B5E-9690-D1E6B7EC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DADA61-513E-4666-85B5-5945E3DE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C00E9F-7861-48AE-8A1E-8E1F0608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7B2B44-F0DB-4F91-B964-5B091619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0080CD-31B1-43F8-B829-03392C55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6FEE21-B2B5-4C9A-808C-7189465E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E1396E-125D-4E9C-878E-35FB8C6C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752A3A-4D89-4AA5-8964-5396D2CA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278AB4-69FC-440B-A6F4-F43C32A2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78273E-3E6D-4D0F-8FC6-2A864B1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05FF56-4EC9-4B94-877D-A3362978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25E8FB-0B9E-4132-8CC0-E076B99D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13D2F1-5FE2-41A9-A12C-ABF273A6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53358C-8AC0-495B-943C-4E0C4A6B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2DED4E-26B3-46D7-A47A-F4BE299E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1E36E2-9884-4473-ABD2-30C4FB45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529F0A2-6CAA-4C1E-BDC8-2E429F39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B3140E-5F39-49BC-AE5C-B4CEC6A2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4BE712C-9B1E-42AF-BFF1-4B948C4C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BB2C27-ACDD-4C6C-9849-5E9DEC5D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363B15-5A7D-4C4C-8A30-A58F115E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113698F-0641-42BF-916B-F7B0B77C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7E9697B-7629-4710-8613-248C5CDF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2AB91A8-F8B7-4C25-999B-C1884FB2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CFBB6E-9797-4340-9235-1706BD86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A308909-67CD-4EF8-8B7B-95423D5E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AC6A8D7-2D8E-4E65-911E-926CFF94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5112BA-B795-4852-8331-25F0D99E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05C2029-AFAA-42DB-A8C9-492552F6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38D262B-17CD-4123-B5AE-183A498A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8232611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5D6AB3-A558-4DC2-8F58-4CA906BB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0592F-E0D9-4A17-A97B-84405502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F8616-1090-4EBA-A76C-E760A58B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F99ECD-BE1A-4946-9939-8CFE4E44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2A3F02-6C3B-4963-9F20-58BA1AF1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20340-1359-4D92-AA4D-F908ABF6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1C367-2C64-4FE7-8265-8A6F3F09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FEA3BC-E67B-40DA-BC45-F97D2639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6C5697-428F-4168-9DCF-D56B6BB6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C24E6-D274-4D22-B851-C81FCB8B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F80C8-4C8D-45B6-B77D-FDA4B8CA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5F5ADF-DE3C-4E84-BD3E-16F9AF7E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BDC5A9-4537-46CF-9D84-B04C1CF9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E04562-9A64-478C-9C75-DAC9487B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EE0F6-15BC-48F2-A2AE-32F35356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2AECB-2C58-47FF-8783-D49F9414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F9849-03BB-4652-8DA4-008500C9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691B70-138E-4FBD-889E-AE0F962A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2D9D0-80B7-4C66-BADC-091A8587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651FDC-34B8-4F94-980A-761B6472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8D23D8-2D03-416E-B511-FB141C6C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AA8F34-2F89-4551-8AD1-BC3B01C1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C47D26-2E91-494E-AEF2-7CE54759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BE51E4-FC9A-400B-81C5-76F13F9C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5E8DE4-9B5C-4817-B96A-585ADBE5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F29BC1-29CC-4064-ABC2-6CA80D1E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774D1A-3E59-418F-A035-B5DA7B3B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38C69B-E9FC-4358-921C-BBDBAC91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CB1186-E659-4587-B0CC-8B7F963F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A62FC3-C065-49C1-BED2-953C9969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584414-A583-441A-92C6-866C0A50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BE4D2F-71BB-4AF4-B5C2-C39F7D7D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98221D-334B-4715-ABAD-97F240C6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722E46-C14D-4B46-B863-5BCD2AB2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31989-C7FC-405A-B397-1C2A1ED4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3980D2-0D04-49BB-B458-AAF11F01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E31C8F-DDA6-4EFF-879C-F17F82A2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66E411-D7E3-48A8-9530-D85E8CAD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0B4EDA-2BD6-4451-96F2-FB5240F7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3B28C5-B1D7-41CE-A774-E373B4DE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44C225-8B64-4BC7-A63B-ACA4EC96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26E43-BAE8-4FA9-98E0-6DCA2386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7FB5A3-1E4D-4C51-BA60-680FA2A5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222591-EAA7-4853-A024-8351FB76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ED0CED-EA42-48F7-B553-2A67143D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D04074-77B1-417E-B200-816C615E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3BDFBE1-CC37-4CA4-9B05-BF406551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D4BF32-DAD2-40F9-BC46-0AF4AE5E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B27BF9-3D2D-4DF3-AC46-F63E9E8A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58A9C9-1F24-481A-B669-813D2CA7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0F8AF9E-6824-4B25-BDD2-38E85FE5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C3FC587-8CAE-470B-A3A8-22905A83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7E2D25-A75B-4718-8667-085EE924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EA2A49-7A4E-435D-A036-409DECE9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C96FB19-0A03-4B88-A7A4-604FFCF0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DE6F862-80BE-4482-8D70-AE45B9B8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32AAD66-3DED-46D8-9DAB-B1A3586C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82C1C9-FDD6-4E87-A354-42FC4A58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48AC517-C05B-4E70-B046-0DB4E529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45F266-189C-46B1-85FE-0BBDAABE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DB8BE52-20B8-4865-8325-C4A34117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66999FA-A124-43FB-8477-7A3C6079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FFFC55-000A-4338-BB36-C7DA3580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86EA086-79CB-4DD2-8986-90D298C0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B1421B3-97CB-4BF5-977A-2703B8E9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90132451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3C9C0F-09D7-4425-98D9-74B61D06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0862A-2635-411A-8BBD-49DAFA4F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CA310-99C5-4E46-BB37-F64F6CBE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BBC0D-383B-4151-8331-9CA7C4FE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76D57-DBC6-493A-9342-615FBF6A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От бенчмарков к модели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3DB88-3FC4-40C7-B4AD-2801A5C3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D408B-AE88-4CFF-929E-C927BC95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6F79E-BF30-4AFB-9617-F446F5DA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Вводная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CCA1C-346F-4593-AC3D-5C06B4D1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097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44857-9CE6-4345-8CDB-3FF359D9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763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 бенчмарков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31BB8-A595-45A8-A58C-C386072F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097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B77CE-2734-4DD8-BCDC-037999C5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763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Гипотеза AURA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CAEB6-FD61-47B1-8D4C-EB24CFC0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097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F9C15-60EA-4D76-9961-908AFD38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4763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это разумно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9C425-40A0-47D6-BA32-AE06105F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AB80B-0E78-415C-8330-5F5C848E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57F83-C258-47B5-A579-A0A7F7E0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574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02E94-55DE-4362-8801-45124DD6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240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1.4-2.5% subscription astrology; 3.5% Balance; 4.5% AstroTime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50AE90-60C7-4934-B3B0-11713E94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574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3F5F5A-4E61-4894-82F7-D267E280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CE010C-DC2D-46D6-A159-764FCFBC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574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9F8EBB-F62D-4B06-9829-35AC9ECF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case предполагает, что value доказана до paywall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6BA593-89F8-4C83-A281-2A25032D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F9629F-4306-4E6E-AD59-F85A8287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7997D3-F7B1-4CA7-A09F-E1C3C69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051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5BBCC4-29C4-42C9-979F-AF9CD133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$0.19-$0.37 subscription astrology; $0.57-$0.65 wellness; $1.82+ urgent guidance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8ECFDE-9262-4DA2-85C9-86507C70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051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148250-395B-4563-8608-719B9C09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717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D7B24E-7767-48A0-9543-7DB0188C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051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336676-295B-42CA-B7CD-7897890D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717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быть сильнее generic astrology за счет visual/token uplift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49EED4-3379-4119-9B18-F33C0402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DC8FD3-BAFE-4EFE-AEB9-FAB738A6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AEBDD3-5AFB-4985-BBD6-8A56C777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528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12C162-1263-4805-AAFC-6A08E02C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$8.99-$14.99 common paid band; $19.99+ premium teacher apps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18AB9C-FCF0-4C5B-AC8B-CA6DEDF0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06ED6E-912D-46EA-94EB-EED18B67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194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 base; $14.99 visual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B37CEF-FF0F-4BE6-ADE7-D9BEF03C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3528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089FD4-D389-409F-97DC-318011AD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194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появляется только как верхний тест для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176302-E492-4935-BFFE-47788499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BCA2BC-94E1-4EB5-BB5A-25D561D7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F21BAC9-8308-4525-A66C-445A31B7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88CC89-6CDD-4764-8A4C-29D42E4B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8s; Veo ~$4 / 8s; HeyGen ~$1.50-$2 / 30s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CD0075-61AE-4582-967D-4DEB5337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0908BA9-8917-4E7C-AC7E-9FFC60C5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Runway clips / paid month; no free video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7D78307-CA96-43A8-BEAE-970D3336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005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3A75ED-732D-4916-9A71-366D1192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0671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video можно держать в Plus только при лимитах и capped retries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0A4DB2-AFC9-45DE-B328-EB82BCE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6D0F02-D341-4722-964F-2A38BCDD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482D13-473B-4AC6-ABD4-CE69D51B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482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36FB027-65D4-4EB4-BE90-ADED51FE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148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$50-$150 organic/social; $150-$500+ paid web2app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69EF46-0EF4-4F4F-B8E0-0515FD98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482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FFFD066-C896-4EEB-BCC5-CCA26FFF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 base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48BD367-39B9-4EE5-808C-9C3E5F73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C6E589-F026-4AEA-8734-70CDEFCE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7148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acquisition только после retention и paywall data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B91FD8-F965-46F5-BB5C-BB124B15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важный мост: данные конкурентов — не готовая модель, а guardrail для модели AURA.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97A3FEE-AA71-41C8-86A3-6DF0C802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89391838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A0B8DC-125C-4743-AE5F-965549B8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D2BA1-3707-4E15-ABBC-D02EEF9B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4E664-D778-4D63-B1D2-1D046BAC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5923B-048B-4B65-9724-D35E50A6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9D98F-8B72-46F2-9451-A5B9259C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853F4-55E8-43EC-968E-3985B4D3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94E9B-3744-49F3-8E44-85C8E901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25241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2359B-7E84-4824-93C5-084E55A9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621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D2B31-4EED-4021-BF15-FE1C4B7A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881BD-971F-4B1D-BB03-3095377D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123DEB-4522-47A7-B0FB-7147B19F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27E0A-AADE-4640-8ACE-F30D176F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0FDC9-E5F6-4AA7-9D3D-92216C45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F912B5-B180-468B-96E5-4918E4E5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9AB3D8-44E1-4B1B-8DC1-D620AE01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37FF4E-8034-46B3-8EBB-85B2088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A00C3-DD7C-4B63-978E-541AB296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19E46C-EB18-419E-AA4B-8170BF1E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4AE36-B344-4410-AEE3-47D26FA5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EEF26-936F-4DCE-996D-FF81152A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7FF3E6-A2E2-4317-A047-DCDD250C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D51E8-59EA-481D-8DDB-B42A92A2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E39C8-E768-4554-9B3B-1A792ACD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5E839-258F-467F-A923-D986668A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C55D5A-F59E-429A-8029-B40ACD3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956EAF-6459-4303-BD5B-1803532F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43C950-BC73-4AF5-B3F2-90334352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31CBEA-D231-4F39-8B99-7D53BCEB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4DD1A6-A65E-478E-ABF2-6C0369E6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92B2F0-84F6-43D0-BE33-6F2F3C30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284D88-B08A-4F53-986B-DF924C39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489CEB-1F07-4598-A87A-05FFCB98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5543B0-FBB2-469B-A76A-D3CF214D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ABEC45-8A52-488D-91B7-25D32EA9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1BCA59-CC70-47FA-BAC2-DA955C16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F394CE-1C9D-4299-AD7D-A582EA01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BAFE95-8501-4C29-9B43-56A34CE6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B5BE2A-D282-4E15-B74C-C964CDEA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7CF29C-4571-4E4C-B1EA-BECDC452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FA38EB-B2D7-454C-A907-39AE1569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610537-9B73-433A-B6ED-591F9C1A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587ABA-A1F9-4DE8-A22B-C72B70E6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C1F5F9-13EF-40DB-B51F-2BC59005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CF743B-E929-45BC-9DF0-F1CB077C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0FC57C-069D-4C3E-B743-2855C9C3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3E64DE-8EC0-4BF2-97A2-7A56848D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F3971B-0296-4E10-8C2B-7C0D4914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6A94BE8-0AF3-4BC7-B8FA-7E46199E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E57F97-BCF9-4AFD-A7AD-937F90B6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E2EC9E-B9EF-4CBE-B5A6-2201D845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C2FA83-6619-4749-A9B6-8BC1C7B1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3C93AF-9E24-4498-BAC4-EF493DBF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8B64353-AB78-4C6E-BE88-0D07E1DD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7FBDA8C-9FCB-4029-9EAF-3B109A13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10B965-12A9-4E0A-B24E-65F96E17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AFF2F7-4B86-4507-ABC2-FE0E6243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B253009-CFC1-4D90-8803-BE7883C7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95CECD-061C-48BD-8651-C636A1F2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A069A7-F432-420A-9617-4D000D21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9C8DD6-7003-4B1C-8523-CBAFB374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3E273E-2CE9-46AD-8760-89798071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0E2B02-6259-41DA-9A35-4837AAD8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3F66D8-7CFD-424E-9D35-9C8140A5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045615C-3460-4C35-8D3E-9BDC0AD8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40FADF-5FDB-46DA-8938-25A48102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C2DF41-F7C4-4918-8E6A-2A4E3837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10517F-C6F5-4F9B-A30E-54905A18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54E6CB9-072A-40CD-BBEA-6E34A2BA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B282053-3591-44F1-9EB7-1B22E9BD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557657A-9CD2-4285-8A4D-A2F05B12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5E190B0-FF28-4300-B711-F587CA96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D22C808-FCD6-4984-A9BC-8EDEFBBF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2295408-E0CF-4B7E-B0E7-888AC347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C82DEA9-1142-4B01-9D6E-8CB43BB8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0F7DFB-A671-422C-A5BF-8D6B581E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A690126-A486-48B5-91C9-23047FD1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F61F30-59B2-432F-8048-EC82FD73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E3F4873-1036-412A-9D9B-C1125DA1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8D0C221-1DD8-4285-9D69-BF63EDE5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278803-A2BE-4D69-A80F-EF2C1D7A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345140C-CBEF-4941-B86F-F3320648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54A4665-8620-470E-B9C7-4690FDEA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DE74716-6984-425D-8D3D-73BF9AB8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13394650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F1B1DB-A8EB-4AF4-B595-9111EB70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3C01F-A470-4D9F-B561-20D71D8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050CB-8F84-416C-8D55-EF81254B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C4530-1EC3-45E2-84C9-BE25BDDD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6B33A-CD68-43FA-951F-F823F5C0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44862-8053-48A1-A5A0-CF8626CC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D58B4-9D10-4E4F-9E8C-246EC7AD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7D2FD0-4F66-4ECA-B939-4C819E97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224D8-BECD-4451-A175-5C1051DC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1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B4975-F229-4177-8352-4BA1E73E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3811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0B624-BE73-4470-B522-9B0A86B7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14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B959D-6E6B-4B74-856A-8A0D6063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811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1403D-9D36-4419-A7DD-A59D112A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3144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9E850-9629-49F7-B0D4-2136497C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811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3A976-AEF1-4232-AEE3-1538F3AB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7DCC1-C3D9-4B0B-8889-AA626FC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D9401-A1E1-4B01-986F-7EE67A0D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05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65B7F-70C6-4BB4-AD9B-D278E58D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716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3DD476-DBF6-4131-A69B-D08C37B0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050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639A65-E455-448B-8BB8-066C5306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716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77125D-E3A8-483B-A9CC-D50D9AB3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050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77DC2B-7423-43E1-9795-57893CDC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716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1F061C-2586-48AD-AEE5-E1F6D152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69B91A-08E3-466F-B713-37038A40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464C88-3D82-4670-B9E4-625671AF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955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6D2953-603D-462F-99E6-8D809BE1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622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37036A-3730-42EF-9421-9721EB28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95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447250-FDC4-400A-819C-7B88EC25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622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C618AC-7841-481D-B0F6-8F5A5FB1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955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7E69E9-B7DF-447D-830B-CEFC3F28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090F32-AE91-4794-A207-B9AB62C9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00985B-F81E-486A-B059-8834FBCA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31F022-C6D9-46DB-9101-7CF6ABCD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61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E60ABD-9CFC-474C-BD45-EA4E87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6FCA07-73CB-4479-9BD2-8A845A32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861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96EBD4-25BB-4B0F-A87F-E5B85531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527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C7AB53-032D-4770-84D8-48B62865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5F82CC-4652-4454-8216-E24E18F2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527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381C86-A1FB-46C0-9118-82491831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2AE93A-4F8B-43F6-9404-9F00748D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721D4A-BD1C-4A1C-B861-3E96587A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766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03B509-03B3-4D59-930B-85F74B08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433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DE4535-A9C8-4A33-B0BD-5AB28340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E1A370-DC84-4970-AC73-741BD307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433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0362CC-BBDD-448C-A314-63915B38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228483-2ED2-4E2B-A650-FB16571C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433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85EC79-6AC9-4B24-AAC7-2FD9822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11C0B8D-3A0B-4116-B27C-D7CAB81F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094904-5044-4ADC-8AA9-C8FE46F7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042947-D2EB-45AD-A8BC-C936076F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1FE22B-75C6-47A0-9AF1-4E2A6838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7E374F-132B-425E-A7A3-714A890C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17204B-F014-4B37-ACF6-FB646E2A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10DC39-7E65-44A3-B55C-835BB9DC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33D145-F93D-4BAF-A215-B062B2B3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0C3652-1DF0-4595-B477-01025E9F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24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3E74D9E-F584-4D8C-A649-9F15F9F7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577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35F30B-9F72-4548-94FB-77BF0ACD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8F8FA9-A243-4ED0-B740-A6F1A88E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577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9482E8-4E5D-43D2-B756-A9F55B2C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244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67CFAD2-841B-422E-8583-67878A95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77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9B812B6-4BC1-4BFA-88AC-A2039C26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244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B07EF53-C519-4F93-8720-7A698D07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E306D4-6B13-4FB3-9EE0-57574CCC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FA67298-78DE-47CC-9D43-4C4FD6F4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5966765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FBE0D-939E-48F3-BFC1-C917A135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BBC81E-1BBE-4293-BE12-9F6666CD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7B32FE-5657-43C6-A994-77F2DCE7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1439C-3B77-4205-BE89-0942D920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B0B87-2702-4D26-A4C7-9BF0E6E3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Бенчмарки стоимости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46FE1-38F4-4316-899D-EB1490A0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4D6C1-329D-46BC-B0E9-F5FFE004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CD285-869D-44DC-B9C3-6B1BB21B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7583E-1C17-42B7-8AD4-F5D34F26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171D9-DF50-475D-89C0-B1907A60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A6997-A453-43CA-89E8-B8FFC7DA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8869E-D297-4B17-9FFE-7D2AB02B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0710A-5DC0-4A4A-A986-776F5C45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52156-B2C8-42BF-9467-A04C15AA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C5120C-6C24-4A90-8353-8D47AA32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D8F29-9118-4345-A129-BBB4C39E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60A858-DAD8-4B97-840E-46400704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E6B0A2-9DCF-4378-8187-D08818AB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7BF217-9D7B-4905-B31C-CB1BE7F7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9B316-DFF8-407C-BB6D-7554C931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2B9544-F553-4522-8833-567E95E7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2C6A9-4E2E-4D49-B0F0-F74274F1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дешевый, если prompts структурированы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F0307B-A7D4-4AAA-913D-CF48F0EA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10C5D5-E20E-4275-8E23-5ABFF618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720D1F-9CEA-4AB4-8732-C29D9B33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A7D374-5D7A-4130-93EA-17ADB2FD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3CDE9B-ECB0-4256-9D91-FB477C02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B10275-0B8C-4E6C-BCC8-D82EBE12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C8D1C2-39B5-4B92-8B57-97985C56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704CED-F7B2-4D34-A110-18677679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можно включать, если image count capped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C28734-0F5B-4B3C-A0CF-1B1E6EDC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65D854-E1D9-48F5-B389-57A64B18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C5DCD9-E779-45B2-AEEF-184DE6EA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844DE5-6C27-47A7-A8CD-B5E395B6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CAC147-4ED4-4648-B203-3405188C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112929-60C1-45F8-BD71-353E236E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8C1322-20C9-40E1-B0E5-CD0E1892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53EC04-CB31-45F3-99AC-AFFB1642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нельзя делать free daily content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B89FCE-7ACD-48B9-A937-9FBD13DC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A29C88-1795-47B9-AFB7-6D36BADB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33E8F5-B324-4180-9AF2-D8233FF7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5372CE0-3EBC-44DC-A542-5E08336F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420D6D-416D-4144-8A58-301903B9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98F333-CF88-4928-9356-86A1059C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A722FA-D112-4532-A0BC-423926A1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8F61D2-0773-436F-AAF2-428C25DF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подходит для тестов, но нужен retry budget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73E154-6EA1-4ACD-BA0B-040722F1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582630-6D6C-4EB9-858A-5A734182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2B81DB-059F-4AEB-89E3-6FBA8622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DC63F5-857D-4CCC-81B6-1C7A4E79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DE6D35-810C-47FD-A2BE-F28BE50F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F1D181-E6E2-419E-BA84-FC9E33F6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02AF64-1B6D-416A-8371-00F83F49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38E4F2-9B4C-46F4-99D5-B4549D7A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лучше как paid token /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CE5CE5-90C1-478C-A408-00E9E7E2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D87FB20-1DDB-4817-BF1E-97B2427E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6C936D7-B660-450A-8291-D736DFF6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8D0F4A-B6F5-42E8-A23D-089FD458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E8E3A42-A232-4EA0-B28A-1420B558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DC045DB-8213-486F-A980-C0476FB4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CAE8CD5-5509-4F36-8CC7-340DA72F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7499DA-E8A3-4B96-9EA8-C729A459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не default daily loop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B299AC3-5FFE-4327-B191-09C0865E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711E70D-B823-4CDC-AB0D-7B78DE8E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6969615-C4DB-4A61-8244-1C1A8782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D6780F0-E6C5-438D-9551-927F1A47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1B544E3-91AA-4BF9-9035-B209BBEE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D541624-BDB9-4347-A890-C3AEA1F4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AD5282-35BB-44D1-B4BD-B0FC3CFE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8D6484-1B34-481E-96B3-50A9D663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но limits/watermark/credits важны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8084A2F-659E-42C0-A06B-BB6F0DC2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Все цены — public API/pricing-page signals на июнь 2026; exact billing нужно перепроверить перед закупкой.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91433F3-DDFD-4272-A5BD-BD4A19AE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Источники: OpenAI, Google Vertex AI, Runway, Replicate, HeyGen, D-ID, Luma public pricing pages.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623290D-CFD6-4529-AA86-7AD068E2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2214118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3C1B11-F2D1-4E24-AD4F-766E5AA5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157B6-963C-44DA-BBA0-6CCF6533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0709D-F769-433B-8C1C-67C6D042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9BCBA-B954-42D5-BD37-02304A10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CA9C1-690E-49D7-A412-FA7C900E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пользователя / месяц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41C959-28FF-41EB-94CE-ECEDDED6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C30EB1-A99C-41A3-A0F9-0AF9B62E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A409B-4D26-4942-884E-029A6E01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Тип пользователя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093318-D274-43A5-9A4A-8A732683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CDEDC-FD90-4795-B4ED-28CCD067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793AE-FF4B-4C44-A0E2-CD72CB63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34682-AB24-447A-8CD4-66210A7F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98274-A8F6-4760-B801-35F0B3BF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DDCA1-34F9-47C5-ABA8-B19F913D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Бизнес-смысл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BE483-5CBC-47A5-A238-DF78FFEB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67C1E7-8FCA-4E73-897A-D616F480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672DE6-D27E-4A7C-AE61-43AE1DF3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B81FA2-35BD-4C8A-9DD9-FD614B9B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81B809-E3BA-44E6-B0CD-FF41F96C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5B4C8A-ACBC-4BE3-976C-B15213B4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47C53D-E410-428B-83F1-FE746F42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5C5F4A-DA81-44CD-B4EB-C6D55187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безопасно, если onboarding capped и нет free video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EBD749-6DF6-468F-98E1-0C4D374B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15CC56-2E03-4546-B631-DAB359AD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B97F1A-531B-455B-AE53-CF20FDBA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1EE216-3A04-4F71-8EA5-95CC52D5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ECCBD0-8C91-44AA-9E03-E9AD653C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C51587-31D3-49EC-8562-F9EDC092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15FD98-DD90-4609-A9B5-8E29ADC7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8D14EE-A1CD-4CF8-8F0B-78AFB197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допустимо только если видны retention и conversion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3A2992-1C21-44A7-899F-CB60190C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5495A9-0F93-4C7B-BEE9-4AAEDFAF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с Runway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A7C5E5-9D5A-4897-96DA-768EA8E4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2A6FAD-A5EA-415B-BC08-B67C970E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cards + 30 images + 4 weekly 8s videos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EDDB0E-6A78-4A76-8601-390DD935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C27C54-3550-4D4E-A49A-BD8E9088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 / payer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F8143C-468D-47E1-A321-12560E18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172B7A-7072-42D7-B3F2-6F8A794A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 может держать margin при capped retries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883CEA-AB21-42E9-A35B-58B46A7E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35B45E-0584-44AF-9EA0-CAB61263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с Veo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98A041-B8E2-495B-B965-74FD563A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F0D334-B8D1-45D9-906A-1BF952E6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four weekly 8s Veo clips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10D5CA-59FE-4476-AA5B-BF2771AB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12FCF4-A93C-45AA-8501-673CAD66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ABD20D-FB7B-4124-B9DE-AB594A82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FF90A4-77A8-4C65-9A5B-9FE331E0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слишком дорого для базовой подписки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3A9B21-1CBE-4A16-9234-3C709609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C5D8B15-BA5C-4957-BAFA-A9EC091E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avatar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E37F5C-D142-4266-BDDD-4279F8A4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3E2B7D-38E7-433F-8375-B2842849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talking-avatar moment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1E69FA-D9AA-4B0F-82B5-5BC6686B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47AED5-1F39-4F9F-8C0B-04EF5D60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$1.50-$2.00 per 30 sec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FEFD12D-0DB0-4C82-ADEC-A9BAF6E0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4689D7-5160-45AD-89C5-08879184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отдельным pack или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DFA5B7-A299-4FFA-A009-E9A6845E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305642F-4A86-4A9E-ACD1-04AE5329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High-quality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772EA5D-28D8-4156-B8B5-65D4C473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2BAC296-7ED5-4C79-877C-FE949954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/ Veo / premium model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43A78DD-FA5E-4D19-B900-2817721D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C658C5-D8CE-480C-B7A3-754C4C00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$1.92-$4.00 per 8 sec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F9FDA8-0338-4550-A723-2E94E1C8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366DFD-9B3F-4C5F-8546-966A2760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E0A70D5-B090-4727-B764-677D075C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5F7FA2-9CF9-4FCA-AA3D-CBADBCD5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125FF69-BF8C-44FA-B389-C3026E6B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product может быть дешевым. Weekly video жизнеспособно только как capped paid subscription benefit или token.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0BCA05-9DBF-471C-B2EA-D9B58141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83874261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EA871E-4685-4F80-A158-3FA074D5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0D097-D146-44D9-A4DE-51D7E178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34C78-C4FD-45C8-9DEE-10597B80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AB722-8A10-4415-B26D-46D64B72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AAB10-FDAA-484C-863F-36F3B67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Stress-test стоимости видео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8031F-871D-47D1-BA2A-386A2EC2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7910A-D367-41A9-BF1D-28CED745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A3ED1-61B9-40A6-8294-1350C4D2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955845-CA5C-4FAA-8D23-145D8125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BEEE48-4AC9-466F-8B11-436036DB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3A43B-2EE6-4C6E-938F-F79F293A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F1654-3E4D-498B-9192-6EEFF2E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7CFA2-057D-46F8-93C1-52346B9C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CF651E-8637-48D1-AAA9-6D047894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ECD76-6887-423B-9A7F-6541AA03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34878-494F-4BCD-B657-E37DC54D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E7D649-CDD4-460A-BF7D-1A28CFAB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67FA4-863B-48FC-B3D2-80258BC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Runway clips / payer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357278-D7AE-40BD-AF6C-F913FA62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CC0D8-6D3A-4642-94B1-CAC9A877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20449-B500-4530-B5C8-0EDB8B92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045331-6E35-4D51-90D3-D82C4C23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32786-23D5-4B59-A84A-68111857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E3D58-4FB1-40AE-9D48-B4E2B4F3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089871-17CF-4B0A-912D-07FA3D1E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94C896-1856-4415-BF77-762BACA8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жизнеспособно внутри $12.99-$14.99, если paid cohort реальный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8C217-8778-4968-8FB6-A56AB26E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582B8C-3639-4131-81B1-F8BBC7E9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Veo clips / payer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15522C-5926-4079-B98B-34CF854C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4C747-B216-4E58-8A20-E7362466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DB1339-0B62-4A2B-96D0-41B5F3FB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0A82C6-859C-4D98-8A1F-E66570F1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607243-F4BE-4587-AC78-C349FC7F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559FE1-0024-49FC-AADB-2E5AC5C4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AA9105-9C91-491A-8D01-B45CAF2D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A8AB2D-159A-49FF-9497-32DC32E2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жизнеспособно как base subscription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C4C40B-87D0-458D-9B07-63056473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813BC4-8949-443C-B266-2FB6B3A7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Runway trial clip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D00215-BD62-4B60-9C12-DA97D374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12A14F-A34B-4791-B29A-309EB639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BE8D99-5A7E-4233-B4F9-B45C40E6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456660-0072-45AC-A43C-2D8B7C4C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E8D248-672E-4D19-8A48-88E55AD6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796AD7-2B87-40FE-B869-D7B95805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A601DC-7192-4AFB-8C8A-3F9E008B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F4BA9C-210B-4B92-9B3A-F88B49E0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резко поднимает paid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78F1B1-6D53-4E83-8F2E-713A0162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0A8A11-E18D-4F55-987A-50CA914E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premium Replicate/Wan clip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5344F6-D9C5-4050-BDB2-45BF6F6C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930A1F-8ADB-4473-B599-70909DBB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06288F-FEC6-42C2-9363-00E7467C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19B216-A8F2-44C0-9257-C010C567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3BB9A0-19D7-4F2E-9975-4793C4D6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B89E93-5A88-4C99-B777-0F3DC8BB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3F4D4D2-74DE-49A5-9842-41529AE5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9E1287-3DBF-4077-BB32-C4FBB27E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 $4.99-$9.99 token или bundle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D594A3-A3A1-46C3-9A2B-382ECFAA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E26F4A-20D8-4BDB-96B5-79072FF7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9CD7C33-6F5A-4011-A03D-A4CB5C1E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4B53CA-74E9-4FF2-B7E4-964F0E60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5B2AE04-C2ED-4140-95A8-A63CC80C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E2A3AA-F62A-4117-A6DA-330BF3EB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7BE37C0-AFD2-470C-8A8D-08986022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0431AFB-B8C0-4418-8E0A-59B0FF6E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578CD6-628E-4A26-83C1-8911DD08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CC35339-499E-453F-B5B8-2DF46EBE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для premium forecast / assistant moment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C98CB5B-FBF1-4C31-867A-A62FF33A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560E07-ABC3-4234-80A7-9029A490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Life Canvas images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8D7F8A7-BA4B-404E-81FE-FFCAD97F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3B8CCD3-5591-4DAF-84BE-8945ABE7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$60-$120 COGS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54D6607-B1FD-4D22-B0BA-653D8FB8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BD2F5CC-B180-4E39-B5AE-213E5700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$600-$1,200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516B514-1F3E-4207-A2CC-E7C88AAB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894E3F6-C904-4526-84B9-18760481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$6,000-$12,000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75DD45-54D8-44B1-B322-5BA15C77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EA5D982-9213-42F9-A921-7D648BF4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только для paid users, capped retries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F42AEA7-DF20-4350-9C97-B3BC759F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Решение: Runway может быть weekly subscription video; Veo/avatars остаются premium или later.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B773493-7EBE-411D-A5EB-0F4D2786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1363539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8B3E47-CE06-406D-AF6F-A870F15E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50EF06-9AEA-4A15-8660-0D8867E0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E4D3C-4D8B-497C-8458-B4855FBD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8265BD-2487-4726-B020-1FE2AE21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C9231-1555-4874-95DC-65947E0E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Базовая финансовая модель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E2D0D-5792-4C78-96C0-E1DD28F3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F15CA-DB93-4162-946C-ADD8D14C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CA7CA4-1B3D-4AD6-A950-81E5A5D4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256D6-4BB5-43C4-BDC4-BFC3E647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6ED773-2FB0-4533-B889-DD73F43A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41CA5-B67D-4A11-A6D7-6D780BDD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18DBE-033A-433C-A6AE-7F59DC25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71B8C-6F03-4081-A563-5573BA42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812823-E48B-4668-A473-0536695F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F6FF56-C570-4904-B31E-4CACD728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5CF916-170C-4AD8-B948-2B9EBF44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FFD6AD-A9B6-4D23-A87E-BC5ABCC2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4B29FC-3D98-44EC-9412-3AF51513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145411-1121-48E8-96CB-ED211D8C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A624B6-35D7-4EE3-A500-0F3908F0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D40BB-95B8-4FFA-9529-9174A8BE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818ACE-ED1D-4BBE-A436-A0A10C65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BB2456-1DAC-4ECE-B608-437790EB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60E289-61D2-4B27-93A2-FAC6F4CC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0ADBFB-48E6-4109-B656-C95CA62B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C87BE0-74CD-4431-A81B-6A6E5EF3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AA2B72-71E8-4067-AAB7-EDFE9340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DA2000-A9CD-4E3F-8B85-88BAE78D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B3E823-325C-4059-B22A-75B521FC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5BD5C0-8AC5-47DF-808F-8AD9262B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9391E8-C8FF-4D9C-989B-BE435B30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E3D5A5-895B-4046-B80C-E5F6FE9A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$12.99 blended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1295AF-DE38-4D07-8FC3-BD51CAA7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7F0994-3F8A-4DB3-9A7B-226CE440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$1.9K/мес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EF5B2C-1AD4-4CD7-B21C-CB29BDC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2B6951-56EB-4646-9AF2-27765780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$19.5K/мес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A85B5C-3F5D-4406-A562-C3527EB2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B2C538-63A2-494B-A72B-AC5B4A7F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$87.7K/мес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EF62C0-03FE-4F8E-8AD9-3ABC5479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DF977B-5766-43B5-9E17-AC422DA1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после 15% fee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AAC829-D7D0-4ADE-8855-6A46C7A3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A9FB2B-7DE1-4450-B607-E9B5716E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$1.7K/мес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E7CF9B-51DA-4060-BA97-9B8914E7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5D43C3-F640-486D-889B-999A48DB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$16.6K/мес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86D11C-B7AD-48B1-A7B6-EC9E0D29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46A7DA-D8C3-4B63-97B3-5450BD2C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$74.5K/мес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6A8D55-1DD7-4DEA-9B7A-ED2D212C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A4CF24-24DF-4481-AB15-614B4D99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81490E-CC99-40A6-9F46-5E5B6249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2AE5E6-0A6C-49CB-8BEA-A93CBC51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$0.4K-$0.6K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5E1961-09BD-40DD-9132-3479E4C1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787336-60D0-4723-8777-0DAE5C6F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$3.6K-$6.1K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0E8818-7AE5-4188-83BA-8A013249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0C6EA2-88FF-40D5-BC2D-F96F835C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$16.2K-$27.3K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F13BF4-7D80-4FBB-8B6B-62EB4120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F9D4E04-C434-4B65-B565-B10F21C1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183851-5F0B-46C5-9A3A-E6BFB047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78EC3B-FD10-4965-BEF9-E7C7053C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тонко, пока не доказана retention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70CEE2-3216-466B-9521-C3E3DF9F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D513AEE-E4CA-4CA9-8589-8E6A5D2A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при capped free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C16DDC6-4D86-4215-A693-5F629FBD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77CE6CF-1A63-4C4D-8686-6D4C9405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сильно, если annual + token upsell работают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C1E4DB-FA0A-4210-958C-3F4601A9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model считает blended price $12.99. $14.99 — верхний тест для полного Visual Plus с 4 видео/мес.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D2F54C0-FCDD-407E-A039-DFDDEAFE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8A1F30D-6E70-4DA1-9676-3EC26EC3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87185055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24617A-1BE6-40D9-90CF-E9F5797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5AAD2-FEB4-45D5-BA8A-E76FBB9B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238D2-C172-4F16-A132-400B1293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EBC0A-89B0-46BC-B0F3-FEB6EC53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5AB78-36C5-4A70-86FF-85961200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Сколько может стоить проект по стадиям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B73EB-35BB-4ABC-B1E6-8783D5BF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1E543D-CBFC-4D7D-A253-D5CB5570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A4A4B-5FC8-4654-9F1E-28EEC69F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Стадия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5D3D8-0C5C-4FD3-81D3-BC1BD25B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CA166-CA82-4A8E-8C7D-4FBF192D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Бюджет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F9AF33-0731-478B-8504-6156E8D2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6E80E-511B-44FC-B014-0F429BFF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5D1DC-CF15-4399-BC7C-D1CA1204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5C86BE-374D-4D27-BF40-1F1CE573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покупаем этим бюджетом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AC1ADA-1705-4D14-862F-8CBC709A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792219-402F-423F-A721-FEF57E3F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1: 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7DAFF-BAEE-412F-8777-E13C4193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BB97C-302A-4E25-A4A2-CE3EF72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6C17C8-3A74-4688-B33C-B6979383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840FB-FDA4-4370-9A34-C263A651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visual examples, лендинг, микро-маркетинг, когорта 30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55A4FD-4CE3-433B-A8A3-1233D6AF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3C10A-2D72-4295-9454-D3BC544F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есть ли спрос, платное намерение и понятная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5E63AC-614D-4A79-BA65-C1E320E9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4AF73-184E-41D9-B944-F2AE590C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2: MVP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E72821-1C3E-4D70-B6C4-297E87A2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E790C9-064B-4F49-B18B-C21CFE18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B224F0-4913-4567-A0BE-54A85812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3197CF-3444-4BE9-A861-73DF6EEE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MVP, вход, onboarding, daily cards, Life Canvas, paywall, аналитика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6E8B97-87E8-4B55-9CC8-2B3ABADC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DB374-04D9-41C2-86C6-20899426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может ли пользователь пройти петлю без ручного сопровождения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284FA9-3F23-465C-B8E7-8DE3D93B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53C7FD-485B-484D-8C6F-1375D73F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3: запуск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86848C-3B41-4326-8676-E658E782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C26198-5C66-4A77-8CFC-39E122A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€40k-€120k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D34031-7802-424D-A7EB-F3305DF2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51363B-B2E7-4E4A-A37A-E5770A84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pipeline, billing, CRM/admin, creator pack, paid/creator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8882C-3FFB-4BF4-9DDD-DCBF6535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FD9A34-D791-4C67-A5DD-50669C02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сходятся ли удержание, CAC и себестоимость генерации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69596F-5FF9-4BD9-B648-1A9C6ED3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033626-48F5-4ADF-B374-00970ECB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4: масштаб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AD4D39-78FC-4E16-8454-F2D28927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C315BE-6F00-4D65-95CA-41566779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€150k+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472E38-DAD8-4EAD-AD0D-805826AF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40F2A0-B5C6-466A-8F32-BECF6DB6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polish, backend scale, content ops, creator network, paid acquisition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47DA92-5690-422F-9683-96EE9F64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46A5D1-328A-439A-B659-DCB94230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можно ли идти к $50k-$100k MRR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1D02C3-9557-4650-B18F-47917A6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75145986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E6F867-62CA-4575-8E22-2D7FAD88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7271C-10DD-4C75-9CB6-07C96487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D31B4-33F1-4EC5-B1C3-DD564F15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F2A42-C1C6-4728-86DD-7DE1316B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C0F70-6457-405E-A2DC-FDF2CB97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Операционная экономика при росте пользователей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09F5D-85B0-4F08-B8E6-8ED79783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5B321-52B1-4738-917E-A8541C5F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C5A46-3E3C-4D34-AE7B-BB909FC5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Показатель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6BAB53-190C-439E-9AC4-A3FBBC57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818D0-CFF0-4DBF-A4D8-5B591B82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B9E19-6572-41CA-B8A7-5D2B4439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13E27-F558-42C4-B77E-37E41CA9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38750-FDEE-4987-9186-5F6E8139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1A1AF-1D82-46C8-9307-466A1158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48402-C470-4AB4-A742-03773A18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7BD947-3FA5-4EB3-B22B-0CDDE260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Платная конверсия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8FBB2F-EE07-4C95-B0C8-79372237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B7E746-A0C0-424A-B182-17C3AD60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448836-9BB2-47F0-9A09-0A1D1532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E1C611-1634-481D-82E6-36B655CE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F3B1C-309E-40B2-9EED-327F3739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B47872-0743-4B06-8AA8-DB86D4F8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38B382-7EBB-4D28-84ED-2232A7BB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092517-8F51-4CE5-90FF-A99DFBC1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Платящих пользователей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3D1551-FDB7-48A6-90AF-D59B3893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B666E3-6D61-495E-B1C4-044E472C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B44E2B-8D58-4F9F-AE96-D3684922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38575D-3E58-406A-AB1B-3D038590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F234F9-40A2-4E88-BC0E-17B75BAF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286952-8EA6-4A6E-AA96-80530008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61CAE6-413C-4B68-8F09-F12386FB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6EE041-EE52-4CF5-B09B-95FEDD99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после комиссии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0F33C8-6FA0-4BCD-A16E-B58C6E74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F49C0C-B186-4D40-9C62-987B0491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~$220/мес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751469-4827-4905-B65A-D2D9571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776CAB-93F1-4CC1-8530-93176588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~$3.3k/мес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C98BE8-854C-4549-B225-9061E8F8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412035-BD95-4D44-B6AA-00F92E6A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~$19.3k/мес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0DAFE6-0A0D-45A9-B268-978F7FFD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CAD2FA-0B65-401B-BB2D-A892588D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4064DC-0AFC-4F71-A3E1-3AB8056C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2F0AD1-801F-47E7-B629-B6C72F26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$50-$80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C2C5CF-ACBE-44C6-9711-99F75CE9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7517D5-BBF0-4B79-A0C7-56164D64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$0.7k-$1.2k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0BBC5E-F801-4760-8621-D55AB7E3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28AA16-4685-4E5D-B2D8-BE3A1ACC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$4.2k-$7.1k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2EA037D-1167-420A-BC6F-D6D72C3F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2CEA6B-C8A7-4BE0-ABE9-0B6FE1F4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free users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E57E6D7-C59D-4575-84D3-6AD90CEB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4736A7-A132-4C2A-84BC-9BFBE74B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$100-$300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90F5EE-F7F6-4E5C-BC28-1E3F3965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2112DD-9B93-4211-A827-A73FE6D5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$1k-$3k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6C5262-EE88-4FE0-B7FD-015F1181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786D2BA-F357-436A-B9CB-CB229891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$5k-$15k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DBA0BB-9725-461E-87EC-421F18BB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9F35396-02E4-47EC-9BDF-C29028CA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Инфраструктура / support / tools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AEFB5FD-C0B8-4FD2-8CDD-3F8D665C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791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1E356C9-47AE-4B0C-ABDE-AA1D538C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857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$100-$300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5919903-55BE-437B-AD4C-395186D9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91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A59F1F-8AD0-4BAC-973D-E429CF4E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857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$500-$1.5k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840D6A-0187-4FB4-AD1F-564E3EDF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91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6531B3B-F915-4540-BBAE-F7A76D9B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857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$2k-$6k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8A172F8-A73C-48BF-944B-2AB28A00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78B49F5-0B68-4CE5-A4D1-7526BFE8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43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03ED310-9CC8-4C8E-9C9B-BAF3A8C1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6477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3B8D2B9-1382-4291-A8F1-D32F97C8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6543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обучение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FB56D4A-0698-4335-A128-2658E869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477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BFD09BF-71D6-40B9-9302-474E5668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543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первые revenue-сигналы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32618EA-EC34-4F69-981F-11AC4179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6477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8E4BBA4-9DE4-4B7D-B1D6-9954965A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6543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может стать small business, если CAC низкий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4B04EAD-A0D4-4183-80BA-C3CB7F85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62296304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309856-6E59-44BF-9651-AFF1B355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1D160-91B6-40CE-9597-D2AB779B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26A902-0D10-4D7F-A638-A4A92250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28CD3-2BFE-49C3-B757-5CFB5172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A5698-288B-4CDA-BA0A-FB28BB1D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Финансовый путь: от проверки до cash-out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C6D1A-4D6A-4E33-A8EF-4EA8BFF1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07688-2227-4EEC-869E-A5C9FFCC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803E9-0091-44E6-BB75-F908358D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CCD2E-71C8-47B4-9EF8-051BC22F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745C5-052F-441D-A940-205D79E4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8341D-C9F6-49AD-A5D4-3DF20A3F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BCE72-1EE7-46CE-A370-EADCA68B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Финансовый смысл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2D2A9-0556-4638-A2AE-07DD3713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9503E2-7019-4DAA-949D-09F5C853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FFD182-1BB6-4A8A-B3FD-1C8ABB1A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52F934-F2B1-42CF-B829-E51B9F74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A9503-A7A9-4597-8921-B8F422D0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A3D8ED-1DA5-472E-809A-1CBD42EF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paid intent &gt;5%, Canvas causality &gt;50%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84F39B-61BA-4D21-8E33-7D4AE8AD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FD32E-95CF-438C-B3C4-5C4AEDDA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выручка, а снятие главного product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5B117C-00FC-4A8B-9BD5-900B097B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A06F4-532B-4DE8-9A4C-FC9DACC8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делать / не делать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755C3-E166-416A-9EBE-3C26B1A7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B609C4-F6DF-43C0-B0CB-1A00B7F2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выручка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059B49-34AD-4EAD-A4F5-593B9B79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4048E4-35F1-454D-B1F6-AE17E754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payers, ~$1.3k MRR gross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C66092-16A0-4392-83D0-864D994A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7487E-6F64-471C-B2CA-719BF237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подтверждение, что люди платят за формат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971DDA-AA8C-41AE-9163-E1FCBA48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4B7BEA-C24D-4D0D-B99D-0345E381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оставить price / поменять bundle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45E0BC-9DBF-45A4-8758-931797F1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61B38-521B-4D9C-B747-FF98F16F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Путь к break-even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E91E2F-53C5-489D-A146-95341074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DFDD44-6292-4EA3-AF41-EC3F8C07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1k-2k payers, ~$13k-$26k MRR gross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9ACB2E-7E62-4320-AFAC-91256370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923E97-A2E3-4338-B330-11CDAC13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покрывает небольшой продуктовый/ops костяк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CB8324-0957-4796-858B-B3578A0A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E208CE-9E26-4C04-B023-B188EB52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нанимать аккуратно, не раздувать burn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5FB2E2-79F7-476D-B77C-25F77913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53165D-DF52-4919-9D9C-5690D6B6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Seed / стратегический рост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B4DB3F-1DBA-437A-855A-2D078A8B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09DC32-E68C-46D7-9B3F-D0AB6B60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5k-10k payers, ~$65k-$130k MRR gross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65808D-CFF8-4DD1-ADB3-0FAEB2BA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5E7377-6742-44F9-A029-6907523E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появляется инвестиционный или acquisition narrative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08C079-E6C7-4D01-B7D1-CD2FF002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82AED8-7B25-4221-BE03-62B31080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масштабировать GTM и creator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FFF123-FB89-444F-8E72-3473453B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B2D5EF-E7F7-4F91-9E0B-BF191424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Cash-out опция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3E0691-06E8-4F88-A928-E8857BF4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5D09F20-7F9F-44C5-B0B2-FA6521D0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$1M+ ARR, удержание и CAC доказаны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818053-1E78-46C5-98FE-94B71066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D23647-6D79-4D4B-9BBF-DA760647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обсуждать продажу, revenue-share или рост как standalone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E435AAC-E1BA-4E0D-AF45-145E73AF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D67EB2-F11A-4D95-A4C3-FA55B225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выбор: cashflow business / seed / strategic exit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760CA7E-9DE4-4003-AF30-36FFA613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4724385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59683D-9B7D-4086-A347-8F1F5032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820F1-46FD-49F2-AB1D-EECE4AE2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6B3B9-4A7A-48E0-96CE-8B9F8865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CA500-599E-4182-A0B2-0E76BFAC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50451-7834-4C95-B6A4-24D0B7C2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Маркетинговые бенчмарки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9B754-783E-4CC2-87B9-9EBF687D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0FEFE-0F60-494A-9E61-22619BD7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3CF47-36C3-4577-814E-7235FEF1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Конкурент / архетип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6A318-7DDA-45E4-9659-50897E97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EEF15-490D-46D0-A543-2B080048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19D58-7C7F-4AB2-9F60-AB3FE01A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31A80-0448-4B4A-AED3-9171C000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F2BC16-B0CA-4307-96CD-54042A2E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992399-FDE8-4EC2-B427-605BC7FB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использовать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B1A96C-B9D2-4C34-A6DA-3D4B996E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7BD03D-5480-4C49-9420-9B4BAEB0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54893-DD22-4B2A-AD6D-50BF9113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93F85-A72F-47DF-A10A-F307E5D3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$6.8M/мес estimated YouTube ad spend; 620 creatives; 18.6M visits Jan 2026; 50 landing pages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06DAC3-F7BB-41B3-BBDA-07E05F68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0173F1-9CDE-484E-8E35-833B2416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требует высокий LTV и агрессивную funnel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E0DA9-BBE2-40AD-81D4-781F93B2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E56819-5742-470C-B647-3BF9AD63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как paid-test inspiration, не MVP operating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E99175-EE23-42C6-939B-59AD82EE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100C0C-4DBC-4187-B47B-84754EF8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AB4899-C607-4C47-8F0B-FCC8DD09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2F98F3-5C3C-4EB0-8EA8-2B577845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91E932-F173-4130-B434-4308F2F2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1A8CF1-9D31-476A-B4B3-11EF9506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могут выглядеть scammy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7DC455-EAA9-4095-8FCD-8FED5438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34D2EF-ACCF-4627-A1BD-12E39D21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аккуратно тестировать future-self / visual week / relationship hooks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75D387-AFA1-4FC5-A0BE-6B644EF1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A31AC8-92D7-485D-AFE4-CFD4E29D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ED6F72-A5E9-4385-BB7C-2414765F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059B41-313C-4CD8-9503-F009A929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без real marketing spend; 25% young US women 18-25 downloaded historically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661636-38B7-467A-8A82-FABF7597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1E6734-2720-488D-9DFD-6B652C87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virality сложно повторить искусственно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36A30C-4E5A-40EA-BD9E-EB9EA4A7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C14BF6-B1DD-4972-ADCE-0115585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строить shareable identity language и relationship/social hooks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E3D472-F4FE-4FA2-A4E3-6CB853DF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F3E37D-1C67-4882-9290-33585E2D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036FFD-FF59-4627-BDEB-2997829F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06589E-23F5-486A-B733-B59BB69D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F42495-E609-4E9B-B538-8A04E431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DEB627-05BE-498A-B9AF-592ECED2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дорогой операционно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F9AD33-9A46-4371-9658-CBD81FC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BCEB93-20E0-4A59-96E7-17E6AEDB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начинать с marketplace/expert model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92ABC2-1F1C-4DBB-98D7-9DDC1E78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4F81D4-C351-4C28-BEA2-12BBC720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514B03-2C2A-4712-9F19-6B84B145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580194-86A0-4224-B7B3-E9E460B9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021A28B-44A6-45D3-A8BF-78947688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AE9484-A351-4980-AF37-C56280EF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требует настоящей authority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E04238-544E-4D30-8C20-D52EB189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4FF0C5D-5CE3-4FBC-B4FE-297CBD50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экспертизу Алины без guru 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E1B3CB7-8F65-4032-ACA7-704BFD19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и qualitative product observations.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358E708-DA1F-4906-9BB0-E57D0924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935141868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71EAB8-ABE1-4A76-BA81-642BCC35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D15BC-479D-4709-8796-5B502D29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62113-A66E-4915-808F-6B423721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ABD07-CCBF-4CC9-BE44-6F678ED9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FC2EBB-A856-4D11-990A-4ECAEC77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E4745-DE4A-44C5-BA72-2D3421E1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9AB3F-A4A2-446C-B7D0-601BF8E9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36E81-08C6-4ABE-86C9-481DCE81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08E1B-354B-4986-B64F-322BA0A5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04F71-9ADB-4F4E-89A8-484B636B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FB94B-ED3D-4A7C-BE68-D68173AF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ACFCE-8BCD-449F-924E-EB5997B9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336C1-1414-4216-9EF1-8BBCC4A7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93E904-BD2D-48F0-AE96-2EA50268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7D594E-3100-43A0-9316-3A8A4853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811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94BD7-04F6-437B-A942-52734349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478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C45A2-5F15-49A0-9B92-56093E28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7F66D-4DC4-4BB2-981A-22D4A574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E398D3-E618-426F-A5D6-E22017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574DF3-6477-4C66-B318-21B449EC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7722C-B5B2-45C5-A3D5-D1532523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50E09-303B-4196-B590-19735959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E679D6-56A6-4117-A30E-EB46C135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6CF684-9BE6-4E33-B1F3-82AD6ACB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6F00D4-FD09-4F8C-8C40-57C2E04D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335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8471BB-2388-431B-B6CD-0B8F3063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165A31-8B1D-4ABB-9339-189B6D1F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D9D720-ACC0-448F-8C64-1254AD4A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40EF8B-D5CF-48E9-B468-A1562764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40F37E-59BE-4AD6-A554-A31ADAF5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34BE16-9A88-428C-B0CE-31C0598D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016D0C-4398-48F1-816D-6942708C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5EC107-AB0A-4F6C-BAA6-F1DF4449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1D672D-62A7-4DF4-87EA-613528AF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BF2B8-4CAA-4BF3-ADD6-E530379F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860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0E24BC-7F4E-48AD-A799-5A3B0B40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527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DAFA3D-BB1D-44E0-BB5A-C4CBC3D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26725A-41A4-4EDC-9980-6FF762E1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679929-F486-47C6-995D-00216D7E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490359-C41E-4571-B0AC-B7FCC350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546A49-52A8-40B6-A994-B4DF5052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5169FC-1A8D-4270-A94F-CC47157B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B4A180-987A-4C27-BA45-2403F3C9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9298E6-47E1-43F4-A691-DA8C3EBD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780414-377F-41BB-997B-F6DB018B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384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2E53789-B3E5-4A45-9A4C-BC040108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051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35A87BA-6AF0-4C4F-A9DA-D9AA0E4F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E36985-9F66-41DB-97D8-213D5CD7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0CC34A-0A65-461F-A08B-BBAE4831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E7AE86-AB30-455E-BF4C-80EEAB52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EF2E49-A779-49F2-B995-C9496904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CF8A6AB-78CC-4A64-B0D9-E3E87BE4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0B5673-D52D-46F5-8612-449A6A0A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478E1FB-24D9-43ED-AE88-ACDC53D2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3F3387-6963-4773-B0E4-6D80963D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909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0948085-5117-4E81-A555-C2003371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576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744B40-9812-44B2-87E6-394527D6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DBF739-7844-4390-A0A4-5659F141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2A6D192-706D-495C-A186-E6F62137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6D3D782-A42D-4CF1-80AD-FC55B9E8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3B14CDC-6A5D-47B8-AF29-67EC8D0F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4E81AE0-8D75-4ABA-A7AD-03991BD9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C89BC7F-6D76-4921-899D-E591BE0F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260C03F-BB62-4875-96E3-612504D9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0423F37-FE35-43FF-A898-2BCA38D4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433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3DF090E-4F27-4FBA-B1AE-F6FA956E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8939B6F-B5EC-4ACB-829C-CC6EA2E4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6E6E125-51E6-42A2-B303-36DFADE8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669909E-2C19-4792-A2DE-AB36C089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268E9C-8FCD-4346-8CC6-CBC20BE7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5D74ADE-1A42-48E5-992A-75F51BB4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2EE8BCD-45A6-430F-BB47-6ACA71DB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2DC4072-FB56-48FA-A7AE-032937A1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202956C-BE39-4987-B3AE-DA1F9FA2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1B72C69-A9C3-4E2D-8A65-E8274278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61A212E-0B15-448A-B739-F713B088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7625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9C18B47-89A4-443F-B3C3-D50C2F28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74B9FA-FB38-4A91-ADA4-AA95FCFB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189583401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BA0307-144D-4864-BFF4-64DB6CF8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9F6912-1942-43C3-89E7-004FCD41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2C802-A196-425B-B254-A050E52E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B6726-76AA-4085-94D5-CC27F0EF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DC8C4-1CE2-4167-9E7B-6F9AAC9E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 в Фазе 1: что проверяем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05457C-0A19-4336-81A2-358BC91A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5B8D8-852B-4996-AC70-A75C0FFF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D0265-A177-48D4-A1F0-1591959B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5707FF-4751-4142-A854-FE115578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7D073-7E0B-4351-83FF-25335F7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37608-77C7-4369-87B2-93D18495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60263-1E6C-4C74-ADB4-B0998061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делаем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7F239-6464-4D3A-8438-92B9A5B5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324824-4E77-4ADF-B8BF-0589BF9F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стать понятно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1905C-DFA2-42B2-8367-AB7B9B58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C3C2E5-1F2E-439E-A9D3-B8C566B0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CB8896-4BB1-4A39-9991-B801059D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02A17-7031-4ADE-84CD-0A4AF644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€700-€1.5k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C3FA2A-6793-43F4-98B9-E72F1344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096E6-66BC-4714-8FAD-DCD4BE98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примеров Life Canvas, future-self и week trailer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47F31C-3523-470A-89BF-6C3B0F54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88EB5-431C-4108-8AE3-D7980E30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визуальный вау и понятна ли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9AA1E4-496C-4196-A415-4097DD41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20C037-5FCF-4E05-A5CD-AAD9E725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34D95A-3427-4386-89DB-9D09F008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09804A-673E-431E-A21D-6835E6FC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€500-€1.2k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B4F7F-2263-47A3-862F-1F39AFB3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8DB18E-FAC5-4929-BF44-ED339E40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лендинг, price test, lead capture, события activation/paid intent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1EC185-8D31-4A19-B75C-A3584668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C54AE0-9982-4783-8528-597A6471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цена и формулировка дают signup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647EF-BE43-44ED-B237-C39A06E4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69C798-B983-4031-809A-2B240C84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micro-tests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2D2612-8B99-4F21-BE67-FED4DA43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C97CB0-B6E0-481D-B97F-4ED9F30F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€1k-€3k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E267FD-0603-4B25-85A9-4F64A402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26668-F814-4002-8318-0FF9A1C1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5-10 micro creators / warm audiences / сторис-форматы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A5D1DD-7FBB-4A1B-B0CE-06E50AEB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1E3788-F938-4526-AB73-0266C498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hooks вызывают интерес без тяжелой рекламы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1F3FE9-80B1-4A9A-B237-F52D56AF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643C4F-A8C6-4378-A8B7-B46C72FA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creative tests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250B8F-49C6-47E2-B327-90C389A0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070B4A-F405-4902-91DC-02193EC8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€500-€2k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88B9CE-534C-4346-93EB-7413FC65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6DBD5C-E97C-43BD-9CDE-F5B01FCA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Meta/TikTok tests по 3-5 hooks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B0EF95-CC14-476A-9D08-294B54F0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0005C0-0AFB-45E5-AC18-E9F61BB7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visitor/signup и первичная конверсия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AB2F1B-46F2-4EDD-8605-F4749F93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8D9C74-478A-4550-AC20-61569F4C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482948-EFDE-4AF6-BE0B-FCFCC7E9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654235-4FF4-4859-89C7-E5EAECBF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€800-€2k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D1041D-36DF-48A7-A0B3-A78D6492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588925-D154-4810-9E8F-917A2719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ручной forecast, интервью, paid-intent follow-up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3CBE40-7E9D-40D0-B3EF-B607D2B8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903D000-6D37-48A8-8186-9F0E2163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понимают ли users продукт и готовы ли платить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508159-9839-4B9C-A8E0-449F03C3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64299664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44CA89-9492-4486-885B-B5A57C83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1F342-A642-4C14-9160-6B7AEBA8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9E5802-F59F-4B65-9E64-BAA48048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70131-849D-4396-9437-A32D68FA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F164C-2E31-425A-A560-CFF65ECF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Матрица маркетинговых hooks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5DF3B1-6E8E-45E1-8060-99A5929C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CF882-286B-4CA9-AF6B-EB47AC94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DA0640-3ED7-45D0-96D2-060FE5EA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670CB-7CA7-4D79-B743-6D040EE6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9926F5-E65E-4391-BC0C-12C37ACA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Кому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8D730-5778-4B81-8A3F-931255F6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47C6D-3441-4BE3-8C74-4136D68D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Формат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4AA70-FB5A-4875-A477-DC2AA328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19198-3ADA-4C02-8F72-51586C36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AFA3A-CD0B-4182-895E-90A184F3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C9FD3-6916-4C51-BD23-875E9B67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“Твоя неделя как трейлер”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D6543A-A585-41F4-80D6-1C41CAE1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3F265-2A09-480A-ABDF-B82372E3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 / self-growth audience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C711E-F3F6-42AA-9A92-F977F3BE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10B27-47DC-4D66-B73C-DAE10EF2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short video before/after week trailer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7D7B89-487A-4419-8774-4E3CAE15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7615E4-A465-44BE-8366-EB24FF89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свой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67C9E8-F830-49B4-84F3-61E9B5B9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BDE15E-3161-4C3A-A79D-F5D55D4D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“Не гороскоп, а план недели”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C0E682-7877-4CA3-8A15-C0303B3F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D32022-1B1F-4BBA-A726-6D1AE3F6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астро-аудитория с усталостью от generic прогнозов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0138F6-2673-415B-8665-8891C389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2EBB7C-52DA-47D3-A1C8-FB439764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explanation + example Canvas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C424E8-5A5F-457E-AA5D-4BE9C962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1073E2-F53C-4D77-9F78-B63A4B59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пройти 7-day season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483E3B-4853-42C2-A1E5-9B8B1DCF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56C240-AB66-4215-965A-9865B3F8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“Future self изменился”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EEFCAB-1299-4232-A906-F5B6F962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D5E4E-23C3-405F-9AC2-7BA36E95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women 20-35, self-improvement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138A3F-FA7C-40A7-9756-16AE22B4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43D3BA-3D0E-45CE-860E-09D81590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до/после Life Canvas + действие дня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FF8666-D812-4B52-97B9-6618D3A0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6977B-0229-499E-8324-49531F63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увидеть future-self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54C58D-A861-420A-A180-5604EEE0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A93DE3-B034-40F7-ABB2-E303E0A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“Карманный прогнозист”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CC5F32-1008-4070-8D86-91FF1C79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E9595D-D6C1-4C3A-A688-3B2F9AA6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которым нужен личный ориентир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F05C19-A5DE-45EE-A65B-85C8348E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688353-7882-4453-8DB2-F9FABE82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screen walkthrough assistant memory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5F0A2C-A143-4B1E-8B4F-9E11EC54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E0266D-EA1F-439C-A149-560E3640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прогноз недели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BD8ADC-888C-42F4-9667-F0D1BC8A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4137F0-FDB8-4F0B-8858-F3C8C34D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“Relationship / decision week”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1CCC96-D15D-47FB-8C19-FAAC9B16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AC044A-80C8-4FFE-8770-1C6581B1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high-intent emotional moments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D32206-B9D3-4A0F-8DC7-683AA64B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B10CC79-2D06-4F5E-AF43-3F1AD02F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недели + персональный вопрос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1E69B4C-149E-4414-BF0A-FC3AAFE4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BDA89B-8076-40B5-A426-8B72A39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разбор недели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0274FF-D951-43CC-94B9-15E63C65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048976946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538590-836B-4D82-8487-05099352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D2B04B-4EB4-47C5-8A13-DC4AC31C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3E977-35DE-4FE1-858C-4EC98E52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4856D-22A4-47E2-A98A-147E0CED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758CA-5C7D-4D10-AA6B-ED49286C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стратегия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22533-E67B-42BE-977D-EFB6F374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21316-C86E-4CE5-8F8C-9D128950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Первые 100 не покупаются рекламой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254CD9-5F7B-47E6-AA8B-4DD54678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ручные weekly forecasts и concierge cohort. Цель: понять loop, а не installs.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15DF26-27B8-4324-901E-3ECCFB83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4086B-4E1D-4F9E-B8D9-51B3D767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в astrology/self-growth/visual AI проходят 7-day season и показывают опыт, не generic 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9B9BA-A0F4-41BA-A50D-57E1BB4B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5FC367-A6FB-46A6-8D44-B19616AF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и paid-intent CTA.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6C3140-007E-47D3-A9DB-38DE11E7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3EFC2-8378-4115-A758-C72F9863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и trailer week как viral layer после value moment.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9B5F1F-932D-42CC-98D6-FDE44661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757889902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4E87C4-64EC-48AC-9D62-177A384D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6B366-DF4A-462F-B92E-79053DB0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3CD4A-7E70-4E46-BAEE-72E6AACD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B500E-4313-4267-A2D7-D4F73A59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06DC7-B7EE-4D52-ABCC-56D8A8C0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8B03C-0E02-4E10-A0C3-04AF8E7A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A5D95-B9D2-4444-8F9E-39A68AD1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C2671-D076-4A8C-9A0E-B0478510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A82CD-46A1-4670-BFB3-093C0452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63CBB-EB6D-4B3A-A7F0-393144AF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1C36E-7A27-46DA-B786-55A864D9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E3BF2-40BE-4569-9211-DC88B031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43F820-3B0C-455C-8DA1-5A93D009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893EB-EAFD-447B-8ACC-BC399889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1DDBA1-5B87-473F-9BE4-AAAB90B0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28E7BE-3898-47A6-A9A2-656DF13D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969E81-A195-48CB-A01D-53D129D4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A644A-FAE1-488B-A920-C2C6A240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C095DE-E0B0-4D8C-94C6-F7B8CBE8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29947-BF2A-4674-9ED1-B6ED80B7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1C0EBE-7EEE-4528-A246-EE8993B2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540768282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C3FDBA-1F0A-4932-AF07-0539DA29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0182C-0300-4C7E-911E-32590EC8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F412A-88A9-4426-9CBF-56CDEDA6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43011-E5F5-469F-B124-BD45D006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739BE7-2B5D-49AE-A4AA-3E982237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1: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D4240-0A13-4418-A62E-30459949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AE879-EA84-4761-A79B-30C4D1ED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ED29A-F506-4335-A0FD-84B88F8B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36F15-16EF-479B-B548-6D9E2A9C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9A644-BAC6-4898-9382-F14EF30B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19504-64DA-4FF9-B8A0-3E2A1901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98889-70D9-4E88-98BD-80994BF9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99863-105F-45ED-99E6-5377BB95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ECB78-7C57-43DA-BFF2-ED0369B0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8F375F-7CD7-4DA2-9B45-F2FCEFAD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AA4733-C241-4682-BE4A-D2567E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1-7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1941C-6DE4-440F-89DB-98BF6503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9B4CE8-9CBA-45D7-8537-5CB0556F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концепта, 5 visual examples, landing structure, сценарий интервью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CA098-47AE-47D9-96CD-48586BE6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1F7C5-AE2C-4594-B8C6-985E0BE7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понятность идеи, сила visual hook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5B8412-B3A2-4534-A566-C1A7049F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F5A27-1EFF-42BF-839A-8DA07B0D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1-2 концепции оставляем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718C90-3516-4D47-9A1D-1747A599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24357-DE7C-49F7-A7A9-EFC0F69F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8-14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E4316-0C3F-4FD1-AD98-54D7B419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CE8759-FEA9-4884-8C22-4786FC26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8-10 screens, prompt logic, first Life Canvas styles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02463-2D66-4B8F-9A06-198B826B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24D7E3-50F9-495F-98BD-B798BB2A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пройти loop без объяснений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BF5C0B-151E-4DE5-A738-EC1CB755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72D4D9-2D43-4828-88D7-B8038838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MVP, что выкидываем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9DB7C1-EFA2-452C-9DD4-8BDFC640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C7DCB8-DD7E-42FA-A7B1-BC1FF7A4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15-21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6E969F-4290-413C-AE67-86DFCE0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791736-10FF-4421-AD0A-06A75ED4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concierge cohort, ручные forecasts, first creator tests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1F949C-EA78-4C2B-96A4-2336846F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2AFC4D-C67D-4FFF-B124-AA00E4F0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D1, понимание Canvas, qualitative objections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68154D-18C0-418A-86A0-D5E154CE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95E2C3-5DD9-4B6E-ADF1-BF2F6E0D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продуктовая петля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743276-D3A8-4741-8BA4-6B9F231A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2AA660-0682-448F-8B35-8F410B40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22-30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E198C8-E475-4453-B75B-E02C1925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EFE90B-0980-40AA-8E87-0A66E4AA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test $9.99/$12.99/$14.99, paid intent, CAC signup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F8EED4-E7A1-492A-B18F-3AB4BEF1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A80D2A-B4E0-4D32-8ADA-0DF6C2E4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&gt;5%, D1 &gt;20%, Canvas causality &gt;50%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F81149-041F-4BFF-904F-E99D097C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DE1E3A-FBAD-4A97-84F0-DF70A5EE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go/no-go на MVP build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8D80CF-6899-4525-88DB-C112F734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069205784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0CAA75-F34E-4403-93FC-D4216BA3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B62E3-3A23-4EB0-8C9C-9EBE3879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B69C2-077B-4190-BB88-1E029C84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23867-6F50-4BA2-A79E-BF7436C7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7468A-6869-4918-8647-4F184E9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2: если Фаза 1 проходит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88E839-A851-4DB4-BFB2-E4FF7F14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B958DA-D927-44A3-8700-C540CA5C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E14C9-A42C-4103-AB9D-3BCBAE5C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A9134-A29C-4B97-A508-C1C26C97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E3809-42C8-47A6-9920-820E5418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строим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A62EF8-065C-4175-BA97-E40DB99F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F8B71-1735-4338-9CC6-F145ACE2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Зачем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23B8D3-7780-409B-9264-72E9023B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66CE5-6578-4F23-A038-49510B36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352369-9CE3-4AC2-9733-8021C94F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B44D0A-C71A-4172-926F-870DB4F1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F40309-4B90-4633-A405-C43A119E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6A460D-2F10-43E3-A764-73FA6BA5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prototype, auth, onboarding, weekly season, daily cards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6EDAC-00EE-4DD5-B4A4-3940A622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10A8CB-7BE0-417A-B7CE-FCCFB9F9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дать пользователю пройти loop без ручного сопровождения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8887A0-885F-4755-8754-C385C83D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C2993E-8EC5-4CD4-B9FC-92A10517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 активных пользователей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A2E20D-5F44-4EEC-97EA-220D72C1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CC7DBE-BB80-4FE2-8AFF-7625B1CD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9E73D3-35B8-43D4-980E-A171FC5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5C15A-EC5E-49B5-AFBB-28419625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 prompts, Runway workflow, retry limits, COGS logging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09740C-EE5F-4A31-BD14-A0DB15A6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CE2BEB-C002-419B-BDF7-8E409FE1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контролировать стоимость каждого generated asset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10E1FC-BA2B-4D9A-96C3-7CF6D20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404FA7-2429-4EF3-A289-D268348C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paid user &lt;$4/мес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A13CBE-352B-4F73-B492-D5F1669C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4F1508-4631-4DDE-A4BC-3A75846A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test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855A28-9325-4493-9011-AE2BF8B0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B06080-9301-4F1D-BAF0-1EDC1C25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test, Visual Plus, annual, premium token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416711-A56B-415F-9A18-855473B4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A26871-1EA6-4233-AFFC-124D90B0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найти рабочую цену до масштабного маркетинга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E581F6-5041-4BF6-B2B7-1F41C2EC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10D06C-A30A-4D3D-8F1C-D910C737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 2.5-3%+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9F18CA-5922-4493-9550-EBF6D029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BF1C05-6C99-4A75-B279-11F6B48E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scale 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571FAC-1E77-429C-84CA-FED38DEC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46D038-2886-4FB6-A025-EF3D5B49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pack, 10-20 hooks, small paid budget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DDDA50-B923-40D1-B55A-B868FDD0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B1A028-6C1F-4F6D-B56E-93C8173A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понять, можно ли привлекать не только warm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2A2A8B9-3534-4A57-A2BE-9EDF3D3C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166642-939D-4BCC-A962-205918FC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в допустимом диапазоне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91FF81-642A-414A-9F90-8494628B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669772-D872-46D5-A740-28DDC215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decision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ECCA2A-CF3A-4C30-BBEE-916AC549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8022BF8-BC9A-4929-BC1A-43FF3983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/ backend / analytics / billing roadmap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BA35C6-48F0-4E0E-95F6-655DA1FB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0499E3-1064-4AB8-BC73-8D21AB77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переходить от проверки к разработке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F8639D9-0FCA-4E3F-8670-2102D010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CBA3407-A7AC-4269-8077-EC5F1C43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retention + paid intent сходятся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C821EBA-BFEA-4D31-8191-416142A7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446857571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CD8622-3F88-42F7-A991-80C91C1A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7FA30-BD8A-4D24-87E0-04E8D2F1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9D5ED-FE7B-4EF0-8840-F1D56D16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44C0B-2C93-49DF-86EC-F6C50237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5130B-BB35-4C3E-9F3B-712F492B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Scope продукта: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8932C-861A-419A-981A-A4333A15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833F4-A245-45A8-8F61-FAE06B14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D6240-3C56-4534-92CE-668110CE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C4887-7D87-4EC0-BC45-946D1C68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4DFF85-1110-4D37-84AE-667A95AB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E5DDE-EDD7-4166-AEF2-0134DB41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2A737-F7C8-4418-90E1-65D80AB2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BB165-C3B2-498E-A42F-0D2B056F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56F472-EEB9-45F9-95EF-B0D90ADF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4B4CDC-337D-4926-9F31-E579A0F3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4E962-E130-40B2-AA69-28723B0E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09134-9E1B-4E36-B87A-3B67D84E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E22A1-E9BC-4044-8BDC-BBD0C793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506232-E9C7-4810-A63E-23C5A48B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5B2AC5-7E2D-41A2-A22E-2EC7D4B4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и deeper memory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763A1A-5E78-4E40-B7D9-75E908DA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615109-2781-4670-A708-B2E5C40A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нужно доказать causality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D06C26-FA07-4428-8E19-3B7D7345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0A7068-5A33-4AC7-ACEC-034DBFC9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689B15-6C77-463B-8522-D34A284E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DD361A-C21E-4240-9EEA-DC3CFF6D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F196F3-6461-4E46-BA78-800EBF2A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AAA4E5-9BB0-455A-8391-04A47F5F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C9DBF5-CAD9-498E-A78F-9C0552D6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B3324F-F031-4A03-AE02-4C52C180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дешевле и быстрее валидировать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013DEE-088D-4F23-8F30-5443BFF3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E9941D-CEB8-47AB-A1DA-4F5F3830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A9D2B6-1552-4C10-A5FF-A07A68EB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A3D193-DA57-453D-87D1-145FB91C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CDD642-E38C-4977-B8DF-3783F46F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88825C-14B1-402F-B3A2-6F075B04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10F55D-6F3B-4384-8361-EDA1CD10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896B3F-EA07-4C2B-9528-1A9CDD63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92C5DA-A68A-42EC-9CD9-FAA87B3A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66E3D0-F712-4172-97F0-D57A7555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BB21A7-F8A7-4A52-95A3-FA578F4C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4FCBDD-34EC-4AAF-9C6D-969941FE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F9AA8D-F525-4BF2-B5D0-5105F625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57C72C-ED84-4CE2-8934-8C6B0FD5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9F2CA3-CEB5-414A-A948-D7A40EA5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A49C7D-8412-4847-9D5D-61D6E914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избегаем complexity до retention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E8DB9A-859A-4344-92B2-08A6B110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D2C6056-ECE9-4ED1-AD10-082DF2A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8138EB-E911-433A-AE26-A3ADFB80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5815290-7192-46FB-8898-BC7C7C32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EB839C-4A59-42AD-A028-385FAC58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4CA9B5D-CEAB-46CF-A884-2B10F306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97C06B-3C31-4DF2-B02F-1548E1A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E186066-DE61-446E-97B3-C5BD18F0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social network до доказанной core value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720667-72BA-4590-AE96-3D0C139E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672067714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C0B0A-7B05-41C0-B651-FCF3865D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C8232-DBA8-4115-88E9-E2154EA9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E4FE4-A488-41DF-9177-6E020976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2F9FF-8772-476A-AAAA-CB5943FD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AE980-74E8-4F08-8F5B-BB54E89D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63648-0F72-47A7-B8C5-66D9AC94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ECFAD-F46D-46B0-B53F-957E33BB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A10C1-2B82-466F-966D-0A8720D2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80FDA-ACB0-40B9-8EEB-768B8BBC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FA8C77-85A4-4EF7-B2C3-3E27B56F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11932-B8FC-4B56-BB01-B34ED5C4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A5844D-41BE-43F3-BAC4-1B441BA7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5B1759-6891-4586-9DBC-3CCD945C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EED1F-7783-4C78-BE28-CC8E939C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93210-07B8-45D6-B040-06D48F48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78114-E79A-4AD4-9E7B-80EAD603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D0EAB-3449-4D29-B891-8334EDE5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8BD673-8EA2-4D36-972E-7C99F70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weekly life-series и action, не fate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B1FA0-12E3-456F-A48D-E6BC06D4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9A1CE4-1421-4A3B-82CD-86146C04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27B252-C319-4B34-8B84-D3930BFE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76F1C2-D75D-4760-B5DC-2A75F7A1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EB35AB-B11C-4EAD-9E46-BF4CDA4D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F5453F-2527-439A-94A9-B0E9F9A0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cause рядом с Canvas и связывать с action/reflection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BC4696-8FB7-4BC6-9DB0-918ECCF2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8BE8D0-60BE-4CA2-8A72-64CB5424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BF77CE-A459-46A9-9A2C-A4CADC1A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1BDA4D-F529-4F4E-A3BD-FA3164EC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CFB0F9-10AB-4BB3-A1A8-14FF53E8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7FFD34-E714-4E40-A9B3-D858F77E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B2589E-327E-43A2-829D-F9B045A3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4C576F-05F2-4A1E-B30E-2BD92F48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2269DC-2E90-4D4E-ADC6-CAC9A9D7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617D8D-B32C-40CE-85F7-D64DB1C6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4D15EB-F870-4655-BE24-849072CD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B71EC4-3293-4A8D-99F3-EAFE6AC7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и memory guardrails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0596D1-975D-4258-8B35-8A1FD79F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CBB7CB-44E2-4E94-B6E3-DED2AE10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3860E9-5A42-4009-A91B-AD033AD8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6A11F7-9833-44F3-8EFC-956C830C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84484E-7EEE-457E-9E38-FE66AA17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F843A74-2CC2-4703-BD74-B434AE0E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и price tests by cohort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92D203-8B20-43E1-A7C1-FCD79106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96903668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2397B8-4B70-44DE-B5F5-EDE68C1C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FA640-2D3A-4A80-A062-A1C11995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D4F37-BFEE-4FDB-9CDD-CBF51861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82068-687A-482A-A256-6F5CA439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40501-B585-4178-81C6-B63292EC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роста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4E72F-6DD8-4AC0-BE3C-357FECA2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7C966-E0C1-4D56-A015-932D068A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2F8A8-183B-4CAE-91EA-99EC817E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3BBD5-CB41-4F8E-82B8-6001FAEA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5DCB4-1BD6-4B3E-8B73-DBBEC62D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44E5A-A68F-45A0-A631-104E0ED9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5FF775-0FB0-48EE-BC9C-649C0554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84D346-7B31-40B5-A772-97049521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E5E4C-0AC9-4DC0-8630-8C9247DD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4F783-C579-4287-BE6A-797129F5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E2E69-A584-4523-B468-A6A18391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0E79F-EE1E-42FB-A811-B95C6CFF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70EB0-AE21-4EF9-B811-0C47E207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B1D204-587A-42A2-9940-99396CFC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E62943-17C3-4C4C-A4E2-04FC1AEE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FAE37-0005-4A0D-BF1F-B6B65DD7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C35272-F525-48BC-9CC9-112F9189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FBED49-B93B-45CD-96BC-929F4089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4B974F-41AC-4D70-8484-E9DB3FB0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8A02E-B8B7-4F77-9781-F15D9752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F01F7D-1D7F-40B7-975A-5FFB3BBE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Roadmap остается узким, пока loop не доказан: сначала causality, затем retention, затем paid scale.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0813F5-A223-4ABA-9A1F-15F750D2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749076466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ADDB3-1753-4E56-A5D9-6066C80F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18B05-9644-4A2F-9131-01515DAA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A2D3A-14F9-4A27-A00D-B20CE357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0DF8E-B42C-44AF-B51B-FAC21C3C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5B3E3-9EC2-4129-ACA7-D58123F2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нужно строить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7D7AD-D942-4994-9B61-6AD0F368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030DB6-2325-4C1E-B98E-4BE5C538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6381B-5BE1-4CD0-B8DE-88BC9CE0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visual self-guidance app: пользователь вводит birth data/context, получает прогноз, делает daily micro-actions и видит, как развивается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DD7746-A31B-4FC1-8A29-545D86E3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7281F-8779-4114-A153-AE188C7E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один premium video token 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D24B0-750A-4ABE-B54F-7F7A83FF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181C2-103D-4626-96CB-7191007B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 стартовый тест, $12.99 blended/base, $14.99 visual bundle с 4 видео/мес, $4.99-$9.99 premium tokens, no unlimited generation.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6E6EAA-65C5-4597-A4FC-BD8BE765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33B3D0-199B-4C71-80DD-75515998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Начать с interviews и concierge cohorts, затем creator-led proof, затем маленькие paid tests вокруг visual week/future-self hooks.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966E18-9033-4E67-B918-7D3EE04E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32D8EE-9B1E-4031-96C5-4073FBA8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Stop/pivot, если users не объясняют Canvas causality, D1 ниже 20%, paid intent ниже 5% или video COGS нельзя контролировать.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F3A18-2DAA-4E9E-8C05-359D3980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5721A3-AAD2-445F-91E2-B94CD5F5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Сделать 3-5 visual examples, clickable prototype, 30-user cohort и один pricing/token experiment.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E396EC-B6C2-49F7-B23D-F632FD30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1560581912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568807-E04F-44FB-B2DF-FCDEA785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8F207-83F6-4861-B58C-07935063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1D7D4-6454-4C0D-81A5-9111E5BD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6591B4-210D-4634-8544-4686AE64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E952F-404B-498F-A775-F4D96B0A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Оффер: Фаза 1 validation sprint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7F18F-A66A-4A08-AE3A-70E28224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A4FF5-08A2-48E3-960E-3104E930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3336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1EB006-7BCB-4414-BACA-2A2BD67C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3C65A-2DFA-4E09-B0CE-51A813D9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1905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</a:t>
            </a:r>
          </a:p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sprint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DEB32-8DBF-4C5C-B079-F3B12A3A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952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разработка + маркетинг + первые запуски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D7802D-958C-41F9-92A9-5792D326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81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89F070-F4B5-4AA9-B20A-68CD6288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47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3C0A12-642F-4C01-9AE0-8ED0123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81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1FEB4D-AAC7-4ED1-80B5-1DCDE6F9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447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€4k-€10k Фазы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58010-3F8B-4523-9EBA-44A7F22A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381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4C80B-D0EC-4A10-9440-57E1C29D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447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пока не входит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1C87EE-B26B-4DC2-85E7-335D6BE7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14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F9D9A4-884A-4C28-AB17-6C2B79C8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81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249A85-AA4E-41CB-8502-480762D0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14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D5F29-181F-467E-87EB-73B97FB1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81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8-10 clickable screens, product flow, onboarding, paywall logic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5EE58B-AD04-44D9-93BC-03BBE3B3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14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3AF88A-8B1E-4C86-AF9B-753F29E2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981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полноценное native mobile 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5C19AA-267B-4D5A-BB85-25A0703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479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315B29-EEAB-41AD-8B0B-D46D5B28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5146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2739C5-B791-4A3B-BC12-8CB3ABC4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479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F0183-C60E-42E0-AA60-D50F5A14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146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Life Canvas / future-self / week trailer examples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D7298-6702-4112-9A69-C0AAC3B4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EBC981-AEDA-480E-8966-C8C7FCB5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5146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production-grade генерация на scale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419363-8036-47B3-A7B6-56C80420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813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962A82-C01B-4B84-94F8-07A1D7A4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logic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CC5750-9D84-4D7F-9697-B42D7897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813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B89697-01FC-47A7-9AB8-DF813B7F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480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manual/semi-automated Runway/image workflow, COGS tracking sheet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469E1A-58C3-49F1-92BE-1DC530EA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1163F2-73D2-492F-BADD-3321BE95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480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backend с unlimited generation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D549EB-1387-46D9-B462-5073ACC4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147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11E3DB-1391-47E9-98A1-81C37A3F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5814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CDCD40-57F1-43F7-BDB6-653AB5BA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147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09B046-C8F2-455D-ABA4-C860067B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814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simple landing, price test, lead capture, activation/paid-intent 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946088-F4EE-4A26-8E22-5FFE7AE2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147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875B03-9E48-4495-8D01-B8B9BC82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4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сложная аналитика и CRM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ACFF55-7FC7-40F5-A5BF-8D80AC15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48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5D5C18-08BA-48A8-B39F-4C39721A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14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 launch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718C54-B2E4-418D-ACEF-C911E293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48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43212C-38AA-4BB6-975E-D17FDEBE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14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hooks, small paid tests, first warm/cohort launch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691DC4-6557-48EF-8568-F21FFFBA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48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651FE3-039C-4093-AC84-098E7386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114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масштабный performance marketing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EE7277-7A5A-4040-AEEF-A7E99F68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81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E0F50D-6826-432F-89D2-E0B78ACC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648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pack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D842607-AFA9-463E-98DA-2775B576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81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EDBF9E-EEEB-4F61-B70F-63F518E7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cohort plan, interview script, metrics, go/no-go report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D26C15-A34B-40BB-9738-89F15362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81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31BDCE-6DD4-4E15-9426-39D297B3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48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гарантированный revenue или scale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6B0A52F-0C8A-4622-9F23-CFD22F22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оффера: €4k-€10k — это разработка + маркетинг + первые запуски для проверки, а не full-scale app.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F0E607-7327-4932-B194-787563FA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361479368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584E86-789A-4050-984D-5EC4899B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5FD91-4037-4391-A860-0437D25C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5BC8A7-E217-4D61-8EE6-80765405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4E4AB-649A-4C4A-AE3C-200DCF22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C613F-C789-43BB-870E-4C70F41B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Контакты / 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83CFF-52F4-4B8E-99D9-5B0E3E4A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E62D9-E6E5-4101-ABFD-12E0D645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EDFEC-736F-4208-93BA-21F45D70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visual examples, собрать clickable prototype, протестировать первых 30 users и проверить, понимают ли они causality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804802-5363-4D6D-8612-37636B34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C1DDE-BD65-43B9-8A6F-006FFBB6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2535641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2026-06-05T15:37:52.6150000Z</dcterms:created>
  <dcterms:modified xsi:type="dcterms:W3CDTF">2026-06-05T15:37:52.6150000Z</dcterms:modified>
</coreProperties>
</file>