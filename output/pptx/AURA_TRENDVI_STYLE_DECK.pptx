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01ec55023b4039" /><Relationship Type="http://schemas.openxmlformats.org/officeDocument/2006/relationships/extended-properties" Target="/docProps/app.xml" Id="R86902dcd71034142" /><Relationship Type="http://schemas.openxmlformats.org/officeDocument/2006/relationships/officeDocument" Target="/ppt/presentation.xml" Id="R86abd40c8ad14c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dbee52983d42f0"/>
  </p:sldMasterIdLst>
  <p:notesMasterIdLst>
    <p:notesMasterId xmlns:r="http://schemas.openxmlformats.org/officeDocument/2006/relationships" r:id="Rce29a4c2ae5e4bbc"/>
  </p:notesMasterIdLst>
  <p:sldIdLst>
    <p:sldId xmlns:r="http://schemas.openxmlformats.org/officeDocument/2006/relationships" id="256" r:id="Rbd2beec14a864547"/>
    <p:sldId xmlns:r="http://schemas.openxmlformats.org/officeDocument/2006/relationships" id="257" r:id="R84db0167f67a4979"/>
    <p:sldId xmlns:r="http://schemas.openxmlformats.org/officeDocument/2006/relationships" id="258" r:id="R19d27777b28c4b4a"/>
    <p:sldId xmlns:r="http://schemas.openxmlformats.org/officeDocument/2006/relationships" id="259" r:id="R133fc8d294bf42b0"/>
    <p:sldId xmlns:r="http://schemas.openxmlformats.org/officeDocument/2006/relationships" id="260" r:id="R10357380a9ae4b6d"/>
    <p:sldId xmlns:r="http://schemas.openxmlformats.org/officeDocument/2006/relationships" id="261" r:id="R1ef0f3cd8a6c4e43"/>
    <p:sldId xmlns:r="http://schemas.openxmlformats.org/officeDocument/2006/relationships" id="262" r:id="Rfe0d7b2495074b98"/>
    <p:sldId xmlns:r="http://schemas.openxmlformats.org/officeDocument/2006/relationships" id="263" r:id="R718dca5e0e674343"/>
    <p:sldId xmlns:r="http://schemas.openxmlformats.org/officeDocument/2006/relationships" id="264" r:id="Rcd5acc4a114646dd"/>
    <p:sldId xmlns:r="http://schemas.openxmlformats.org/officeDocument/2006/relationships" id="265" r:id="Rba835d5b1f634a8f"/>
    <p:sldId xmlns:r="http://schemas.openxmlformats.org/officeDocument/2006/relationships" id="266" r:id="R51274ebe0f8444cf"/>
    <p:sldId xmlns:r="http://schemas.openxmlformats.org/officeDocument/2006/relationships" id="267" r:id="R81f59df1b8f14144"/>
    <p:sldId xmlns:r="http://schemas.openxmlformats.org/officeDocument/2006/relationships" id="268" r:id="R7db392507187433f"/>
    <p:sldId xmlns:r="http://schemas.openxmlformats.org/officeDocument/2006/relationships" id="269" r:id="R17b0d2baa4884a7b"/>
    <p:sldId xmlns:r="http://schemas.openxmlformats.org/officeDocument/2006/relationships" id="270" r:id="R6be52772a9764d34"/>
    <p:sldId xmlns:r="http://schemas.openxmlformats.org/officeDocument/2006/relationships" id="271" r:id="R3dfeed05e3b542a8"/>
    <p:sldId xmlns:r="http://schemas.openxmlformats.org/officeDocument/2006/relationships" id="272" r:id="Rf1990b52e2524a51"/>
    <p:sldId xmlns:r="http://schemas.openxmlformats.org/officeDocument/2006/relationships" id="273" r:id="R8a726d4f2c8e4bd1"/>
    <p:sldId xmlns:r="http://schemas.openxmlformats.org/officeDocument/2006/relationships" id="274" r:id="R579e20f77c604970"/>
    <p:sldId xmlns:r="http://schemas.openxmlformats.org/officeDocument/2006/relationships" id="275" r:id="R9cab4e233a514661"/>
    <p:sldId xmlns:r="http://schemas.openxmlformats.org/officeDocument/2006/relationships" id="276" r:id="R5f1458239dfa4ad5"/>
    <p:sldId xmlns:r="http://schemas.openxmlformats.org/officeDocument/2006/relationships" id="277" r:id="Rd665607919764506"/>
    <p:sldId xmlns:r="http://schemas.openxmlformats.org/officeDocument/2006/relationships" id="278" r:id="R6b84886c9e6b49e9"/>
    <p:sldId xmlns:r="http://schemas.openxmlformats.org/officeDocument/2006/relationships" id="279" r:id="R9eb86cf2f20c4d0d"/>
    <p:sldId xmlns:r="http://schemas.openxmlformats.org/officeDocument/2006/relationships" id="280" r:id="Ra92898e0f0404ae7"/>
    <p:sldId xmlns:r="http://schemas.openxmlformats.org/officeDocument/2006/relationships" id="281" r:id="Rfa747433336f481e"/>
    <p:sldId xmlns:r="http://schemas.openxmlformats.org/officeDocument/2006/relationships" id="282" r:id="R55a714f4263544a3"/>
    <p:sldId xmlns:r="http://schemas.openxmlformats.org/officeDocument/2006/relationships" id="283" r:id="Rc9d8eee4a8a249e9"/>
    <p:sldId xmlns:r="http://schemas.openxmlformats.org/officeDocument/2006/relationships" id="284" r:id="R5ee2fa1d6417423a"/>
    <p:sldId xmlns:r="http://schemas.openxmlformats.org/officeDocument/2006/relationships" id="285" r:id="R4a2f429df1924c8a"/>
    <p:sldId xmlns:r="http://schemas.openxmlformats.org/officeDocument/2006/relationships" id="286" r:id="R56585eabd3544ffd"/>
    <p:sldId xmlns:r="http://schemas.openxmlformats.org/officeDocument/2006/relationships" id="287" r:id="R12cdbc0863aa4cf5"/>
    <p:sldId xmlns:r="http://schemas.openxmlformats.org/officeDocument/2006/relationships" id="288" r:id="R630e5a16639d41d3"/>
    <p:sldId xmlns:r="http://schemas.openxmlformats.org/officeDocument/2006/relationships" id="289" r:id="R03112f2d993c4953"/>
    <p:sldId xmlns:r="http://schemas.openxmlformats.org/officeDocument/2006/relationships" id="290" r:id="R369944cca87d4c9c"/>
    <p:sldId xmlns:r="http://schemas.openxmlformats.org/officeDocument/2006/relationships" id="291" r:id="R6b96d7615aba4c17"/>
    <p:sldId xmlns:r="http://schemas.openxmlformats.org/officeDocument/2006/relationships" id="292" r:id="R8cefccfdaf144740"/>
    <p:sldId xmlns:r="http://schemas.openxmlformats.org/officeDocument/2006/relationships" id="293" r:id="Rf770d20f72e84e7a"/>
    <p:sldId xmlns:r="http://schemas.openxmlformats.org/officeDocument/2006/relationships" id="294" r:id="Rf894ad4fd10c4bad"/>
    <p:sldId xmlns:r="http://schemas.openxmlformats.org/officeDocument/2006/relationships" id="295" r:id="R27d49e86fa7e420c"/>
    <p:sldId xmlns:r="http://schemas.openxmlformats.org/officeDocument/2006/relationships" id="296" r:id="Rcdfbdfc0ce484fe7"/>
    <p:sldId xmlns:r="http://schemas.openxmlformats.org/officeDocument/2006/relationships" id="297" r:id="Rf6a01f88d4a746cc"/>
    <p:sldId xmlns:r="http://schemas.openxmlformats.org/officeDocument/2006/relationships" id="298" r:id="R8e72a3af5bfc4a70"/>
    <p:sldId xmlns:r="http://schemas.openxmlformats.org/officeDocument/2006/relationships" id="299" r:id="R46d1d4af7a754bc4"/>
    <p:sldId xmlns:r="http://schemas.openxmlformats.org/officeDocument/2006/relationships" id="300" r:id="R7c8b471ca27a437f"/>
    <p:sldId xmlns:r="http://schemas.openxmlformats.org/officeDocument/2006/relationships" id="301" r:id="R8841e99657de41d5"/>
    <p:sldId xmlns:r="http://schemas.openxmlformats.org/officeDocument/2006/relationships" id="302" r:id="R0f7ae4fb53274150"/>
    <p:sldId xmlns:r="http://schemas.openxmlformats.org/officeDocument/2006/relationships" id="303" r:id="Re079fa7d404c449b"/>
    <p:sldId xmlns:r="http://schemas.openxmlformats.org/officeDocument/2006/relationships" id="304" r:id="R81c163bc99094807"/>
    <p:sldId xmlns:r="http://schemas.openxmlformats.org/officeDocument/2006/relationships" id="305" r:id="R6887e3fb71dd45b7"/>
    <p:sldId xmlns:r="http://schemas.openxmlformats.org/officeDocument/2006/relationships" id="306" r:id="Rd1428fea870d450a"/>
    <p:sldId xmlns:r="http://schemas.openxmlformats.org/officeDocument/2006/relationships" id="307" r:id="Rc29de093a9414b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bee52983d42f0" /><Relationship Type="http://schemas.openxmlformats.org/officeDocument/2006/relationships/theme" Target="/ppt/theme/theme1.xml" Id="R4d4ee905c68d4395" /><Relationship Type="http://schemas.openxmlformats.org/officeDocument/2006/relationships/notesMaster" Target="/ppt/notesMasters/notesMaster1.xml" Id="Rce29a4c2ae5e4bbc" /><Relationship Type="http://schemas.openxmlformats.org/officeDocument/2006/relationships/presProps" Target="/ppt/presProps.xml" Id="R109c13545f3c45af" /><Relationship Type="http://schemas.openxmlformats.org/officeDocument/2006/relationships/viewProps" Target="/ppt/viewProps.xml" Id="R59b98193fcc74064" /><Relationship Type="http://schemas.openxmlformats.org/officeDocument/2006/relationships/tableStyles" Target="/ppt/tableStyles.xml" Id="Raa4137859be64a26" /><Relationship Type="http://schemas.openxmlformats.org/officeDocument/2006/relationships/slide" Target="/ppt/slides/slide1.xml" Id="Rbd2beec14a864547" /><Relationship Type="http://schemas.openxmlformats.org/officeDocument/2006/relationships/slide" Target="/ppt/slides/slide2.xml" Id="R84db0167f67a4979" /><Relationship Type="http://schemas.openxmlformats.org/officeDocument/2006/relationships/slide" Target="/ppt/slides/slide3.xml" Id="R19d27777b28c4b4a" /><Relationship Type="http://schemas.openxmlformats.org/officeDocument/2006/relationships/slide" Target="/ppt/slides/slide4.xml" Id="R133fc8d294bf42b0" /><Relationship Type="http://schemas.openxmlformats.org/officeDocument/2006/relationships/slide" Target="/ppt/slides/slide5.xml" Id="R10357380a9ae4b6d" /><Relationship Type="http://schemas.openxmlformats.org/officeDocument/2006/relationships/slide" Target="/ppt/slides/slide6.xml" Id="R1ef0f3cd8a6c4e43" /><Relationship Type="http://schemas.openxmlformats.org/officeDocument/2006/relationships/slide" Target="/ppt/slides/slide7.xml" Id="Rfe0d7b2495074b98" /><Relationship Type="http://schemas.openxmlformats.org/officeDocument/2006/relationships/slide" Target="/ppt/slides/slide8.xml" Id="R718dca5e0e674343" /><Relationship Type="http://schemas.openxmlformats.org/officeDocument/2006/relationships/slide" Target="/ppt/slides/slide9.xml" Id="Rcd5acc4a114646dd" /><Relationship Type="http://schemas.openxmlformats.org/officeDocument/2006/relationships/slide" Target="/ppt/slides/slide10.xml" Id="Rba835d5b1f634a8f" /><Relationship Type="http://schemas.openxmlformats.org/officeDocument/2006/relationships/slide" Target="/ppt/slides/slide11.xml" Id="R51274ebe0f8444cf" /><Relationship Type="http://schemas.openxmlformats.org/officeDocument/2006/relationships/slide" Target="/ppt/slides/slide12.xml" Id="R81f59df1b8f14144" /><Relationship Type="http://schemas.openxmlformats.org/officeDocument/2006/relationships/slide" Target="/ppt/slides/slide13.xml" Id="R7db392507187433f" /><Relationship Type="http://schemas.openxmlformats.org/officeDocument/2006/relationships/slide" Target="/ppt/slides/slide14.xml" Id="R17b0d2baa4884a7b" /><Relationship Type="http://schemas.openxmlformats.org/officeDocument/2006/relationships/slide" Target="/ppt/slides/slide15.xml" Id="R6be52772a9764d34" /><Relationship Type="http://schemas.openxmlformats.org/officeDocument/2006/relationships/slide" Target="/ppt/slides/slide16.xml" Id="R3dfeed05e3b542a8" /><Relationship Type="http://schemas.openxmlformats.org/officeDocument/2006/relationships/slide" Target="/ppt/slides/slide17.xml" Id="Rf1990b52e2524a51" /><Relationship Type="http://schemas.openxmlformats.org/officeDocument/2006/relationships/slide" Target="/ppt/slides/slide18.xml" Id="R8a726d4f2c8e4bd1" /><Relationship Type="http://schemas.openxmlformats.org/officeDocument/2006/relationships/slide" Target="/ppt/slides/slide19.xml" Id="R579e20f77c604970" /><Relationship Type="http://schemas.openxmlformats.org/officeDocument/2006/relationships/slide" Target="/ppt/slides/slide20.xml" Id="R9cab4e233a514661" /><Relationship Type="http://schemas.openxmlformats.org/officeDocument/2006/relationships/slide" Target="/ppt/slides/slide21.xml" Id="R5f1458239dfa4ad5" /><Relationship Type="http://schemas.openxmlformats.org/officeDocument/2006/relationships/slide" Target="/ppt/slides/slide22.xml" Id="Rd665607919764506" /><Relationship Type="http://schemas.openxmlformats.org/officeDocument/2006/relationships/slide" Target="/ppt/slides/slide23.xml" Id="R6b84886c9e6b49e9" /><Relationship Type="http://schemas.openxmlformats.org/officeDocument/2006/relationships/slide" Target="/ppt/slides/slide24.xml" Id="R9eb86cf2f20c4d0d" /><Relationship Type="http://schemas.openxmlformats.org/officeDocument/2006/relationships/slide" Target="/ppt/slides/slide25.xml" Id="Ra92898e0f0404ae7" /><Relationship Type="http://schemas.openxmlformats.org/officeDocument/2006/relationships/slide" Target="/ppt/slides/slide26.xml" Id="Rfa747433336f481e" /><Relationship Type="http://schemas.openxmlformats.org/officeDocument/2006/relationships/slide" Target="/ppt/slides/slide27.xml" Id="R55a714f4263544a3" /><Relationship Type="http://schemas.openxmlformats.org/officeDocument/2006/relationships/slide" Target="/ppt/slides/slide28.xml" Id="Rc9d8eee4a8a249e9" /><Relationship Type="http://schemas.openxmlformats.org/officeDocument/2006/relationships/slide" Target="/ppt/slides/slide29.xml" Id="R5ee2fa1d6417423a" /><Relationship Type="http://schemas.openxmlformats.org/officeDocument/2006/relationships/slide" Target="/ppt/slides/slide30.xml" Id="R4a2f429df1924c8a" /><Relationship Type="http://schemas.openxmlformats.org/officeDocument/2006/relationships/slide" Target="/ppt/slides/slide31.xml" Id="R56585eabd3544ffd" /><Relationship Type="http://schemas.openxmlformats.org/officeDocument/2006/relationships/slide" Target="/ppt/slides/slide32.xml" Id="R12cdbc0863aa4cf5" /><Relationship Type="http://schemas.openxmlformats.org/officeDocument/2006/relationships/slide" Target="/ppt/slides/slide33.xml" Id="R630e5a16639d41d3" /><Relationship Type="http://schemas.openxmlformats.org/officeDocument/2006/relationships/slide" Target="/ppt/slides/slide34.xml" Id="R03112f2d993c4953" /><Relationship Type="http://schemas.openxmlformats.org/officeDocument/2006/relationships/slide" Target="/ppt/slides/slide35.xml" Id="R369944cca87d4c9c" /><Relationship Type="http://schemas.openxmlformats.org/officeDocument/2006/relationships/slide" Target="/ppt/slides/slide36.xml" Id="R6b96d7615aba4c17" /><Relationship Type="http://schemas.openxmlformats.org/officeDocument/2006/relationships/slide" Target="/ppt/slides/slide37.xml" Id="R8cefccfdaf144740" /><Relationship Type="http://schemas.openxmlformats.org/officeDocument/2006/relationships/slide" Target="/ppt/slides/slide38.xml" Id="Rf770d20f72e84e7a" /><Relationship Type="http://schemas.openxmlformats.org/officeDocument/2006/relationships/slide" Target="/ppt/slides/slide39.xml" Id="Rf894ad4fd10c4bad" /><Relationship Type="http://schemas.openxmlformats.org/officeDocument/2006/relationships/slide" Target="/ppt/slides/slide40.xml" Id="R27d49e86fa7e420c" /><Relationship Type="http://schemas.openxmlformats.org/officeDocument/2006/relationships/slide" Target="/ppt/slides/slide41.xml" Id="Rcdfbdfc0ce484fe7" /><Relationship Type="http://schemas.openxmlformats.org/officeDocument/2006/relationships/slide" Target="/ppt/slides/slide42.xml" Id="Rf6a01f88d4a746cc" /><Relationship Type="http://schemas.openxmlformats.org/officeDocument/2006/relationships/slide" Target="/ppt/slides/slide43.xml" Id="R8e72a3af5bfc4a70" /><Relationship Type="http://schemas.openxmlformats.org/officeDocument/2006/relationships/slide" Target="/ppt/slides/slide44.xml" Id="R46d1d4af7a754bc4" /><Relationship Type="http://schemas.openxmlformats.org/officeDocument/2006/relationships/slide" Target="/ppt/slides/slide45.xml" Id="R7c8b471ca27a437f" /><Relationship Type="http://schemas.openxmlformats.org/officeDocument/2006/relationships/slide" Target="/ppt/slides/slide46.xml" Id="R8841e99657de41d5" /><Relationship Type="http://schemas.openxmlformats.org/officeDocument/2006/relationships/slide" Target="/ppt/slides/slide47.xml" Id="R0f7ae4fb53274150" /><Relationship Type="http://schemas.openxmlformats.org/officeDocument/2006/relationships/slide" Target="/ppt/slides/slide48.xml" Id="Re079fa7d404c449b" /><Relationship Type="http://schemas.openxmlformats.org/officeDocument/2006/relationships/slide" Target="/ppt/slides/slide49.xml" Id="R81c163bc99094807" /><Relationship Type="http://schemas.openxmlformats.org/officeDocument/2006/relationships/slide" Target="/ppt/slides/slide50.xml" Id="R6887e3fb71dd45b7" /><Relationship Type="http://schemas.openxmlformats.org/officeDocument/2006/relationships/slide" Target="/ppt/slides/slide51.xml" Id="Rd1428fea870d450a" /><Relationship Type="http://schemas.openxmlformats.org/officeDocument/2006/relationships/slide" Target="/ppt/slides/slide52.xml" Id="Rc29de093a9414b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2795740b0b94f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fc128ce188428f" /><Relationship Type="http://schemas.openxmlformats.org/officeDocument/2006/relationships/notesMaster" Target="/ppt/notesMasters/notesMaster1.xml" Id="R9b3d89f97db845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c64a2348d24d52" /><Relationship Type="http://schemas.openxmlformats.org/officeDocument/2006/relationships/notesMaster" Target="/ppt/notesMasters/notesMaster1.xml" Id="Rf76351116db14a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14db4cbbf64d6b" /><Relationship Type="http://schemas.openxmlformats.org/officeDocument/2006/relationships/notesMaster" Target="/ppt/notesMasters/notesMaster1.xml" Id="Rfb6b67f2d40c4d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a187ebd5024bb5" /><Relationship Type="http://schemas.openxmlformats.org/officeDocument/2006/relationships/notesMaster" Target="/ppt/notesMasters/notesMaster1.xml" Id="R3677d75aaf864f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d702c694724f92" /><Relationship Type="http://schemas.openxmlformats.org/officeDocument/2006/relationships/notesMaster" Target="/ppt/notesMasters/notesMaster1.xml" Id="R7c004d45a6734b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f0ffe87db642ac" /><Relationship Type="http://schemas.openxmlformats.org/officeDocument/2006/relationships/notesMaster" Target="/ppt/notesMasters/notesMaster1.xml" Id="R2f4103a74c794f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6706c04d904c7b" /><Relationship Type="http://schemas.openxmlformats.org/officeDocument/2006/relationships/notesMaster" Target="/ppt/notesMasters/notesMaster1.xml" Id="R16a5a7aeedd14f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c0614e5724579" /><Relationship Type="http://schemas.openxmlformats.org/officeDocument/2006/relationships/notesMaster" Target="/ppt/notesMasters/notesMaster1.xml" Id="Rfa9a13a270d74c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27afd57215f4cf6" /><Relationship Type="http://schemas.openxmlformats.org/officeDocument/2006/relationships/notesMaster" Target="/ppt/notesMasters/notesMaster1.xml" Id="Rdb349d79974743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3eea24d26846de" /><Relationship Type="http://schemas.openxmlformats.org/officeDocument/2006/relationships/notesMaster" Target="/ppt/notesMasters/notesMaster1.xml" Id="Raf6006710f5b49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1f55c379864acb" /><Relationship Type="http://schemas.openxmlformats.org/officeDocument/2006/relationships/notesMaster" Target="/ppt/notesMasters/notesMaster1.xml" Id="R089dfcecac9d46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7cd2a65066c4393" /><Relationship Type="http://schemas.openxmlformats.org/officeDocument/2006/relationships/notesMaster" Target="/ppt/notesMasters/notesMaster1.xml" Id="R059b18ccb9b645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9873728e014f71" /><Relationship Type="http://schemas.openxmlformats.org/officeDocument/2006/relationships/notesMaster" Target="/ppt/notesMasters/notesMaster1.xml" Id="R7295aa536cdc4a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64f1d7ed8d4cd2" /><Relationship Type="http://schemas.openxmlformats.org/officeDocument/2006/relationships/notesMaster" Target="/ppt/notesMasters/notesMaster1.xml" Id="Rbb30a2117d034c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8c29dc3ee704fa0" /><Relationship Type="http://schemas.openxmlformats.org/officeDocument/2006/relationships/notesMaster" Target="/ppt/notesMasters/notesMaster1.xml" Id="Rf1c34643ed684ef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57528c02ece4bd0" /><Relationship Type="http://schemas.openxmlformats.org/officeDocument/2006/relationships/notesMaster" Target="/ppt/notesMasters/notesMaster1.xml" Id="R58dff9a8a6e84fa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f066aea146043cf" /><Relationship Type="http://schemas.openxmlformats.org/officeDocument/2006/relationships/notesMaster" Target="/ppt/notesMasters/notesMaster1.xml" Id="R7d01b076d74d404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9ceaa67bde64f9f" /><Relationship Type="http://schemas.openxmlformats.org/officeDocument/2006/relationships/notesMaster" Target="/ppt/notesMasters/notesMaster1.xml" Id="R3424a98ee6db413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92e26d3d9d8455c" /><Relationship Type="http://schemas.openxmlformats.org/officeDocument/2006/relationships/notesMaster" Target="/ppt/notesMasters/notesMaster1.xml" Id="Rc7f653617f3342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ca61586ece84814" /><Relationship Type="http://schemas.openxmlformats.org/officeDocument/2006/relationships/notesMaster" Target="/ppt/notesMasters/notesMaster1.xml" Id="R5350db4cdc9b4d2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4a0461744fc40b1" /><Relationship Type="http://schemas.openxmlformats.org/officeDocument/2006/relationships/notesMaster" Target="/ppt/notesMasters/notesMaster1.xml" Id="Re75e7af76e4144f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55096cbcdc64808" /><Relationship Type="http://schemas.openxmlformats.org/officeDocument/2006/relationships/notesMaster" Target="/ppt/notesMasters/notesMaster1.xml" Id="R431a28dc7ff24ff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b8b72196777448c" /><Relationship Type="http://schemas.openxmlformats.org/officeDocument/2006/relationships/notesMaster" Target="/ppt/notesMasters/notesMaster1.xml" Id="Rbe28a63cff5f4c0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990f3363e324b54" /><Relationship Type="http://schemas.openxmlformats.org/officeDocument/2006/relationships/notesMaster" Target="/ppt/notesMasters/notesMaster1.xml" Id="R172a5fdd30fd4ab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9c83f0e76c6435d" /><Relationship Type="http://schemas.openxmlformats.org/officeDocument/2006/relationships/notesMaster" Target="/ppt/notesMasters/notesMaster1.xml" Id="R1a55a980d866430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c749b0e9f2747e6" /><Relationship Type="http://schemas.openxmlformats.org/officeDocument/2006/relationships/notesMaster" Target="/ppt/notesMasters/notesMaster1.xml" Id="R787296e670ea495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71a52f523384802" /><Relationship Type="http://schemas.openxmlformats.org/officeDocument/2006/relationships/notesMaster" Target="/ppt/notesMasters/notesMaster1.xml" Id="Re55cfc963b7c49c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5e03221602144b3" /><Relationship Type="http://schemas.openxmlformats.org/officeDocument/2006/relationships/notesMaster" Target="/ppt/notesMasters/notesMaster1.xml" Id="Ra91821338e6f469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2bb034a27e948c7" /><Relationship Type="http://schemas.openxmlformats.org/officeDocument/2006/relationships/notesMaster" Target="/ppt/notesMasters/notesMaster1.xml" Id="R3de3d409b28d449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bc5941aff3e4279" /><Relationship Type="http://schemas.openxmlformats.org/officeDocument/2006/relationships/notesMaster" Target="/ppt/notesMasters/notesMaster1.xml" Id="R7da61e8205b34a8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481e04b21694a7c" /><Relationship Type="http://schemas.openxmlformats.org/officeDocument/2006/relationships/notesMaster" Target="/ppt/notesMasters/notesMaster1.xml" Id="R5b5fa1853a13447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9bd2ae9456f41bf" /><Relationship Type="http://schemas.openxmlformats.org/officeDocument/2006/relationships/notesMaster" Target="/ppt/notesMasters/notesMaster1.xml" Id="R47154fce5bac478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7ca34cd04384abb" /><Relationship Type="http://schemas.openxmlformats.org/officeDocument/2006/relationships/notesMaster" Target="/ppt/notesMasters/notesMaster1.xml" Id="R316f9165aa574dd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bbdaa2daaec4058" /><Relationship Type="http://schemas.openxmlformats.org/officeDocument/2006/relationships/notesMaster" Target="/ppt/notesMasters/notesMaster1.xml" Id="R1c8e53225f3a427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cf8ec4b0464930" /><Relationship Type="http://schemas.openxmlformats.org/officeDocument/2006/relationships/notesMaster" Target="/ppt/notesMasters/notesMaster1.xml" Id="R76db262b5f2a410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16565a9c3394425" /><Relationship Type="http://schemas.openxmlformats.org/officeDocument/2006/relationships/notesMaster" Target="/ppt/notesMasters/notesMaster1.xml" Id="R0ec1f51a14474bc6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cf4db0d10824a08" /><Relationship Type="http://schemas.openxmlformats.org/officeDocument/2006/relationships/notesMaster" Target="/ppt/notesMasters/notesMaster1.xml" Id="Rd9adb3871761419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2a062badbb340bd" /><Relationship Type="http://schemas.openxmlformats.org/officeDocument/2006/relationships/notesMaster" Target="/ppt/notesMasters/notesMaster1.xml" Id="R0ff59d0779254b7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d986796876f4226" /><Relationship Type="http://schemas.openxmlformats.org/officeDocument/2006/relationships/notesMaster" Target="/ppt/notesMasters/notesMaster1.xml" Id="Rfebd0477366a44e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8529f183425429c" /><Relationship Type="http://schemas.openxmlformats.org/officeDocument/2006/relationships/notesMaster" Target="/ppt/notesMasters/notesMaster1.xml" Id="R429c8370363644e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4555a58ae9b43b4" /><Relationship Type="http://schemas.openxmlformats.org/officeDocument/2006/relationships/notesMaster" Target="/ppt/notesMasters/notesMaster1.xml" Id="R5de5f7d4a120488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256a358ba0e48bd" /><Relationship Type="http://schemas.openxmlformats.org/officeDocument/2006/relationships/notesMaster" Target="/ppt/notesMasters/notesMaster1.xml" Id="R1c7796b0fbfa479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025b8f5e9424684" /><Relationship Type="http://schemas.openxmlformats.org/officeDocument/2006/relationships/notesMaster" Target="/ppt/notesMasters/notesMaster1.xml" Id="R5dd2b3f8964b42b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3f150dd7cff4dc4" /><Relationship Type="http://schemas.openxmlformats.org/officeDocument/2006/relationships/notesMaster" Target="/ppt/notesMasters/notesMaster1.xml" Id="R61b60fa89bd4426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8095b628a73a4215" /><Relationship Type="http://schemas.openxmlformats.org/officeDocument/2006/relationships/notesMaster" Target="/ppt/notesMasters/notesMaster1.xml" Id="Rab160a1360614fc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345f2c5bfdb482c" /><Relationship Type="http://schemas.openxmlformats.org/officeDocument/2006/relationships/notesMaster" Target="/ppt/notesMasters/notesMaster1.xml" Id="R67cc47f8eed044e3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189c4eaab8441e1" /><Relationship Type="http://schemas.openxmlformats.org/officeDocument/2006/relationships/notesMaster" Target="/ppt/notesMasters/notesMaster1.xml" Id="R701075a02a724a11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804a663ef7b457e" /><Relationship Type="http://schemas.openxmlformats.org/officeDocument/2006/relationships/notesMaster" Target="/ppt/notesMasters/notesMaster1.xml" Id="Ra85514ef1b704850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67b48098c1dd4aa2" /><Relationship Type="http://schemas.openxmlformats.org/officeDocument/2006/relationships/notesMaster" Target="/ppt/notesMasters/notesMaster1.xml" Id="Re26975dab040463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bf0f91550724772" /><Relationship Type="http://schemas.openxmlformats.org/officeDocument/2006/relationships/notesMaster" Target="/ppt/notesMasters/notesMaster1.xml" Id="Rf600ccb5473c4899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2612116f0ba4509" /><Relationship Type="http://schemas.openxmlformats.org/officeDocument/2006/relationships/notesMaster" Target="/ppt/notesMasters/notesMaster1.xml" Id="Ra199bb46cbe944a7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f749c46bece49fb" /><Relationship Type="http://schemas.openxmlformats.org/officeDocument/2006/relationships/notesMaster" Target="/ppt/notesMasters/notesMaster1.xml" Id="Rfded2004ed5f4d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3f0ca3d67432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ecd213de0040a9" /><Relationship Type="http://schemas.openxmlformats.org/officeDocument/2006/relationships/slideLayout" Target="/ppt/slideLayouts/slideLayout2.xml" Id="Rb031d70b07814e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31d70b07814e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3b3558e9544c41" /><Relationship Type="http://schemas.openxmlformats.org/officeDocument/2006/relationships/notesSlide" Target="/ppt/notesSlides/notesSlide1.xml" Id="R32485f9fc37741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2ff935e9ee44bb" /><Relationship Type="http://schemas.openxmlformats.org/officeDocument/2006/relationships/notesSlide" Target="/ppt/notesSlides/notesSlide2.xml" Id="Rf902d812f0ce45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0265bf958946fd" /><Relationship Type="http://schemas.openxmlformats.org/officeDocument/2006/relationships/notesSlide" Target="/ppt/notesSlides/notesSlide3.xml" Id="Rb764408e4bc74e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d5835955f746ba" /><Relationship Type="http://schemas.openxmlformats.org/officeDocument/2006/relationships/notesSlide" Target="/ppt/notesSlides/notesSlide4.xml" Id="Rfa6827bf48ef40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bcab6e8bd24f21" /><Relationship Type="http://schemas.openxmlformats.org/officeDocument/2006/relationships/notesSlide" Target="/ppt/notesSlides/notesSlide5.xml" Id="R0142e6ef03cb44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0e8f7ae1a447be" /><Relationship Type="http://schemas.openxmlformats.org/officeDocument/2006/relationships/notesSlide" Target="/ppt/notesSlides/notesSlide6.xml" Id="R8ba6652a13b442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289a973fc4e4d" /><Relationship Type="http://schemas.openxmlformats.org/officeDocument/2006/relationships/notesSlide" Target="/ppt/notesSlides/notesSlide7.xml" Id="Rc2e64d493e8944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acbdb3e27449d" /><Relationship Type="http://schemas.openxmlformats.org/officeDocument/2006/relationships/notesSlide" Target="/ppt/notesSlides/notesSlide8.xml" Id="Rd89b4e40acd342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e8e77d789f40aa" /><Relationship Type="http://schemas.openxmlformats.org/officeDocument/2006/relationships/notesSlide" Target="/ppt/notesSlides/notesSlide9.xml" Id="Rfc555e163c574d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eebcbfbf0c4985" /><Relationship Type="http://schemas.openxmlformats.org/officeDocument/2006/relationships/notesSlide" Target="/ppt/notesSlides/notesSlide10.xml" Id="R4318c4a93a3440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d9010019c940e5" /><Relationship Type="http://schemas.openxmlformats.org/officeDocument/2006/relationships/notesSlide" Target="/ppt/notesSlides/notesSlide11.xml" Id="R3d5fb8a864134d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82f7072d94487c" /><Relationship Type="http://schemas.openxmlformats.org/officeDocument/2006/relationships/notesSlide" Target="/ppt/notesSlides/notesSlide12.xml" Id="Rfaa4eacfa1a5468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5a28021a854794" /><Relationship Type="http://schemas.openxmlformats.org/officeDocument/2006/relationships/notesSlide" Target="/ppt/notesSlides/notesSlide13.xml" Id="R69fa2d195dd746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805be5aeb24f21" /><Relationship Type="http://schemas.openxmlformats.org/officeDocument/2006/relationships/notesSlide" Target="/ppt/notesSlides/notesSlide14.xml" Id="R27d8c7d11afc46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53f1de14b34732" /><Relationship Type="http://schemas.openxmlformats.org/officeDocument/2006/relationships/notesSlide" Target="/ppt/notesSlides/notesSlide15.xml" Id="Rbbbc95678b774da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ca64f889984830" /><Relationship Type="http://schemas.openxmlformats.org/officeDocument/2006/relationships/notesSlide" Target="/ppt/notesSlides/notesSlide16.xml" Id="Ra254b203d8f64ad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aa812f35114366" /><Relationship Type="http://schemas.openxmlformats.org/officeDocument/2006/relationships/notesSlide" Target="/ppt/notesSlides/notesSlide17.xml" Id="R1ce8621b27034e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2da303cd454ea5" /><Relationship Type="http://schemas.openxmlformats.org/officeDocument/2006/relationships/notesSlide" Target="/ppt/notesSlides/notesSlide18.xml" Id="R8e7af0a3fcce47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ef0db4a2ed4af0" /><Relationship Type="http://schemas.openxmlformats.org/officeDocument/2006/relationships/notesSlide" Target="/ppt/notesSlides/notesSlide19.xml" Id="Rff3d212e322e49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497ba8db76427a" /><Relationship Type="http://schemas.openxmlformats.org/officeDocument/2006/relationships/notesSlide" Target="/ppt/notesSlides/notesSlide20.xml" Id="Rf4593ce8b11044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ee5bd471c148cd" /><Relationship Type="http://schemas.openxmlformats.org/officeDocument/2006/relationships/notesSlide" Target="/ppt/notesSlides/notesSlide21.xml" Id="Re8013282bc7b4f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4a4eaf85f24279" /><Relationship Type="http://schemas.openxmlformats.org/officeDocument/2006/relationships/notesSlide" Target="/ppt/notesSlides/notesSlide22.xml" Id="Rb6b3bc0b5cd7484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922c810d5c4895" /><Relationship Type="http://schemas.openxmlformats.org/officeDocument/2006/relationships/notesSlide" Target="/ppt/notesSlides/notesSlide23.xml" Id="R83ea67a845084f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9749213a344d9" /><Relationship Type="http://schemas.openxmlformats.org/officeDocument/2006/relationships/notesSlide" Target="/ppt/notesSlides/notesSlide24.xml" Id="R0254803b4216456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9820919e9340a9" /><Relationship Type="http://schemas.openxmlformats.org/officeDocument/2006/relationships/notesSlide" Target="/ppt/notesSlides/notesSlide25.xml" Id="R5022d5c59248451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eb6fe14bfc480d" /><Relationship Type="http://schemas.openxmlformats.org/officeDocument/2006/relationships/notesSlide" Target="/ppt/notesSlides/notesSlide26.xml" Id="Rcda302d7cf26423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906f2ad9254b84" /><Relationship Type="http://schemas.openxmlformats.org/officeDocument/2006/relationships/notesSlide" Target="/ppt/notesSlides/notesSlide27.xml" Id="R6c6c13e8e8434c9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7912c6ab334b1c" /><Relationship Type="http://schemas.openxmlformats.org/officeDocument/2006/relationships/notesSlide" Target="/ppt/notesSlides/notesSlide28.xml" Id="R639703cfe8fc40d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cc7da1a725439c" /><Relationship Type="http://schemas.openxmlformats.org/officeDocument/2006/relationships/notesSlide" Target="/ppt/notesSlides/notesSlide29.xml" Id="Rcc56ebffdd9b47f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ec0b5e0db04e8d" /><Relationship Type="http://schemas.openxmlformats.org/officeDocument/2006/relationships/notesSlide" Target="/ppt/notesSlides/notesSlide30.xml" Id="R75e820bd5b054de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b78e4a2ece4504" /><Relationship Type="http://schemas.openxmlformats.org/officeDocument/2006/relationships/notesSlide" Target="/ppt/notesSlides/notesSlide31.xml" Id="Rfdc6f687e72c4bf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6d9930f94246c5" /><Relationship Type="http://schemas.openxmlformats.org/officeDocument/2006/relationships/notesSlide" Target="/ppt/notesSlides/notesSlide32.xml" Id="Re16cf735f8b8441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702df3d6724865" /><Relationship Type="http://schemas.openxmlformats.org/officeDocument/2006/relationships/notesSlide" Target="/ppt/notesSlides/notesSlide33.xml" Id="Rb85b4e34053c46d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45c751b4042ad" /><Relationship Type="http://schemas.openxmlformats.org/officeDocument/2006/relationships/notesSlide" Target="/ppt/notesSlides/notesSlide34.xml" Id="Rfc54a53ff8f2473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ab8fed3a3a464c" /><Relationship Type="http://schemas.openxmlformats.org/officeDocument/2006/relationships/notesSlide" Target="/ppt/notesSlides/notesSlide35.xml" Id="R2635cbd54d234e7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148869c3162491a" /><Relationship Type="http://schemas.openxmlformats.org/officeDocument/2006/relationships/notesSlide" Target="/ppt/notesSlides/notesSlide36.xml" Id="Raa5e65cb25ed407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cd36fe143d4815" /><Relationship Type="http://schemas.openxmlformats.org/officeDocument/2006/relationships/notesSlide" Target="/ppt/notesSlides/notesSlide37.xml" Id="Rabc47613725d49c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0bec59d5d94412" /><Relationship Type="http://schemas.openxmlformats.org/officeDocument/2006/relationships/notesSlide" Target="/ppt/notesSlides/notesSlide38.xml" Id="Rcafb8dca9bb7489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2d4299da844d13" /><Relationship Type="http://schemas.openxmlformats.org/officeDocument/2006/relationships/notesSlide" Target="/ppt/notesSlides/notesSlide39.xml" Id="Rede0d7d922ae436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1e000ceb8943fc" /><Relationship Type="http://schemas.openxmlformats.org/officeDocument/2006/relationships/notesSlide" Target="/ppt/notesSlides/notesSlide40.xml" Id="R48d4d0aa9129432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b2a74045844e13" /><Relationship Type="http://schemas.openxmlformats.org/officeDocument/2006/relationships/notesSlide" Target="/ppt/notesSlides/notesSlide41.xml" Id="R03c9dd90683d41b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3f67ce71904329" /><Relationship Type="http://schemas.openxmlformats.org/officeDocument/2006/relationships/notesSlide" Target="/ppt/notesSlides/notesSlide42.xml" Id="R5b07c2efb1b5487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cecf80b644597" /><Relationship Type="http://schemas.openxmlformats.org/officeDocument/2006/relationships/notesSlide" Target="/ppt/notesSlides/notesSlide43.xml" Id="R2d712f39014b4a4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74c63c7c854bcd" /><Relationship Type="http://schemas.openxmlformats.org/officeDocument/2006/relationships/notesSlide" Target="/ppt/notesSlides/notesSlide44.xml" Id="Raa56a5109560494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11e4972505432a" /><Relationship Type="http://schemas.openxmlformats.org/officeDocument/2006/relationships/notesSlide" Target="/ppt/notesSlides/notesSlide45.xml" Id="R6c07e549e7ce474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867cb2aab0456f" /><Relationship Type="http://schemas.openxmlformats.org/officeDocument/2006/relationships/notesSlide" Target="/ppt/notesSlides/notesSlide46.xml" Id="Rc2d25da4b25f4d6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f92ad8bee544da" /><Relationship Type="http://schemas.openxmlformats.org/officeDocument/2006/relationships/notesSlide" Target="/ppt/notesSlides/notesSlide47.xml" Id="Re83265da9f6f4bcc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8dfc6b458fb49fb" /><Relationship Type="http://schemas.openxmlformats.org/officeDocument/2006/relationships/notesSlide" Target="/ppt/notesSlides/notesSlide48.xml" Id="Raf672d096ec44fc1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ba62fe3de44eb6" /><Relationship Type="http://schemas.openxmlformats.org/officeDocument/2006/relationships/notesSlide" Target="/ppt/notesSlides/notesSlide49.xml" Id="R81f4eb3a38b3455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e993120a154700" /><Relationship Type="http://schemas.openxmlformats.org/officeDocument/2006/relationships/notesSlide" Target="/ppt/notesSlides/notesSlide50.xml" Id="Rb003649c4f2c49b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98178e004747ae" /><Relationship Type="http://schemas.openxmlformats.org/officeDocument/2006/relationships/notesSlide" Target="/ppt/notesSlides/notesSlide51.xml" Id="R52ec38c22b2e4a8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fa89f462054349" /><Relationship Type="http://schemas.openxmlformats.org/officeDocument/2006/relationships/notesSlide" Target="/ppt/notesSlides/notesSlide52.xml" Id="R222bc62d50c94e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2D9189-3411-43F1-8322-60758EA0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1EB9D-84A6-4EE7-84F4-2528E4B2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BA13F-0FAA-47DA-A93C-50EFE533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B14C6-2C14-41BA-88DE-649453DF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87C0D-74D7-4515-952D-74281FAF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542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/ инвесторская презентация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C3329-2F47-4C40-9DD6-DD084771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794981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FBFDD7-1948-46ED-83FC-BAD27454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44ACE-C4AA-4D17-888A-58E2184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069BB-B84F-4184-BC23-76031D83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94C1E-92D7-4C7B-AFFF-E4670F2E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B956B-1ABD-4C2A-844F-CD4687AF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256D61-67B2-4B97-9976-FD4C3CF7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F84E3-D021-414A-9EA5-8B4D719D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F03FA-C66A-490A-95FD-FE9FA863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2035C-48F6-438C-AE45-D0DE6D5E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7BEFC9-709B-4ACC-B72E-373D172D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85B1D-E2A2-4808-9DF6-4234DCA1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A2495-33FC-4A46-A83E-4ECB4DB7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11550-D1E2-4F03-80EA-79482005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3486E-D530-49DD-A0E6-043D1185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1852F-66C8-49FE-95BF-D0AE7B83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FF3FB3-5327-4643-AF12-8D1C05BC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C862E-15A7-4F98-9044-691B5EF8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C1BA1D-1714-421E-A9DB-52C36F72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A4F01-8ED8-40B8-BA19-A82962A8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A6954-2C10-4B91-A7B4-A2D3E881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0E0D2-7E3E-48D5-9267-C97620F2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07CD2E-A886-4649-B441-3FCBD5F5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BCE6A1-BA9F-4796-A4C1-AB590623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197F1C-515E-4DA0-B8B3-2C433040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E13CF0-2059-47E6-9820-205981D3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9AA3D-AD85-43E1-9222-824C9EBA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FAE572-CC2C-4CFA-9487-905D2A5A6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8F3CCB-DD09-4B3D-9F7E-80F740FD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462199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668D0-27CB-4B74-AC2F-6894BED87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FBA90-1329-4E99-9D60-6FA1BA66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168B2-333F-4243-B7FA-692AFD94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2653A1-EFFA-4252-8CD5-0535E7C8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22A7C-26C2-45AB-8636-95920AF5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2CC26-63D8-4225-8F0E-016846DA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026E6-C460-4F01-A00B-3DB1F800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18B90-2646-4C36-BA3F-A313201F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22068E-B0A9-40A3-A93B-3338FF7C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19D16-617E-4953-A6C5-44B65C85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CF3469-E981-47BF-807E-E497C47D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A27A7-B02A-4DC5-857D-DAABD28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8854C-B5E5-4366-B6E0-B187E422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4D035-1803-4A8A-9ED4-AC40428F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59F17-84E6-4E64-BCBA-C234F910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E8F72-CBCF-4E49-A593-1416F7FF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CEFC45-B510-4C0D-8ED8-7714D837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3C683-11EE-4DA3-B1E4-77D58463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71EAE-40B6-45B3-9E80-3130C630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B3D759-4BFC-420C-8431-B45BE774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6BE7F-67DF-4991-A4BB-73705B96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9180E8-726C-4DEB-83A5-7A4D320D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6947C-8600-4929-AD6A-6D89E46E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58940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1EF26-E7FE-414E-A213-922E263E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56366-5D39-43BC-84AE-031D459A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3C069-D3E1-472C-B441-B9841872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674F7-7DC9-43BA-9597-B355D9D0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F00F1-8297-4052-9BE4-12CEA58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0A498-6CDD-46DF-A0A6-9AAD3CB9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F66D6-380D-417D-A4E4-B3CC3BF9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AD7159-B320-4F85-A4E8-FA52678CD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38259-F989-4140-BF70-3E733350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A68FE-EA48-4273-9F3C-082BBC6F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509CF-6EC4-4E8D-A195-AFB6CC25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BEA98-11B7-40A5-9706-3E7C1F5F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06625-B8AA-45E8-8AF3-B2494F47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707A1-D246-4C1B-8219-3A72E880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88ED0-E955-4E3A-95FD-6CA42904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A97B6-954A-43A7-ADB9-7E0FFDF9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41580-E1EA-444A-B7A9-22911FC9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845D84-0B9A-4F8D-B912-FEDD4A6B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13C5E7-5421-412C-9A77-D6C4D38C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E4914-46AC-4785-A37C-41738556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87382-5083-45E6-889A-CD69FC89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3E269-2327-4C6A-A2BA-40C76EFE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63386-BFF7-4F5C-B7C5-55F20F0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A75667-52E6-4D08-BD05-3B787672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CCD48-F26B-4A68-BB5C-E47063D1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391040-A4EC-481D-B352-95597561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9AAC7-E6A2-4B76-8CF0-B50E9B585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A6C319-1AAD-42CA-AF31-17B69342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75D93B-5A38-4B6C-A198-3DE731F6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3726295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0F290-2830-46A6-98AE-640BF9E8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90BE1-5A46-4996-859C-E5CBC9EE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9367F-BBCA-40A4-A496-ECBDBA09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034F2-874E-46E2-A47E-AEEF2B46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9CCD5-DC8B-46F8-BE07-D54F809D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25FAC-EC1C-4BFC-8A54-909817F5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0B0EE-B0CE-43EF-BA14-5EFCEF50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0C68C-7016-4014-854A-2394B018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D85BF-D2D0-4EA2-A069-14D8317E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EB57C-BA8B-49F7-BBE9-E04EF197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7508D-1EA2-4D6B-87C8-64B48E36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F5EF9-3373-49A6-946C-1D7D6DDB8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DB1768-A7AA-41E8-BA4C-01ED5AC7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16A3B-BC2C-481B-9BB9-AC995E8F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214199-D133-44A4-8565-18352741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834E17-132A-4C39-9680-A8F213BF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1ADF38-A03E-4B2E-ABA6-98479750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CD431-4124-4419-9893-D0255D60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B06A7-9A1A-4B3A-8AEE-F9FF5EF0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BAA93-21B1-414C-B4FE-2811DDA2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B0291-393D-4935-97B2-4ACF9B51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E76B2-F8E8-4CD2-B224-0B1CD306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2E7D2-ADDB-43D3-92A0-8DAC75A9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A84F0-875E-4709-A4D8-F1C869F6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96183-2A01-4EFC-8C0D-11E09BC3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57CEA-6E86-47CD-BE13-DF213DFF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02202-14D7-40EA-9BDF-FED3076F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0D5F7E-0EB1-4B03-AC00-27FA2839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230359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081C3F-CB8E-4602-963F-14061551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D4D8B-521E-4966-BAD1-7B1724E1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B425D-7745-4780-912E-F824FA9CB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3F394-6866-4491-939F-5778F525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3BF9C-CD26-46F1-94EE-F5AF5E01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822E5-2271-4D7F-9A0D-54C24D16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F1E56D-4DF8-4401-A89D-76F609E6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AD62F-23AC-446A-9A45-16AA10DA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F8651-3162-446E-8F25-0EACF36C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434C8-A96D-4E41-B420-1A080BDF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A0F5A5-F0CF-4C6E-AA90-69E8F41E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5BD82-AD52-4428-823E-22CCBC10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FDEB3-3CD8-4CA4-9030-CEB17D1C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08617-49C5-422C-B804-0FC507C4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74766-A08E-4FB7-9DF0-BE4C997C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0F2A5F-7768-4257-9180-74EBD371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E6D78-16DE-42D8-95D3-D66F9727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A10CE1-C7DB-44AB-BA08-9B002574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30A23F-6710-4D7E-B23C-DCF1C4A1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CD8DE-7071-47DF-BA7C-D7D9A7FD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2213E-4D64-464B-AD76-6EEDE11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84E5A-5647-400B-B8AF-93F6FC39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62EDB8-1A4F-4103-A8D5-E59D63B0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1ADFD-B87D-4AD9-9A5B-140E0445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9C562F-683E-4680-9E01-AFF4A93F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603864-56F0-4CD9-B6C6-7B18C38D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F52CAB-F66A-4601-85BE-ABAA26A5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242961-AE19-4F40-AC3C-CA66A61C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1396A0-66BC-43CD-A413-4FECAE51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E3E64-483B-4EAE-9637-1292A24B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BD386-2E7F-4BA7-A145-AD34FF96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AC5B35-4C29-4EBE-B971-59359E0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722C56-7639-4442-BD54-FB7DE720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778991-2B75-48F4-8391-889E09FE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AC2CB5-DD04-4BD5-A98A-CED133C7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4A6DE9-F0EB-44B5-85E3-02EDE864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C4FDE0-D30C-4DB1-A591-C062C1D9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BFFE61-7793-4C6F-B6BD-9359F708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1F85517-D15F-4038-9E04-91718419C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1855232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EE66D8-365B-4B76-815F-8B9D3459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6365C-A182-42AC-9D12-C1DC7BDE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8D84D-A13C-4B3D-98AB-021C2763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A745F-5BDC-4EA9-9A2B-11D464C3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D422FB-B2CC-4BCE-8B6C-FCC80F45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такое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05746-CB4A-47E3-A509-04592710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76211-9001-4C24-8BF9-47E56629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F9C1C-8D76-4760-AA5D-1015C6F8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EAEA7-BC04-42AB-8675-B49652C5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91708-3B49-4898-BE93-C1A29D35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43F0A0-3135-4786-B22D-936650B8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E5E17-343C-47F6-9D0A-6C62CA02D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067D17-CDB4-44D0-8C11-72F57DDB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A87AED-5D53-4E10-A05E-32749687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E7513-1A70-43AB-A32E-5EFD7D0F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FD737-984C-497E-8AC8-825F8B2A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9B825-343C-4414-B3B8-CE2B7C6B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7DC6F-5AE6-40F7-9C5D-C45D6F496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71E15B-06FF-44A6-B812-892B05DF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908027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00C966-F23F-4453-9AB9-616C24CE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99F72-A8B1-4C50-A2B4-24D87650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5A22B-06A5-470F-BF76-503CA1D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8295E-8B35-4ADE-AEB3-8CA0294D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F83A7-BF22-41A6-92DD-FDE04AA1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95E35-52F3-40CA-A395-217C0942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3199F-D286-4B3E-87BE-503D0A92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BF81B1-9168-43A8-8C2A-2A536480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58FA7-2187-4617-8E9B-2E9E6BD2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2F247C-B938-4B7F-A7AF-54B9D4BF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54B40-45D2-4CD0-9169-EF7F5600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327141-47C4-492F-8A46-5DDA9E6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D5BCC-E5B9-4FD9-B38A-B0310755A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83605C-7BA2-41BB-9CF9-6A580D86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BAC94-6F14-4FA5-8851-E8A7DB48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9FE5F5-942D-4FC3-848E-7E4265AA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D251B-BE70-4353-B05C-0D2EB3E4C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4FE83-FFA1-4E33-96C3-2414F455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40F9E-D444-4C6B-9B01-D3CDBF94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77573B-FA6C-46D4-A0CF-471DEE18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0D6464-F330-4E11-922B-BA022A9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1E27A3-74AA-4D3F-BFAB-D00B254A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D51AB1-EECA-405E-9F72-314C0E69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15D44-3B11-4F23-98CF-8A5B128D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0849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B708A-6CAF-416A-9E15-025D1BD1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5A2AB8-4440-45C1-B563-829737BB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2FDC5-B5C0-472C-A4DC-36A76F02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9A1023-86F4-476C-8E35-FD79119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C8AC8-4398-42B0-8719-3DAAB34C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0B0C3-9231-4B58-A769-C8DDC169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33FC1E-E9D4-4BF4-9792-27F68A1C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7BA53C-F131-4DE2-B786-231A0ACF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B9029C-405D-44B8-B064-EBFFDBF9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5CDD01-5FD0-43DA-A688-771E785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B048B-EF7D-49AE-907F-AFDDDD85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8D8F5-779B-4C9A-8B57-37C7B726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03605-1CD8-4440-B8C4-B269B78F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B9D5F-C76C-41B7-BFF4-A22C1091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B5DEF-FEAF-42BE-A60D-5F0E52EC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37097-3284-452F-9A8A-DA9DF7D9B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BAA68-390A-4C6B-B618-BB25E218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51A799-271C-43E8-B453-A15422DA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F5B02-1D7D-4F5B-8FD7-B31A5A7A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9DFF2-2BDB-4504-A683-F6F5A9A2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9B1834-B4B3-427B-809E-5C7FE33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B402F-6766-4F57-8E46-F96F5C89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0AAF47-6745-485E-84F2-AF65E455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793E61-87AD-4DDF-96A3-D4E7BB76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358C73-3BD1-47BE-9DEE-8DF9D8E6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8314393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2388D-8F09-4B42-A6C4-1E4C5A0F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AAB939-DA5B-4647-9005-5D407D5D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56165-B39C-4AFB-8847-7D051652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544143-E973-4F99-BEE9-D473F898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31F54-E0EF-4F3F-867D-2D2A0FBC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4D9A5-ADA5-407F-ACAA-92EC14F1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180DC-5773-4AB5-B446-C87D5BCE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02127-84B6-42BA-9CD1-8BBE3FF1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2D43B-407D-42C1-9A1F-06D799D0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B8E71-CD58-4440-A2DB-3B8A8F8E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8C0BE-ED2E-4CAD-B626-FD0E4B09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599751-D128-45FA-B2FA-8A3982D1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AB017-B7A2-4A5F-8EA3-89E668CC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7C4772-0EEC-47D5-AFB7-EDD5355E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C45B2-FDFA-46AD-B617-469A32CD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D8A613-ED22-4044-ADBB-1AFD100B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DFA5E-B91F-49D9-BBFB-B84B0222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A62A0-65F9-4860-86E5-7903C649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A6DFA-66B8-4ED0-A5DA-749F293A7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9D018-F6EC-40B7-9661-01EEC5CCF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D55DDA-8618-485B-8964-0AE4C4C6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67C6FF-E0B5-474C-90BF-305FD5D3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CD90FB-B7F3-40A6-AA3A-E87D19F5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91BB55-883E-4807-87EC-40870F5E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DE780-4304-4195-B232-849767B5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D8899-097A-4AC8-BA85-39F08C65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0D941C-4C76-44C3-8401-75E5F0F6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FD5BBE-BE97-4A11-BABA-DB62690A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6140AF-C1C7-42EB-9A01-00EAFF51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E33AFB-335C-4606-9C29-7C9E7949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A400E3-54E4-4338-899D-F5AF27EA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961922-A6B4-4199-BE51-74F05FE2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7BD9B-185B-4385-84C1-FE4DBB99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C0ACD4-2ADB-438B-BA2D-0924C550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751079-FEDC-4614-8A46-1D46B93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EB7095-324B-4930-8404-DDED481F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FCB6D4-69CB-4974-9133-E65F8161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D38E66-5CF1-4D3D-9934-A77DF95D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FEC0CD-8179-49FF-852C-567E4206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4162D7-8212-4FB9-9127-DA82F6F7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C8DDFD-5BAA-46F6-9BE5-F69C4ECF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7A8F49-67DB-4C66-9325-4A1B1C57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9CE58E-5598-4C03-BD48-A186540E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21487C-FC83-4E99-96C6-5A8AFD8E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C90A20-EFDD-4206-9C45-D3FF47F0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CAD60FD-FD64-446B-A189-9D27F48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33BE33-DDF5-40D5-9B82-74C54DC3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DB41D4-122C-43EB-A843-AA3DC9B9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043EE05-29B1-42CD-BDA3-CDE803CD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24D85F-64AD-420C-9109-1334A285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B8F99E-5C11-4D18-AB81-CE41C3E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BE10C3-39EC-41DA-AAB5-E9CB120C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C36048A-8BC7-4C36-B720-082D053F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C4EB38-63F1-4DC9-B154-7E56831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43DF88-A48E-41F8-AF4D-2F3BACEC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918107D-ED6B-44F2-8AE2-E07D6775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505364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A3C14B-D35B-4AF3-815B-D8F2E915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9A3CC-C072-446E-958C-6E67218A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B2AC63-3A94-4FCC-A8F4-7C7AD4EE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CFE17-8D80-4181-B6CD-C378AB28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5084EA-F45E-417B-8A2E-32CB340E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DDD68-8723-4F58-9AFA-476D1622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D87A9E-072D-4A85-961C-6E1E393B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399C9-A2A2-444F-8763-24CBC86C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7A22B3-439C-491A-A1FB-A7BF9D1E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BDA99-33FD-453F-8683-578373EC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017B3-AE1B-4742-B803-C90087E9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E75A5-7065-4523-9E59-3560E0E1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B11B0-E893-48D8-98F1-0876F096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BC4E2-A6E7-4FAB-99A1-EA053277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6629B-7AE0-4B59-9AD8-345DE4DE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7D96EA-BF4D-4EA5-A0E8-91C92AD8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7A060-01E6-4603-BC17-8F9A425C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922E8-C40D-4B16-95FD-0201A233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867704-3744-4E07-AD7C-B7F1A800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3901D6-C58B-4445-91D1-1E40F9A7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A354D-8CDD-494E-B1F1-8B5C7F60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87B30-410D-48E0-87B3-6C5623CC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126131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097FCD-46EB-45C4-A4A0-54162F1E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4B8D9-E7CC-453C-BF98-47C2250E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67B7D-ECD8-45D2-B223-DC52CC07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99A1C-D8DE-4D3B-933B-BB832719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844A6-1B6D-4A01-9D91-2EDAAD5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448E7-D2CA-40E0-8E83-F15CA99E0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C572DB-7F1E-44F4-89FE-96643F5B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90B9F-5141-4393-8445-536957F5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590094-B4FC-4E93-80C7-57E773CBF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A4115-4465-477B-9265-0A377F88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2124E-327A-47C8-B42C-1BF80907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E15846-73DB-4D3C-94B3-78F5C709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213CF-8FAA-492B-AB63-B2833618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DA3945-0003-4991-A77D-53151D3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F7274-FC85-4EC6-965F-0EB723DF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741BAB-BDEF-4BE4-A702-0CB68B6C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D8825-5526-423F-84BE-6BB6AEC4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BD1023-DE1C-4C21-805D-16941ADB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DC97B9-3DC8-4548-83DB-73254EC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EDE01-B5C4-49FA-A391-485E09CF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545C0E-5DD4-4069-AA74-46F6E467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C8B6B3-DEEA-492D-A7BD-8E766008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F189BF-99E7-49D3-BBFA-CDB7DEA8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7FE079-32E7-4B0C-A692-A21EF42F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174D1E-77CF-489C-8713-07F18249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86849-1B75-4FD4-B06B-F00C73CF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E69B7C-F783-4624-AAE5-97F646CA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A80D3D-2B1A-47CB-B933-5B099DF9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73B213-3389-4F92-B721-E6A1CD1B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699509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0029EF-CC67-4BC5-B16C-4686C909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D36850-33D4-4EC1-BF7F-A79BA099E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CA01F-321D-4258-B907-A353691A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D7FAC-E15B-45B4-9B55-E40BDD02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FBAC0-CE65-4B82-B6A0-5A70DB6D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B5B1D-D48F-4FEE-8B5B-A4962F24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FA3DA-A8C0-4D12-B961-A524D320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3371B-CBBB-47E6-999E-5CA314C0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D8448-1ED6-49BB-9C9D-452B6A01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BE679-8748-4F13-BE3F-43C4F02C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8A295-C277-403E-956B-1CE658A9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C7A89-7501-45C8-B536-CEB498DC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3FC15-C735-4568-BF02-83D96653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277FE5-7F35-4976-ADE6-680C164C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96A45-0ADD-4558-B2AE-2143A92D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DBE464-8DD5-4D00-A0F9-6D1B261BD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5B6CDC-C8EC-4494-8F9D-24DB5EF3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FC9CD1-244F-4200-83D6-17C80D58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A489F1-C059-472F-B76D-ACFB2A17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31D30-49C6-47DF-9FF9-0A813289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853EA-BE8A-4893-8ACF-9F335D00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2BD4C-23FE-4B7D-8615-C174457A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9B365-4FBB-472A-87F2-D7C7F94B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0AB458-5A96-4126-AE56-2167B827F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A3DDBB-9564-454C-BC9C-1821B6B3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92A72-7899-4DC1-8D09-1530DAE1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D35735-A5D5-4FBD-9145-A121D8B7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7A9F64-8ED2-484F-B972-AFAEA27F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B81FAB-E382-4A69-B895-61089758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6F4846-DE96-42D1-B22A-44F3B6F2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A7A9D8-CBEB-4EF6-AFBD-3061A0480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1C35F7-87B9-4627-93C6-87748C8D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261627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BBCC71-A832-4E6C-A1D8-5B59FEB9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976AB-1642-4047-B7A0-9C25BCAA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8A554-FCAC-4B8F-AFAF-D78F5E75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69C7A-750B-4DEC-B33C-8BC1A584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A2D56-EF68-445C-8589-D5E30C3E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2E45B-8C7A-4F31-B781-40970863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75279-4C39-4DB7-8A31-419E8510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F2049F-2A8A-4A0F-82C4-08ED819E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8F689-D79A-47B3-8422-DF329307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7E59A-EEE9-40AE-B202-320C2442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85EAA2-BE18-4D68-97D5-D4045254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B2250-803B-45CB-883D-81DF7F6D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44738B-8881-4E20-931D-826CD0AA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A4E07-20AF-42D9-9C2A-50DDF19F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EF617-F9EA-4C06-BDF8-F7D14D01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ECF63B-85BC-4A4A-B2C5-51F54CBF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8253C2-3C2C-4B26-8BBA-2FCB4B20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FD7C6-B48B-43F8-860C-1AAE743C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BF5BC-F8F2-44A5-AF14-DC35A4CB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8E0304-863C-4EF1-9DC6-CAADD775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68A098-872B-4ED0-881A-0E15D3CA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186326-A94E-4272-9482-56701C66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B7913-C17E-4702-87F5-704663E6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18E84-4155-4CD3-94B4-89847299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E0EABF-DA85-4545-BBA7-F1C137B2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BFCA25-CBC2-4EAF-9CC5-9BF5886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9820D8-3AA8-470B-B64A-59300301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D9B406-8EB6-4C77-8552-B8A6359A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0303308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BE38A2-410E-4352-8058-5B4F5852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9AF66-C79B-4FAD-8D0A-7C03C290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18D6E-FA53-4703-8BE7-2397A7BA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3AB54-3DBF-4DEA-955E-DC8D3DDB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150808-E556-486C-9203-84CE6746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A6575-BC56-4E20-96F1-A001ECB6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C7E94-2062-405F-8049-6390A131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6212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113B9-CE00-41AF-960E-32A48AC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883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7F79D-1D7B-489D-886C-1A5289D5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consumer mobile apps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266ED-FDA6-48BE-A316-FECD6055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конкурирует за ежедневную привычку открывать приложение ради смысла, reset и самонавигации.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E0E2E6-0022-479B-820A-9A8F4D20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0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AF5DAD-F322-4DD1-BD17-2A827840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4713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DDF1A-CDA3-4C86-ACE9-6C86A0B6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71825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платных поведения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12F40-401C-413F-9A56-DB0B1645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навигация, wellness-ритуал, память AI-companion, визуальная идентичность/avatar progression.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F31729-6AF1-4258-9556-C1321ED6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1000125" cy="1000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62376B-A975-4562-A864-18ACA303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00588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80A43A-3611-4CDB-9083-57BDAF3B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apps + web + AI 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B3BA5-60E2-472F-B10D-0F7C62B2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исследование покрывает app stores, web apps, paywalls, соседние инструменты и ручной competitor walkthrough.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910A0-F173-476A-88A1-D8F37387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0500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39E44-D34E-4810-9CE1-A23C72B9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28638-8470-468C-B2A2-4DEB23F4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8CDB4-C02C-4A08-8811-C2A6886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050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достижимый первый масштаб, если creator-led GTM, недельные сезоны и premium-визуалы работают.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65E92-96C3-45BB-B3FA-43941DD7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1430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C83CDE-F701-474A-B3D9-86A4ED2F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D50811-3F90-4AE3-8564-C69A6B5E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$30-80M ARR path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18B7C-4497-41CA-AF91-5CD44EBC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3380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+ annual + premium tokens + creator seasons могут дать venture-relevant upside.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98CB1-0893-4E5F-8D2F-F9BAFA37F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48250"/>
            <a:ext cx="4095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— это не один horoscope TAM. Это пересечение paid personal meaning, daily ritual и AI visual identity.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CE3BEC-AD37-4A9F-86C2-A6AC2C49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6766192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793B2-6A8F-4010-8608-F627E94F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53E5B9-9504-4FC1-86C4-0458D8C4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AC5A3-BD8D-4BB3-87DE-6D5069E6A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0055D7-76DB-473B-8F10-F639A2AE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BD83F-E577-40A7-9449-D10E1C31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работают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E47AA-B319-4347-8168-9389BC16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CB717-63AC-4285-AD6D-502FA287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CD79F-E6EC-461C-8951-A1C0217A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14DE7-DEC3-4035-84BF-BB44935A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C0A05-0BBE-4BF1-902A-56265255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Внешние сигналы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A4796-880B-446A-9CB4-7FBA66AE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Rev.now / Sacra / press / API pricing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84494-A500-4501-9824-B6E40227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Revenue, MAU, payers, price, public COGS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F368C-BE17-4C39-A50E-B26E227D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2F8300-DAC2-47BD-9AA8-E191EF3E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35A40-CBC6-4366-A819-7C70848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Производные бенчмарки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215D11-6975-44ED-B296-53F9F132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расчет из открытых сигналов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BE649-C1C3-4CED-A056-E301DE7A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ARPMAU, paid conversion, CAC bands, COGS per user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31B65-592A-422F-9DCC-3A89F53E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43D8C-1595-4C88-9BE3-0EDDA2BD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ECF6B-717E-4B1A-8D5D-9047CCF3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97C80-CA1B-4351-99E5-7B0ED6D2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conservative / base / strong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76E3B6-5D1A-4DD0-9474-992A7D25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pricing, conversion, token attach, no-free-video rule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0D730-FAA3-41C2-8B6C-D5594B19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798FB-2DEA-4E26-A968-DB62DF65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88DF2-6A12-4C3D-A0BE-3FC55E0E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766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Продуктовые решения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739CBB-0507-4ACF-825C-965CDD8B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что реально строим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48B19-E0BA-4598-9C46-65EBC80D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339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Plus, annual, token video, image-first Life Canvas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FCC3CF-6B3B-4899-80FF-C201A2F9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Презентация не считает оценки конкурентов абсолютной правдой. Она использует их как рамки для гипотез AURA.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FE3DB7-46F1-41FA-985D-EE04CA71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8838936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00E563-99EF-4DD5-9DEA-B9D43035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41602-5487-498F-AF4E-36377B32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33BDD-AAB4-43FE-A408-AB53BF70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DD4B3-F189-4052-B1E2-70A380A4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3A8F5-2CFD-47FA-82F1-8357AEF2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E4A49-8F64-49B4-A293-5C60C642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00570-93BE-4F3A-A9DC-90292574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ABCD7-8DAC-4DDF-9C9D-0F0486BB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C87140-6CAF-461B-B2FB-E8491F5A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D31E8-8907-4AEA-94F6-4D340F3C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8DE2D-B84B-46EC-808D-D70FB89A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6EED3-726D-40A0-86DD-11001397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FC6F7-8AD3-4C8E-B205-D8C6A35A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58F1D1-70F1-4C11-847B-C9A10446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3941A-9403-4C83-B94C-A7A78E4B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F973FD-72E6-48CE-B706-71838168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521916-9753-42D7-B8C1-756D6EE07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4A555-63D8-4EE3-B900-7715669F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078E1-C686-4B6A-98A4-A12FF455E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4E83E0-8BF4-44AE-A140-F3357B10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70BE2-046C-4A45-9569-CABF0B7E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66EB0-1F57-4FC4-A1DA-D4841322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 должен быть достаточно дешевым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4C9260-CDDD-4FDA-A05A-3A51338A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F794B-5E45-4701-8CEB-B2405C1F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2339004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55614-75B1-4B81-8711-A3FD4802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857ED-28A8-48A0-BB45-9F5C5F40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A6E711-6B96-4B76-9E8A-D9B5352A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8F8D1-9E4C-4785-8C69-E045AB8B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61029-906C-485E-AC59-1CC5C152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51EC5-217B-4A54-991A-3BD99276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0F185-E028-41F3-9804-C02E933F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1FCC4-1B2C-41EB-9FFD-21342D8A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2D745-15C3-4F56-8E64-B5C16A47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9808E-B22D-4388-AE44-7CDEADEF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AB234-03B4-4B96-90FC-F2FA76B8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BE470C-4B75-4486-AEDB-17803CA5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90CE3-CF4E-4938-B5C5-AC171442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D4B8A-B5B0-4D09-B02F-DD5FCA29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32818C-3F12-4479-B724-BC896D5A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44E1D-FEFF-4CC0-AEDD-D44F737A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4A564-D60B-4976-919E-87EBE93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7B2506-C90D-4E48-A044-084FC8CB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3CB3D-2ACF-42C3-8EA9-50664D4F9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A96440-EB46-46BD-A034-7E615D2E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0CB9F-6860-4499-AE40-602C621B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FBFF63-9D07-44FB-9627-498D71F2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112B8-D8B2-4F88-95C5-30951475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B4CFCD-4328-4F31-B04C-9030DE2C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B60452-ED6D-4791-93D1-CEDA30ED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B18ACC-76B7-4B3E-94DC-700C298D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BFEDC-E43D-4EF2-93AB-A1E78FD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DC635F-EACC-4F48-9E14-F339C313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D3509-959C-46A1-92A5-4160D4E1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5024A5-E620-4E72-9A7E-7EB6C1CA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53407-1540-4B21-8008-688C55A8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F4D24-2F8A-45F9-BB3E-8EF8FAD6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5D6BD7-560A-444A-AA3F-6B792E4B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A47D0D-F02C-4B30-893D-36AD395E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CA2132-88F4-4DA9-B2A7-86EDAB23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542BE8-AE48-4852-8742-20D93122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97FF2B-EDD2-4CD3-821D-F73B195B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78B3E8-A743-4C29-B904-F7321B75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311229-D423-49C9-ABAE-C7EC1CE2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35D620-A09F-4AB6-BB3C-843DEB5A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2656750-10A9-460E-8BF6-94159858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F107CD-6575-48BC-AFD2-B3C53C40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1D15FF-5F3A-4669-B6C8-A467264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A17C69-F408-4543-8B2D-91CCC592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C12121E-0BD1-42BC-848E-880B906C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F481CB-75ED-4028-8804-246D397D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D8C3FC-25E4-43C4-AF46-164E08AD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7DAC4C-CB85-486B-AFB0-DBB9325C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9ABD5B-7302-4596-8A20-99AB412E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EEE05F-085F-4EC1-A654-42C942F2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3CE1A0-C8D8-484B-81B5-24CE7FB1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806D845-AC42-4159-9286-634DF1A6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89A7464-BFE1-4A21-BEA9-81811D45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65CEA5-60B6-4FF2-961E-CB6DF6B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8CFE4C-C0DF-40EE-B13A-77BDC06A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79A703-5EA1-49D3-85F7-B06E93D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6778902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BA3523-1995-464D-B45A-4EECD83E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6AF305-36D8-4854-8DDF-4EBA2DFA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7C6519-1381-4E11-9617-2756669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D731E-5D81-4DF8-BD86-770A71C9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D16D3-042F-467B-AB4F-949AB11E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8262E-B33B-4898-8355-DD90EA21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67DCF-3B83-41FD-96E6-23F07A55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C87C9-620E-4F1B-944E-84B78119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E555D-D188-43F9-A7E8-314D72BC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506A10-DD10-442C-83AE-C51340EC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A8B62C-953B-48C2-BDA3-8CEC4867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D116A-0A7E-48DF-9A1C-8430B0A7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5B6B0-A2A6-4DEC-ADFA-1AF146F4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6FF13-0BF1-43E3-B690-1D2F4DA3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C49D2-155B-4050-AC3C-5F9C7B94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B7B30-F28A-43EB-90DC-364FACE8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EC2CE-B02F-4F6E-82F4-B7C7D2EC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4DE338-DCDF-481C-B05E-FFB99F5A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C8B81-2A8B-43C9-83F7-1E0BB945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F9626-A893-4AE7-8E23-0F0F1106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1A8CB-5157-4B6F-B9CE-B22A7909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333B2E-9E4A-450F-A09E-348FE18C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794E2-54B2-4EF6-887D-9DD947CE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D017F3-A199-47CB-92CA-CC96EE16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BD513F-605A-44BB-AA70-8DCC52D7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23553-CA45-43E1-A3D6-7F13C42E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45D92B-6DE1-41EF-BA4B-ADA21639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BC36E0-BB75-4DE0-B446-82CB3B3B3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56203D-0FE3-4C13-B5B9-415B07EF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E1BAAC-6787-485E-AC10-9CF337E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3B85F1-48D6-4415-BBF0-350F22A1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84E5D-953D-4A44-B1F4-A20B42E7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611035-E1A9-4CAE-9182-00F00B94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A29E0D-D955-46C9-BCDD-EECDC82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02CC6E-FBD8-4110-90A0-2CF2AFB2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2C7633-414F-4DE5-9D52-7B6F3587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65E570-2DC9-464B-B99C-2D2DB68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489B88-C7E3-4F2F-BE40-EEEE5F87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6CDECF-2132-4E37-9DBD-5C126799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130677-84BB-4BF9-B0B0-30BF4B61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C6BA07-B482-40D0-9AE6-F0F18452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B83D0E-9D7C-45A0-9374-FCD67D91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77F41E-5A0C-493F-9F5C-49509048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74CC96-9A34-48D6-91C5-74D1EF98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CB1F0C-B7FD-4942-AC04-8FC76463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87270F-863D-4832-8681-0FC3A33A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ADB0E2-0E08-4A9F-82D7-45DB9368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A29B6D-BDD6-4BCD-8B66-BA4BA8EF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03C4F1-5297-456F-B52B-61F63E03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288CA73-6D2B-4220-882B-82E1C55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0377B5-C02D-49C8-B073-DCBA2F4E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F9EA09B-1A96-4E54-862C-AEF7A39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FBCF29-F553-40F8-99A9-FACEF216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533404-2F42-41FF-9347-AFFA3175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9D79FA-8357-4F43-8435-B5BDDA27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30C6FB-9178-498A-9567-EA4B2681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8E2EB4-205A-4E18-88E8-0D168EE5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D5EE7D9-5872-4A6A-A6A1-E0FEF766F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D1BABC8-DC47-4033-A1A6-E436A5A6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7F9406-BB55-48ED-AFFD-B8522E7B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F2536E-BCF3-4266-ADEC-396AB2E3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E2B614E-645E-43B6-9687-ED380B92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9D9319A-B4FF-4E7E-8E2F-C5ACD5EF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489267-7C71-4D3C-8CD8-F91239CA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70805378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8B1950-66CD-4F6D-A164-51016787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68EFE-1968-45C6-99F5-4F7AF92C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82B14F-2D71-4EF7-B631-D8228F38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5E7FB-943F-429A-9711-29979736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13CD2-81CD-4D6B-8AAE-CDB7B62F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69FA5-85AA-45EE-939A-D9724E9F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2BBBA-A361-499E-B047-D659B38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02061-B174-48C3-BBBA-1BF55AAF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8AD50-FAE7-4EFE-A97C-90D1CF13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86E32-D060-4DA2-8322-7D66D8BD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74F57-5185-4B6A-805D-32629513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CB82D9-5C56-4613-A50B-23BEF1020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A5626-A0B0-46AB-B0BE-533D570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B6FAFB-0ADF-4FA4-BDEC-AD65AF96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CF5C8-905C-4350-8253-265BE727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73ABB-A93E-426E-B698-5A4A2D5D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0EAF3-0193-4C14-BC39-A0312ABC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A3FF4-CF9D-4546-8F4A-246A8B22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DCE44-E589-446F-952A-7C6BDCCC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1EAC22-D22B-40B7-B55A-7F8FAF0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B8154B-6B5D-4078-B426-1BB0A5C68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63D40-EF91-46F8-AEA0-067E2EDA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35C5A0-AB05-4513-BCBE-6821E63E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EE60F4-888F-41B7-BB55-76CB01A1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879FC3-461A-4669-A629-1731B593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28BB7A-6FE5-4D3D-B5F2-AB613485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99083-4681-42DC-A8ED-35B69F95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767C5F-B798-42AA-B43B-BF159F32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A1732-344A-4810-A685-83BE27A0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124CD1-5DE6-4427-9493-9A0F02F4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CC7A9-F578-40EC-9989-61050528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752870-46E4-43DC-9BEE-8C584430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464AE2-B113-4ADB-B8D0-A29E5F9D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586C61-0FFD-4CB5-8593-437E0F9C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BD2B1ED-7B38-414B-9170-BC7D8CB3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239C08-CFFE-482E-8370-80B50880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2FF38A-9635-4F5B-92C0-0DD3216E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745AFA-A9A0-4C1B-8C70-558F8AD4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2E6AF92-A58D-4EEF-BC94-82C78559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32402A-A24E-406A-844C-78B9C1CA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B54AE1-C8B4-485F-9A0A-A03BDE4E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A7F1644-9A0E-4554-8F30-39A54342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79D14F-AF36-4CBB-B619-AE6EC083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509AAA-F09D-4736-8F4C-A6DBE3F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85E24FA-98CD-474E-99D3-CD0CA472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807B77-1420-4E8B-A999-D15DC2F8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DF02EE-3023-44F2-8FB5-A7D53F91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261B0E-9A2F-499A-81EC-8E093E233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F213A5-59D3-416F-9A5A-F75088D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813390-3769-43EC-B106-E7C5CC81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FE8441-86A8-4C78-8266-4D516BE0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3EBF063-E86E-4D5B-8588-0E98F865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231ECA1-EC83-4375-80E9-F06ED3D9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D7EA1B1-4C91-4E27-B0B7-154CAFDC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86D18F-0703-498B-82EE-E7BFBBCD1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CB1290-99D8-4641-8704-576351802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AC9604-D67E-46C8-A813-A2403E7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A5B623C-65CE-4E65-A828-7E75C4AA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0699AF-0C75-40C8-8006-7F4D38B5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3918D0A-2505-4863-BBF7-1E4000E6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1C26D71-4609-47A8-89D1-7C54A3A4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8439CA-0DCF-4718-8413-36F5C719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290236B-D32D-47A3-B4CA-8656597E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26F2C2B-112E-4777-A327-C8EE932F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3845685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5B605-A2B5-4D81-9FA1-5AB7CB3B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6999B-C6D4-499A-B7B2-EB6B1506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77919-C9B8-48EC-91A6-99201DA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35AAF-3E2E-4FDE-B872-CFAC4168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5359D7-238C-4F02-AB5E-89C2F2BB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D4222-D74C-4A26-870F-4C242166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C4D87A-F6C0-4A49-AE2F-64172C5A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B8034-E39B-434F-AD3D-D1C876F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D793B-A553-492C-B37E-AFE937536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9F376-112A-4CB3-ACF8-F3E755CE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F4B6C-2A6F-41C7-BF82-09B41DC3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07E8D-02EC-47F6-A1AE-2448AC80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BA0ED-FDE3-4FC6-9E8D-9C8333F4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0B0F9-ED22-4E1D-972C-4836D39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74DD5-BA69-4792-9BDE-9CA420A4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B1A58-2A81-4230-AB2C-E378CE78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33054-D57F-47F8-ADF2-02E88BB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2AA6D-1282-4A80-B976-E82F0E07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D88571-2706-4FAF-A25F-B9F9C6B6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FADBB4-3CE7-4B7F-99A4-73D789C40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D7BC5-0EFF-49F4-A815-2CFA5AF5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4A13C-8D66-41AE-920C-4B79EF88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2E488-2A7B-484E-84F7-AACA2BF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CE4400-1509-4BDC-B2C1-5B322C3B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DF14F-5025-4F1C-AE42-519DA93F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B60BF-5C6B-47D5-AAD4-49803005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E58970-1530-4E49-BC25-847DE44F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8269F6-57D5-4BCC-9292-DE1E2D50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BDE95-80C6-4969-825B-6FA27693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5E0078-A62D-478B-9671-A29E5F83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AC8CF7-516F-4AD3-AEFE-AFE1A088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35C673-747B-4969-A025-4C270CFC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3D476C-A2B0-46EC-B24F-E84D4E22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8EA2FA-C6F0-4CF1-A3E7-3C050455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C1D7F5-4D32-4BE1-842C-14370A37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216BF0-3F1A-440D-987D-72F082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5EE491-2839-4EF3-8763-747F4DC8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5E6229-B37F-488F-8FDE-5223D48A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5EC404-4A34-4E11-99A8-B0FBF6D3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4D408C-BF9F-404F-B8DC-3D9B3D6A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0D8C05-3AA1-41AD-AF59-8600C956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A8FFA2-B21B-491A-9BAF-83844D94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77D3A5-4053-4974-A049-E4D22F5C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D18832-D70C-45A3-BEB3-D8348DE8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0C0311-4D93-4A06-BD9E-83AD71F3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85664EB-3260-4B02-B869-1D5F4C5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DC0EC6-EAE3-4069-87C1-14E6E7D3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EBCDBC8-E499-4CAF-8B2D-DC7D3D04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6FF2CC-B614-43A1-A4DA-4BA2D8B5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50E839-E55D-452B-931C-CAB09006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9A68DEE-FC12-4D14-989E-3AE7A40B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0E5AC8-376E-4103-AB15-DD8452FD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65BFFA-9CD0-4EBA-83B4-7D1291C7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9251AE-1DF0-41D2-9795-076F1A50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9ECCA92-F7DD-40E5-A2B8-0379619C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961AA26-38EA-4647-A424-91F8A6C2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66824030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CBBDC9-8C31-4568-BD8C-AF49E08F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E52C1-A2C4-4B52-9278-D59E221F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9E3A3-FC20-4689-99B6-B353AF54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B1D1D-26F4-4D88-8DE1-238C259E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4AD6EA-2B77-4E34-86ED-FC582AA4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D9AB2-7470-4D1F-8CDE-9BA094B8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9C266-23E1-405C-B478-1831C52F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3E2C3-7828-48FA-8DD6-ED9E382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B078D-52F7-4287-9990-9ED6D250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DA6F8-A99E-44D6-BD50-0C52C4B3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B855D-C01D-4E9B-B45E-C1C2B980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CE993-5BBB-41E4-9B17-88B5E3F0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173304-1EF1-4D89-81F7-5689D69E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4C813-7733-411B-9FFA-1AC2A81C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3E84D3-C3BC-4BFE-9731-AF01DF22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CC079-7B76-492C-8178-FCDE300F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DC4554-CF42-465F-9AA7-EBC6A6920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75374-5631-4112-9A95-7F4785CCB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09442-B5F5-4F02-8FC2-909FFDCC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6733E-AFBF-4B49-9528-03A6A919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0E05A-C356-438B-B289-1064674F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1632E4-9E42-45E0-B6DA-EA36F98C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2017BA-E6F9-41C3-B49E-8C2CAA7D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9513EB-8756-4244-B0FD-0896001E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94A5A-285F-4F17-B540-C8FD8401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D994BD-F7E4-480D-8EF6-A4EB3ACC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0E99E1-2C14-49CE-84A2-3958B4F5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ECE50A-723A-4ECF-A812-BFAEC3CA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0C009-CFC1-4010-B515-67197A9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12FF11-9ED2-4AC8-B724-25515B58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F0F146-6524-437F-ACD7-89AE212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02B74-0171-42E4-8DD0-C08D49E1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4ADBEE-1E1F-42D0-A536-277BDAD5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F9B0C3-6916-4C5D-8CE1-BFC6DE70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C7E687-A7A6-449D-8BB3-64F80CCC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45CAD1-5CFA-4122-9A25-8E0F696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2B4020-760E-4C2D-A348-1847B4CB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288CFC-2EE4-4E2D-9DE8-048B408D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A0EE79-E577-4889-BD05-87743B6E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C4784BA-650A-4270-AB3B-287953D3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2C7D47-6735-47DA-A4A3-CC4813DC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316E52-DC26-4BDD-BA6A-C9837913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BD5503D-38E4-47E4-BD42-6CDCB61C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A9D15B-7AC0-4AAF-ABA5-9574853D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6CD70B-6DA7-4F92-80A6-E58C82FC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6A547E5-F96D-40E9-BAC4-6B7F56E0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AB151D-0F0A-4CA7-811E-51D5161E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515E07E-CB98-41A9-A7B1-999604AD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9A329A9-5781-41AB-9982-A9A15327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0029CDA-59BB-441D-8CB5-C0A5DA66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1D9518-13CC-46C2-91DF-98A23FFB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38B369-1D95-454C-96AE-FAA897C3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73955A3-13BA-45BC-84F1-A08D6805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A78023-62A8-4DE9-9101-767CD4F9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A46156-8E0F-4713-810E-E3651BD0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06673397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875C2-E039-4E0B-939A-DD726A39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88F69-411D-46CF-8761-5CF2F8D9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635D5-4AE5-464C-87CC-08A91FBE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71D10-9498-4D73-A06E-C7C6CAC2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15F3A-17BB-4178-99AB-E0384EF7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1CC4D-1FA1-49A8-88C1-AB69F98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10BAA-12CD-4BA7-914A-274179C0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8160A-C99F-4C33-B9EE-EA6F695F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17A42-C66E-45BD-8B42-C059B862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922466-FA53-4D56-A858-EE4594B7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31BD3-E70A-4DD2-A9BE-641E2B78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3A234-89F1-4FF0-B603-E1937542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9158BB-1C61-4D87-82BB-3677D2AA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04F4A-D76D-473D-BC99-727A7BC5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56409-ACB8-458E-835A-533DCED4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F16C0-0F06-466F-BAD9-7CC131DA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D5258D-162C-4241-893E-66919725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46F0A-A6F5-4797-BA75-A3F085C7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5A206-7EA3-4A13-A1E6-C4B34A5C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9AA6E-7F8E-4275-9E06-7D6C31A3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9DD2B-05B3-4405-81A1-A7240F6D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43C229-8ECE-4CE7-BCF3-7662D990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82D81-D33A-4F38-B4E9-A7F9B704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64E55F-8159-4102-98A9-6D7DA630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3300C-4D3E-43B5-89A1-74D4AFDA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11AF0-59E8-499C-A282-A01228BD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C505199-8FF7-4A02-8698-1CD57B52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4DE38F-5259-4911-B9E8-A0DAE1AC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75B6D6-FD42-4EE5-B221-B2047465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0594A2-D9D1-455A-AE1D-F201EB6D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FFDE5E-44C8-4ED9-BF73-50043FE9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9F0B81-879E-4D28-AB44-474EF16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76C15F-65D7-46FA-861D-CCBF7BB5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97212D-64C2-4AF6-A0FB-EC1439F7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C9BBA4-BD18-445E-A70D-D465208F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8F4919-F7EB-4ACB-8DE9-CC30C417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F48FC7-6CAB-4890-A08C-2A626301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9267FF-D83A-45A3-BA50-EF438D1F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DE56BA-466C-4A75-BE6E-A6669541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2C813A-8A4C-4C90-AEBA-10937734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10394B-793B-4D8B-9667-00B34D7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C94BDE-4A66-46DA-80CF-076DE851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C2CA01-B084-451F-BA0F-9C6CBB9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6809E8-8EDE-4E70-826F-37D3C587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C70385-5314-438D-9DA3-0C8C3EBD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192885-1124-4D07-BC53-112C8121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8BA5421-4E07-48E4-AFD0-9D053D90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9C43BA-5117-445C-8AA4-B1E5087C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4E2249B-D62C-48E2-9B0F-41F90B54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D7C8139-25FA-4373-881E-C0D9A923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F9F474-2F05-498C-AEE2-CDE2D66E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A9ECBA4-587A-4C59-B57A-000EEDB4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5D85EB0-6D53-41E0-B48A-FB88950F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4E65B8-82FF-4756-B4BE-7F8D085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3E1E4E-7C0C-4A76-BE69-978A7A44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2DFFAC-A727-45E8-BCCA-588A7365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A12CB0-EDC4-47D9-B8D0-3095983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12F3C97-F243-432C-AF1E-EFB4A1AB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489C07-3DD5-4E71-B857-A1DC5D79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52CF5A-3054-4DE5-9888-7E3198FD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042928-4EA5-4A79-BA07-3354241AC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C1F3D41-B146-4384-8685-19B827536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EB090B-50B0-47A1-8E47-790253D9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619D721-EE2E-495F-86EB-3874CF97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5943DD-E138-4E16-B4B4-3D0729B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4639981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3CA5D-1147-4542-BAF3-537674F3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D6B98-5E7D-422C-82B8-B1FD082C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FDF03-C6B8-437F-864E-53425FCC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CE83A-2F5C-4189-949C-F97AEB77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F5925-9D72-4366-8F7C-D24F5A51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4C636-A5BF-412E-87D7-8D26BD6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B5A308-7607-4051-92C6-DB77E5B3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879CA-6640-49A5-B755-DF2D5B9A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C16098-FE37-443F-8AC1-53BFCD9C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2433F-D34C-472C-824A-B8A41476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E1647-AE7F-4DB3-90B4-7B9F48B6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22A48-F4BC-4674-8174-BA5BE18B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5F5D3-8D99-4E8A-96A5-E8B07FA8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70C4BA-CD28-4890-814C-23C1208B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453C88-995A-4550-A105-94210F60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103AF-65A1-400C-B357-CAB6B8DD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890AE-5A57-4D27-9400-7C879D0A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B4B780-E606-4C71-A224-521FAEA4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BEE46-7436-4B6A-953F-12C0350F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4523D4-BA4B-4E3D-8141-8E9F56BA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3A77E-ADF0-46FB-86C7-FEBC326D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CCDCAA-CA61-4993-AC35-FF47637C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0E1D0-6474-4352-B6A4-04C26AB4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618DE0-1A4A-46ED-9C74-ACE8DBB5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F15AB-90F2-4A0B-A6F5-FCECC12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807E3-A9C8-4D72-9172-6B9FE4AD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E0C2D-E5F8-4269-9426-C2766837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937054-7AD5-4F73-BE7A-08E1E142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8F9D86-F27C-49BA-B3E9-74DFFEF4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22B8A6-5256-4CA9-9468-0241D5D7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06D523-4CD9-4123-B7DC-1A19D50B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0FCFA-C8ED-4410-9FA8-964E0526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C330BB-56F4-41B1-8FB2-441025C8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73EE684-C834-499A-96F8-96B0A92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8AD99B-899E-4740-BF57-F9E119BD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CD73B4-E267-459B-B950-3C1C9507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CD13CC-3988-4DE8-A885-A7330FF4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B77415-C595-4884-9559-A093FDA5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298D23-A925-4AE4-A09C-0F83C9D66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400D70-2F28-4565-B96C-E1F4A341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CE1B04-4BC8-449F-824A-701A9E99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8D1434-58AD-4546-B25C-F746BE76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19F882D-6336-4583-AFE2-C355C78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7A7686-1531-4076-B39F-AA9A34DB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ACDB0C-39B3-4564-973B-BBEE41FD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026776-AC77-49BA-BE0B-09912CE0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396768-D46C-4E98-8671-BBFD49CA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1D1819B-8B57-44F6-8A92-C2DD8978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AE6880-2ECB-4A84-AB0B-4ED1BACD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AC0351-2104-497F-97D8-6D6B3079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759793-20EC-4F3A-A8DD-E69738F0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AE5B57-B01C-4134-AD1F-71DA757D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7BB8C8-2B0A-4440-B48A-05605979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6BF548-8615-4619-B9BE-97F5ECAE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05D8184-F613-41FA-9C04-27FAACBA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6608DEA-FE98-49C2-881C-125623FE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A356D5-A317-4508-A91B-13B8D682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6E106C-DCDD-4C76-AE2D-EE143BBE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6AC29D-CD08-41C9-8E9C-43B747AF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D862D57-8915-4780-A3E4-3F2D7F23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640802-F1DB-412F-8A7C-5752EF71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099F62-C78C-4B2B-9609-04BB7D97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2CAA81-491A-4005-8099-6B8F5949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647F42-F796-4A40-972D-BCED8710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9A433F-C3D9-44AD-B7C7-AF29B7D8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6691364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CC4EAB-251B-414B-8C32-74F3037F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9EA33-082F-4B45-ACCA-6E3F7290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3874C-1F11-4BB7-9F4D-3982206B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B3287-6A33-43A6-8538-48BAC1E8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EB8B84-5203-4221-A9EB-C321E64F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От бенчмарков к модели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5DE0CA-6910-4F3E-86F7-E37B0925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05A7F-E859-447E-A2CA-449335C9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F667F-3509-4A51-AC7B-55A112EA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Вводная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36C8A-363D-4417-8FE8-3F128AFF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097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ECC08-0221-46C5-9510-BF45AE9B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763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 бенчмарков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D0DAA-213B-4F00-95EA-77B60C0D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4097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EC2D2-CC5A-4CEC-89D1-47B6B765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4763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Гипотеза AURA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FB5DE-3C30-4CAA-B51F-A8A24766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4097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5ABDE-2CD7-4DF5-BB45-CE186E41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4763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это разумно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2EEE5-F1EE-4F3E-8016-DC0AB9B7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79A74-B6D8-4F59-8F75-65A6A3FF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6CD7E5-974B-4B88-B012-28618676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574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1BB6C2-2AEA-40A1-A87B-D976053F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240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1.4-2.5% subscription astrology; 3.5% Balance; 4.5% AstroTime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8C137-ACF1-4726-892D-EA1CFCDE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574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563EF-E9C0-4F38-8558-5A5C8CCC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240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5E2CA7-ABA7-437F-B518-F6ED78B1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0574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61C1C-1856-4C8C-908A-F21C2EA2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1240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case предполагает, что value доказана до paywall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9995E-C17A-4898-8DB5-A6032C6F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051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290198-9853-4EC5-B036-39DCE397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20A368-8656-4C08-A4B5-0CFFB6AB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051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0371D1-49BD-4213-B4E3-F228B490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717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$0.19-$0.37 subscription astrology; $0.57-$0.65 wellness; $1.82+ urgent guidance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0196DE-753D-420B-8368-DDAA4733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051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9DBA5A-7A0A-4091-85EC-57526180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717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0F1A7C-C0C9-4B2F-8412-B76F35A8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7051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E0C4E2-3C6D-4218-A683-37E62B84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7717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быть сильнее generic astrology за счет visual/token uplift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5339A0-8C42-4461-B837-7D9BB8AB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528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EEC02C-9B3D-4C0B-B76B-1900907B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194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50B533-5464-4FCE-9DA9-7BBD376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528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457267-B37D-4965-9D0D-207B3B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194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$8.99-$14.99 common paid band; $19.99+ premium teacher apps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89BCCB-627B-4F05-A53D-A6A07BD2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A2CB96-7471-4C1B-A661-7F1B868F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 base; $14.99 visual test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C37F2B-6258-4054-A8AB-C71C0FBE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3528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59E4EE-E546-4B4C-A6BF-0D24A000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194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появляется только как верхний тест для video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53549D-5283-4CD4-9C9B-9200AABA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9BEC36-41E6-444D-B007-0B19416A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B035F3-000E-4F75-A589-E094956F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29DD2E-A2F1-4BE6-9D58-1377F332D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671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~$0.40 / 8s; Veo ~$4 / 8s; HeyGen ~$1.50-$2 / 30s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9999A4-CE2D-48FD-96ED-4C3BB841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B12C31-0127-4EC4-A384-D81342D1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671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Runway clips / paid month; no free video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631620-0894-4286-A051-0ADA7378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0005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0AC670-6EAF-4CB7-9D62-1093463F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0671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video можно держать в Plus только при лимитах и capped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55C7B8-4726-4FFB-9C15-5F88958C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3B02DA-5E90-4982-9DEF-B75B9631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14875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34B500-B07A-4CF9-9C70-041050F1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48200"/>
            <a:ext cx="3333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F3A7E62-D64D-4E72-BA79-96E5D262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14875"/>
            <a:ext cx="3181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$50-$150 organic/social; $150-$500+ paid web2app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6928E1-680B-4D2C-AA85-D984727F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648200"/>
            <a:ext cx="223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3ABB0B-DAD1-40AD-B2D3-0BB7BC2B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14875"/>
            <a:ext cx="20859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 base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9F82AA-0AF0-4835-AD90-DF50238E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648200"/>
            <a:ext cx="276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1710E3-84F6-4807-9767-0A5CFB2E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14875"/>
            <a:ext cx="2609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acquisition только после retention и paywall data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E27893F-B53C-4D65-8D50-2F9F48A2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важный мост: данные конкурентов — не готовая модель, а guardrail для модели AURA.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5630B74-38E9-4E11-B2ED-B43AB52F9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5211680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091582-3595-4E56-BFDF-37C2763E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EE5B29-0A71-4BC4-A111-AB754DC1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B7CAA-3BB5-4CCB-9387-5763AA1A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821B4-53F2-4813-A506-FA08550C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ADC69-67F5-4854-8EDC-F59999ED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C9480-7269-453F-9904-DCAB52E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FC903-8D4D-4F82-9337-0F9D294D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252412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6751D-9BC7-4D14-8741-F5EDBF59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6210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E3FB8-E03E-49B2-9B41-4D247BA2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1E49F-B0D2-435D-B977-EE6F97AF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791A-83AC-46EA-BF4A-35C0276F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8E1DCE-864E-405B-A5C2-6AB9CDA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F0865-EE44-418F-9F49-149CA393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BF207-3DDC-45B9-ADB7-1BDABDB5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B4443-D673-4BD0-AC5C-F22853BF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4CDD1-C786-4BCB-928C-8543D184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274A8-B336-4362-981C-AEE189FC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BCC151-F058-44D3-AB0D-1A79337A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8F609-18F8-490C-B58F-01C7CBB9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FA0982-39C7-49C1-B341-92C9A0AB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E7838-697C-4C70-BF93-80A68F4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473A9-A0FB-4B57-8AF1-3B7D466A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69500D-B443-4E8A-9D22-1712E684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B7F718-7CE2-4CF5-9D94-E56833D38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604963-D317-4678-9EEB-8B8B4B60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958B6A-58C3-4947-926A-FD956267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678E73-0332-4B9B-B99F-632D09C7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CEB7D5-C125-44EA-B422-E686ABC6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8F0A7-641D-4B55-9A67-D486A71A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E5EBCA-D251-4C97-B274-873E2C92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89FF3C-8DD7-464C-98C8-14AA6623F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8EE492-CD70-4662-BFB8-0F83F71B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BED88A-EE6D-4CE7-96DE-319310B4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59A5FB-508F-4A5B-8FEC-8C7BA3B5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63A80E-A9EB-4006-99FC-E218F1A3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286C19-1EED-496C-B7B0-09A787BA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D893F79-AE6E-4472-8684-ADA466B6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392E47-C514-4C73-B6CF-9DD8E789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A93EBC-598E-4855-B5F3-203F6D79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586783-0333-4BEA-A9A3-D35F2CE0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F16430-02D8-4E81-9EC1-AAB3EAC7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634049-CD41-4F4D-82EB-959B584D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7068D5-35BE-4C53-9515-2A4EA1EF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7C3773-9364-45B6-B0A7-70798142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336CDF-FE53-4629-94CD-D2F8EB17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671DD0-14D1-4C3A-8B05-8A3D7025A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A40D63-9A79-4E38-97BD-012F094A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6F3A54-F3A4-44E8-B6B0-78CF04EB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85E1BAD-681C-481D-8E07-66A0811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95A309-3AE0-4150-B6E3-5B6927ED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A8600D-7ADB-41DD-8D53-A074279DB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6DA24C-D240-4E6C-96D4-8FDE349F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765497-433B-4BC6-98E2-E790C4DF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1908565-A543-4572-85CC-819FE873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318204-B3C7-4484-8FBD-2123FB67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C34A773-056D-45F2-B37A-7A4A1DAD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30C7075-A525-48F4-BB62-65393103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D01356-5F83-44C8-824C-4B89752C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84D652-C9A6-421D-B7D6-7B2C3C42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A06212-7645-4B8A-809D-166B28A9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8EF3203-89ED-463C-B9F3-6498F70F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6DE964-D05C-4431-8E1B-E4A875DD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146219-E9B1-49BF-A53B-B8209A21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A41932-473B-4C46-B3F4-67D08EE3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4B814EB-695A-4B85-A27D-26D1721D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DB5D9CD-7752-49B4-ADC8-227D61A6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59CF64D-52B6-4A63-A6C8-DF1BD337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844AB88-B3AD-408C-B36B-036DC93C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5877BCA-00C7-4BEA-AAD0-B0EC4617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9F065A-D703-487F-9F84-9F92D981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B9776D-F0B8-4640-80CC-295D00F7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5B48F4C-644E-4577-B4BD-98D0C2F0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17DBCB-FF6C-496D-8273-780D883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42D8F5-665D-4C79-BD46-30D7FECB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8E3CE6-814C-4838-9D3F-74F8803C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2773F58-5340-4424-B7A7-7A9C5E23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CE9ABD1-5921-4553-9D1F-23C5AB3A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988CBE8-CC98-432A-A0DC-FF41A636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4D45C5-A4FF-442E-ABE7-C88B18D8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747F619-FD65-4870-B648-75D117E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EAB7BA9-5144-460D-ADFD-081E1B66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8D2DD6-5E27-4FFC-95D2-163D1878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B9BE65-A5AA-499A-8FFC-156A6198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439763466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E01E2E-7206-40C3-A0FB-FA51AF8F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03305-1370-41D6-A08C-A736134AF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4F929C-AB22-4D82-9515-5E31DFC5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67F887-9DFD-41E3-8D3A-DCA26A35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9B659-1243-4336-90FF-B9338C21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CC0F0-8850-473A-93F8-7FAD8392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32C7F0-4910-4E3D-A6BF-3A699342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144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DA8D8-8791-4C8F-8877-FBDA97A9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D9F41-B1FF-4276-97E8-4B1A33D1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144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D3954-51DC-44BA-9977-50AB51A1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3811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9D570-F0A3-4E5C-A9C0-AF00666F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3144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88EB0-B63C-43F0-BA75-C639228A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8112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8E846D-5E19-48C9-9945-CAF9AD892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144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F3D8C-4744-4C47-9B07-CBE25811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8112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8D12F-84A1-416D-A150-A490071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9BEA9-BD3E-4965-9E92-4C92A3FA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0E720-CAE5-48B2-95CC-5AB86996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050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D795D2-B004-4BF7-8D35-1920ABB1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7167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BD4FB-F707-4B37-AB3F-E5F4B6FC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050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28C472-FF0A-4C45-83BD-25B6E957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97167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D5BC22-19DB-4E82-95E7-111EC19F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050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53781-62E9-48C7-AD44-FE833511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7167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FEBEC0-17ED-4325-AB7A-5EF4D17A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74B6E-6023-471D-9CFD-36B321CE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1D2ECD-A6EA-410E-963D-52CE0F3C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955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02138-1DB8-4E6C-B330-C01D318E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622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38B37B-DECC-430F-9A67-68A617C2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4955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5C6A89-C79C-4BC7-BE38-654BDC8B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6222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7BC9E-22E1-40A4-A2BF-5FBEC6C8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955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A36777-89A5-4400-BFA2-D5D3C2DF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6222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369BDF-4F20-4922-801E-A0FD1804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82327E-2B40-4A49-A1EB-0E2ACCE9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CFCD8B-0544-4089-B865-A147239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861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2AE0F4-03CF-4721-998A-1D57A064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5277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4707A6-C3AD-4B09-8BDB-452956CC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0861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C3F956-AD80-481B-A956-589BAD91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5277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7EA582-6B4F-4A95-8549-016C53A2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861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1FA4E5-EF8F-467D-BD09-E2EE7E47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5277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2C8735-49AD-4004-AB3C-822EBBCF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0C98F6-A861-4D65-B5FD-A6CD45F3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320151-0EC5-4FB2-B132-E6515FE0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766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CCFD9F-B01B-4942-9BB1-240BC6C5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433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3AD323-D26B-4E11-AABD-966F2212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072740-B2F2-4997-A4D4-51D2BC07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4332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005E33-3E2A-42EE-A19D-900AA181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766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1CACD9-FCE9-4E8B-B4F8-44372836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4332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D9CA529-9EBD-403A-8FAB-81F620B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567377-A57F-4222-B8B0-42E028C6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F09B74-E399-4844-8874-DC3A437D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F390EE-3576-43FC-AA52-1543B056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9EC7F0-F434-48D4-B2FE-DDABA88C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F11799-B29C-489E-8600-701536EB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9F7872-476C-4978-8EF3-FD430A21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A14AF5-AC61-4674-9B62-4EF8AFFB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A09E40-0DBB-4E12-8BD4-675F02CE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937218-FF1C-47C3-93B8-C03C2DC4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5C55E3-F0F3-45D0-A489-3207608B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577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94B19C-8B91-4D86-8C8F-7F564C2C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24425"/>
            <a:ext cx="2705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64F816-B76E-4B86-A7F9-B7D82F5C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577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1B93AA-55A3-493B-8F8E-8B8333EA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24425"/>
            <a:ext cx="20383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CFFDF3-F62B-4191-9066-88A4C3C7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57750"/>
            <a:ext cx="3143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38FC0E-BC81-4CDE-A778-5B5EF9B3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24425"/>
            <a:ext cx="2990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A87A0F-1BA7-4E6E-B521-04CA1E0C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AAED46F-D304-4A70-8480-3799D758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977A3A-3E28-45E5-BE98-5203716E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0062693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35C058-B4E9-422C-B22F-C93271F3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80435-4780-43D2-83D0-52290D02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91257-1DA4-41BD-B575-DCB4724B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8A28E-0B78-4AB3-9C55-3CD78036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4CD4D-1D02-4951-8D23-C9EA7F49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3B5E04-C2EA-4996-90DE-A78561C1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0F52B-4C7B-40B8-B3D5-A4F3EB44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6BB85-2912-401A-9663-F257698D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70BE8D-AF57-4072-AE2F-DB7432E0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08087-3A76-4A28-BB7C-46ACA4E8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A51416-0A81-4740-813B-164222A8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624A1D-F770-4A02-9FC8-AE36146A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D58DA-4E11-4B40-B3DE-5C6C3390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5296C9-ADC0-44A5-B823-561B17E0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936015-0357-48A5-B292-11A14C7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134E05-E336-43E7-9529-303153A4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D01DA-96D2-4734-80E4-79705015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80723-875F-4B04-AB3A-CA9E06A4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272C8-D069-481F-9982-0B0695BF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172F1-8AC6-4B4E-8B64-5D5AA42D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16B09-B13B-4437-B3B5-DD800974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E3027-23C7-44AD-9609-8CBAF22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538272-D539-448B-AB86-EC4690F5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828AAD-6568-4B7F-9E39-1F74B079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3370D5-A257-4EB1-AA79-1C8C4152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E69E6E-0A0C-4E72-889E-694F7501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801CF-C1E1-4395-8966-C47C663A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91531-5169-4CFC-9AA4-0AE4245C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3D138-6B91-498E-A648-531A061D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F61CCF-5471-4CF1-AA65-D4601CF2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421B27-59F9-46E3-9373-C052D34A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B4E735-8E5D-4438-A543-34627D78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8328C9-A28D-44D4-8FE1-1EBC07430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CB9F80-C0EF-49B6-807A-5966144E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E5DEFC-533E-4682-A431-78F8EAB1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F50D3F-2176-4984-A712-03DAB9E7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47FE9B-5F76-4C43-8D2B-945982D19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386611-F369-413E-8D28-B5A960FD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6EA342-A944-489C-8CF3-E5AA3E36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59A4602-09DD-4A62-80ED-79A77208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EEA22D-F209-41FB-B17F-1FB68376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A1996D-D047-4DE2-83D6-7250E1D4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DC71752-BB95-46AF-988E-BA0B11CD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DB167D-37BA-4914-97A4-B99634C6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48EE59-628D-453C-ACA2-72A9BE38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4C48D5-F313-4716-BDE9-F8A37C2D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E83C31-89CF-40F0-B022-CCE91BAE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48AAA94-A3D0-4409-B23E-EEFAD9F6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0D0088-47FA-45E0-8B7D-F588238A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084FF8-893F-4F10-A1BE-456E410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F28F6F-D61E-4BDC-9D8A-A3938B6C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50C2FC-5F97-42E4-B06E-5017EF62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B084C9-51A4-40E6-8878-2642B549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F46867-AC95-4A61-91DA-117F2B7E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A8A360-9528-4EF5-976A-64D13272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322453-0534-452E-8B00-7FA69D36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ED0A80-044B-4597-A612-F6EFC1D2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B5E4B3-6043-43B2-82E0-159F0AC10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F3B054A-D9B5-42EA-9BAF-B927F52E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A3FA58-C745-4539-8FC3-217CAFE3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E453C9-2E25-44E5-B40E-19449D31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781B7C1-D513-4256-A8E7-FDD5F3A2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88E4B7-B9CB-4A33-8591-5D20754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C16AAD-4358-4F97-89EA-0CA2C34D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19BD21-AEA7-4896-9258-4D2004D0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9EAAFD-E58E-4879-8009-2B336E97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0B79A5-1A6A-4A21-A9A5-167858E3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D97DC0-B3B3-4D96-860C-B3440A23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0DFD501-C673-49B3-8387-9EE61A35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9687BF-D562-4A16-9084-30CE8161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55F9CA-3BC6-4C51-BC00-59BD0987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3D9AE4B-2DDC-467F-8040-D569E347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0EE7CC4-0610-43F7-BFB7-46B08108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06450670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AB9A8D-2687-45B5-9468-DA547427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11506-E40F-4459-A92D-0B30424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258A7-4FE5-431C-A970-15F18F5E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7924F-52E6-4DFE-9F7D-B623BC4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C9DF7-1452-474A-ABDC-F259BAE5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66D60-7D04-4FDA-90E5-1760BAAD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819A5-049E-43FF-B262-25DCC1FD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56AF5-1FCB-446F-90A8-3C7A0184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36C10-A4CF-439F-BA95-7F6990AA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87CFB9-C757-48B9-A622-9A78D3C4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5AEC8-7652-4491-8E4F-B30FCE28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109076-242B-43AB-8EC7-3FAC2EA1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CBE5C-E374-4AB7-9F20-FC9B821F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6A4B5-110B-4642-83DF-CD13790A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A9C074-27DB-4F67-ABDF-65DD611E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B4A1F-9B09-492A-B5E4-2297687E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10823F-9B83-461E-8A45-98809EFA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6D977-5FB5-4A72-B79F-D5518A13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86098-8D0C-4E8F-932A-A3E38254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97CCD-6703-4DDE-AF5F-8D931167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D5810E-9142-454E-8712-EBE48231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4C123-286A-4E50-AB2A-0F2C35A2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45E900-72AF-49F2-B71B-439FA58F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6BB55-9F17-4C80-8F1B-2D1A27BB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A54510-7875-48EF-BF05-8C040FEB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B2AD9E-6C94-4324-947D-AE181AFB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73398F-DE21-482B-8442-25136208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3299B0-57B5-4AFE-BC59-43AF4CA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4765EF-0C6C-40FE-92A4-6896666A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F301E8-3BA6-4CAE-960F-82726A3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FBCFD2-0266-4A28-A3EA-39229777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8C468C-7A2D-41CC-B1A4-1E72C9EB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16E49E-FB5F-43EE-863A-8EBC0927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A7528C-6515-4207-82F7-772B14E1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E4B4ED-5634-462E-BC22-664ED27A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C4EA58-21CD-4DEA-80A5-B1C238B7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3A3297-16AC-41E6-AFD4-9B844D82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D36760-2458-43F9-ACAD-D3DF23B8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AAF888-CDEB-4B86-A9A2-5560C623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3D0398-1B9D-4B0A-A193-470A19D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2DCB88-5542-4BC8-BD5A-F449DAF4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48C8D3-A3C0-4F7B-B506-7619BEE1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3938AD-7630-454B-A1C8-89A40A0C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39E307-C948-4DB8-829F-46258203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E738E4-F49D-4FE6-8A47-95DF9A78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5955C1-EF65-4E8A-B4F7-05D81D3F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A66E43-4AA6-4181-AB8C-F4CD1074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D325E88-A017-45B1-ACA9-F58735A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D8A9BE-72E9-469E-A814-542A4FD9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67A662-A1BF-4638-AE74-69A0A7C8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94F515-69D0-49B0-AFC0-8946B548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8B6ED08-9AF4-4349-A7E0-C7665EBA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23F5377-61A8-429F-9E31-1B469BD2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10F470-0315-4CF5-A8E0-0CFFD978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010B77-B1D6-46C3-8A72-CB9E0C890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21883CE-5F87-4339-BC7C-EFADA2BC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0AFD70-6F4E-40B2-849B-2E9844E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8A0371-AF7D-4FED-90D7-2D714F36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8E93AF6-5354-43B4-99E0-BF1FD0EF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EA69AD-E268-4050-8420-D2BBDC89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70DC72-D44E-42BD-895A-E7D24553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5F8F5D-EA25-4152-890A-5E4CA672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1DE6BB-A863-4126-91AB-D8CA259F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DC86E03-8F18-41AC-8DAA-39087580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E5EC37-9AA8-41AB-810A-105C6625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119BDA5-8A19-44B6-94EC-ABBA5BDA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2633251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49CDB-D94B-4BF9-BFF7-15189350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FB0BF9-E351-423A-ADC8-CA19DE46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C0273-5F28-447B-B880-71708BA9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956EF-1B00-46E1-A549-1E730602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330EF-D5C9-4E6D-B0CD-DF28B782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589BB-19C7-491A-9F87-0FB81BBC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A3E304-261F-477F-97B2-30E20F90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F2ECF-208C-461D-971E-E9C83ECE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01A906-9E9A-43F6-9495-5F9A06E2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11F8A-24D2-46D9-98C9-BC6DA707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8B5639-4645-4D09-B782-555CF429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562F9-71B9-4825-B719-C8DDD1FA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66CA9-A9B0-4FA5-B264-73FF3366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2640D-F635-4496-86D9-84ED7A9F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87966-617D-4A66-9AFF-1253C90E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240AD0-2F53-4265-84D8-D80AFD83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17C330-2A6A-40A0-8C3F-DA0FD337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2F6319-3D47-46E4-9917-118B7609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4453E-F9EC-45C5-9228-13982A03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791A6-102A-4A06-BD6A-1FB98C3B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1F6FFF-76DB-4AE8-ABFF-7FB21F6A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3A1FC-7B52-411F-AC73-EE2F41FA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77E1A1-0F16-4477-8CBB-2BBFC0C7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EE15E-AFC5-4819-87A4-51ABF1D1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EE2AC2-3A9E-44BA-9D02-FA63A92C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F608E8-C597-420F-9E6C-920AEF91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6EB424-C9C5-420F-8A84-B0310E30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F6273-A0FB-468F-9CD5-3933E28E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780C6-FBE9-416C-A073-12ED9B1B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39494C-4284-4CCF-B0E3-A5FEDAF2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AFB90E-7466-4733-95FA-156FCD7F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838C1B-1CB7-45F9-AF81-5C3F901C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32E0D0-0A05-4B27-BAC8-7682C861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D6F2D6-2D89-45E5-81EC-78BE0DFF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9A9921-D845-4C4A-9054-B124B235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9EACA4-DDE0-4530-9712-0849DA57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0024F5-BADF-4591-82C1-09EF387A9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4A84EAB-588E-45B9-B3FD-1B94F9EE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1B8B57-3D44-4E42-9884-34B2C113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BAF0CF-3639-4DC4-A63D-53BEA421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F4F20C5-8515-45FC-859C-DFC44925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F254EF0-7E6D-4098-8622-0E28677E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121839-8E8A-4F16-8393-1DE008D0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A8E719-6240-4CA9-9753-6EDFA2BC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602001-2392-4BC6-9D26-BAC1154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B8A084-29BA-4F43-B71C-01E5E601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26698A-1A53-4A8E-BA2E-1ECCD23B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3345F9-F942-46C9-933A-CD405538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1145B3-3F3B-4522-9AA9-594473C9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8193561-883F-4FB0-AB0F-B3CC479F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3AA7B8-8E5E-4EC9-B59A-6688CECE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7FAB5F3-F30F-41B3-9DBE-136568A9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8A05D2-20D6-46A0-9142-A514DD72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DC839E9-9E05-44A7-AC92-80623E13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9C7450-A439-4145-962A-AEC5391F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FDD74C-DC4F-49AF-A44A-01D536DC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31866E-5EE6-40E8-BB64-3AB27D59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104AA2-CB9B-4291-A645-12D90CEE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F5F125-10EB-4EC7-8445-F3191B0F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D4AAB4B-0941-45AA-93EC-00958267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71A5310-B507-4F94-8B5E-810403B3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5E1E05-3EB6-4BEC-BBC4-06F135DE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6EACD5-EEC7-4F41-88A3-E00C1B78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D5EE22-E2E8-4ACF-97F3-C1F98A8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42F95AC-7D1E-40E3-8F6D-89516302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E374FC5-E7EB-4ED3-99AD-41FAC7D7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26921D-E232-48CB-95B0-98274F63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857630B-382E-49AF-AB2B-A13DB89D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9F8A8DC-7D58-41D3-9BC0-C433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9E4A9F-669B-4FB1-B471-7C3EBAFF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A9272F-43B8-43CE-B28A-4169B8DB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B8479AD-7D16-4430-A03D-C1EEF13C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BC185A7-9232-49A0-8D59-6F621820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F95EF63-3E7B-4490-BBBD-BDF4A4D0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AC0E931-52E8-408C-917C-51326A7C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669C6E-DAD6-48E2-9662-183B4A8A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00731F9-9C48-4194-8A0E-7B5FA45C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BFC52BC-7B93-468B-BB45-BE151B39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68367523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2B0657-F18B-4877-9483-111E3E4B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CE76F-EB9B-4338-BE90-2854288C8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49C92-96F4-45D2-B70F-1748AEDA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26CD2-11E0-4510-81AE-D2CA01F8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9FC44-E444-42AE-84C7-E4950611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594F9-91D1-4D20-B1F7-640E54C5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F22C1-3F86-4437-AF12-E79FE00A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4AE93-8380-49DC-AEBF-DCD93ACC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79519-1730-4E37-B03D-E1A15C0A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B99B9-88A4-4DD3-8D83-ABC53ED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1AE4D-639A-459E-93A5-2745BB32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5E023-7122-42C5-B650-829BA144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C4EC6-6068-4DA2-86FD-33FAD8C8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576BAC-B0C9-4217-92A7-6AA58D64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D238E-98CE-4C04-B392-94872CD2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CA81C-B3B4-4FF4-9C56-D9F63E98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5C179-2526-46C7-AB37-1C588B88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835738-0E9E-474B-ABA0-7443A1B5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A6D02-45DE-459C-AE7B-C46521EA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09BD99-F2B3-4C2A-8E83-4D2989C2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44802-E4AC-4B85-A9C8-2BF711A9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55C96-8EC7-4A6D-846A-F5DCA37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F6FD74-6534-49C2-8160-CD13A3A4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AFAAD-FD7D-40E4-8962-17E7537B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40FF9C-7034-4E21-AF3B-A7E6B366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C13A9E-142A-4D19-A194-CEBB21EB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84A385-F471-47EC-8C0F-486D019F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1FBB7A-22F6-4F0E-B60D-137BB066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F89F68-F6EA-4A28-AD22-42310A82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B3595A-7867-42CD-904B-ED7A4AAB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866E2-BE26-44A2-AEBE-D0B494B6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C3DE4D-FDCA-40F2-86A9-378A9C3A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6ABBF8-C64B-476B-ABA2-8EBA772D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D2977-B879-41D7-9ABF-4D39CB84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02D537-4F6C-4B0D-9743-1891F8FB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EF59ED-97D8-490D-ABD9-28C27166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016951-5642-48A2-8A70-CB851752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1E168B-8B59-4D79-B07B-DA3C3DE0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BC9A82-7742-4AAD-841C-53A97B72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62C075-B1A0-45D8-A6AB-EA3B90EF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F678315-600D-45A9-A245-8E0D7341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5A1DED8-5232-4111-8C5D-685712A4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7815F6-8F08-4156-87DA-15189304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429F31-95E0-48E3-BBE0-782BA16C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2A3FAC3-4D3D-4630-AEBD-1275033A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73B418-7203-46B2-94AC-72DEE7F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856C17-8A46-48CA-AC6C-F14B2513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D0CD52-FD36-40A2-AECC-E16E1A34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93D562-C004-4DB1-B074-63D5B719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CD9620-E048-413F-9E28-48D1B424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E3FC39-B855-4D79-8299-AF572165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C91EF8-72F9-4795-9315-748ED96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8F37AD-FD43-43AD-83C4-9671D04C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6AE7A1-DB01-4507-B3F7-62E14B93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656D7A-C13E-4D4C-95BD-BBB05D78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3F8D5A-6861-41EF-B903-23A2F4A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73BD1E-75CE-4B6F-8E94-3C57B2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7AA689-468E-4C44-928D-1E8779A7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B23F14-AE0E-4700-9502-E2506632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29A843-C861-4B66-B4B7-444362C9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F66EDB1-B9B0-4DCC-97AD-873CD295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E896863-D099-411C-A4EF-18483190B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090104-0D1C-4E29-AF37-091935E2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3BBFCBD-9784-40C0-9475-3B0AB67B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6F4D50-60AF-4035-B04B-815587DF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10455037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4FAE1E-F1D4-44D0-99E1-9AB69F4B4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45A29-CF62-41C6-AD75-B069E43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F71E8F-F263-4C72-A41D-73C7EFE1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B5B46-6C23-4756-918F-57F96621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F42C59-1AFE-4529-92D7-A405BC25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читать финансовую модель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2C76AC-D3D1-4689-9C41-5A1D2A76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29A38-6054-4D59-9F67-E8170ACA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8212A-9E1F-4088-AA06-1F3CBD73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MAU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B731A-9BC7-438C-B9A3-E2A6789C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активные пользователи в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2E57C-C21D-4624-9D77-06CBDD83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реально пользуются продуктом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BF21F5-77BC-48AA-966D-0ADA2070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620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39A151-1295-4A8B-9A18-9C24EEE2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2763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B64C1D-5C69-45BB-99B9-CFD1BDC7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2763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часть MAU, которая купила подписку или токен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4F0362-8C2B-482C-9B1B-B2822B40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526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источник выручки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CD971-5354-447C-AB49-EEC14BAE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B11E95-EE4C-4EB2-96D3-BDC0ECC4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A4932E-05B8-42F1-B944-131AB33E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от подписок и платных генераций до/после комиссий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8653D6-841A-4917-807C-F7002936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 потенциал бизнеса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2D08F-6204-47E8-890F-75FDC6C6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BF0E7-A997-4A4C-94C3-C7212329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7650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3D8C5-CF8B-4533-B9CE-517BF63B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47650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переменные расходы на AI, картинки, видео, storage и ошибки генерации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B3384C-6864-49D1-9AF1-5B6285C4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чем выше COGS, тем быстрее съедается маржа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9CA46-B978-445C-A789-470AD031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2E928-F7D4-4A6C-9609-F009DAF4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74089D-C4E6-45D8-9208-B45AC3B2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одного пользователя или платящего клиента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4D40D3-F539-4E43-B873-10601AC3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CAC выше LTV, масштабировать нельзя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9DE86-FB81-4A95-A187-8EEB8596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476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967E77-3454-451B-8608-0ADB0CFA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76650"/>
            <a:ext cx="1200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66601-A2F6-4C73-8469-6D7B26F4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76650"/>
            <a:ext cx="27146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 до следующей проверки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35AE4E-DECD-42E8-ACF1-F649C111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52900"/>
            <a:ext cx="4048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бюджет риска, а не обещание прибыли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33112-7774-4098-9347-48DF525E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Финмодель ниже — не обещание результата. Это рамка принятия решения: сколько нужно вложить, какие метрики должны сойтись и когда проект может стать денежным.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67254C-C839-4A5F-8E60-5B271135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7434782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38AC02-AF18-42D0-A8DC-5279A975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67B7A-1553-4ABD-8564-F52C9970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3BED0-49F7-4178-A1A9-38020C2A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5119CB-243C-4ADB-AF1F-831FF98B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B3841-7DFB-433A-B477-49CA779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FFDF6-DEC3-4AD9-AFCE-42A8B2C2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37A84B-CF74-49D1-9C23-DFD23BE8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832BB-56EA-4AEC-A012-9F0CBDC7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08226D-9D66-4393-9177-E4F38282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38378-BD72-4FD0-B558-C8653E36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7DE2C-5777-4EA7-9A72-01E99F45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4C96D-B8E5-4FB8-9263-943360BE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28ED6-823D-4C2C-8E21-28E17F82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1862D-C6FC-40A1-A63E-4703F82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B56E3-AB5E-4000-992E-654CB9F7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56414-BFF4-4129-8F4F-57BE13EF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18AA7-FD28-468A-A985-F7573EF7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C1183-ECF1-44E5-B79F-916F1897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4F713F-CB6D-401A-B439-EFC22DF0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88A3EB-C816-482B-852E-09A11C88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43CFE-0717-4B70-8A07-F9EF1F39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A6BE9-7203-49C6-B975-710F19C7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BC4C3-0F0A-47F8-8547-87BA435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088DF2-61CF-4F47-AC04-2BA26D55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4B6231-2A8A-43A2-8D57-2FA17283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790195-6D2D-44E8-A6A4-8C495B61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92FE99-E7F9-40B0-90E7-E57EFB68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769404-5F3E-4BC5-A3FA-9F52CDD9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7ECAC-FC14-4BCD-B982-BA1F65DF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CC2868-2DED-4159-B3C9-57A55ED8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9E91CF-EE13-4CE3-8A67-A8418BA9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AE545A-A27A-42F3-ADC2-1BEFF54E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6E8834-10B6-41A2-B4FC-2E045384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E6C807-B148-4FF2-8812-1B2AE193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51EAE8-092F-403E-B171-2578C58D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5DAE2B-C0C6-4B40-BCC1-97B9C6C5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3A625B-9F97-4024-9799-D8D41687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72F6CD-6A76-4442-9237-AF95E8CB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28BCE9-D194-4665-9E49-9331A8EF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247CD4-FB4E-49A0-85B0-12559349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AC0632-BEB8-479D-A7EC-ECAAE44C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D1DAFC-69AC-458E-9AE2-E39ADF15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7D5A21-2734-4ECD-A7D0-64E66F38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0F08D5-02EE-4EE9-A559-5C420ECA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1B24C26-CE99-4FDA-A77F-E000B8D3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0276B9-61CB-4B88-B175-205ECF4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7AA476-2862-41F7-A425-31D2CB54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590245892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D92A54-2509-4DED-B1C4-0DF6B17B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5D1F5-BE26-43DE-BFD0-95920A39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3C833-6A65-402F-8508-6EF1F84E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6CE581-6A01-4418-B6BA-043017CD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4AC1A-466B-4CAF-9B19-73D7D8CC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D3F27-F185-4D9C-968B-A25FC674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3E099-78FD-421B-8591-9FF0524A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A249C-6381-4DB2-98C6-09531FD7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165EE-EC1C-457D-99AB-A4FB3DB8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0BCA4A-6509-4CDE-B88C-2ACFCB79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CC8052-5FCA-4F00-9F00-B17B10D4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773C3-72FC-40F7-B5D9-A1191147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6D96B-B7E5-4269-B3CC-BF2557D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B6C72-ADB0-45CF-BEB7-D1E6FD22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5266EE-95AD-4705-AF1A-E8632631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A243AB-971E-4603-830B-74BB4403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9E527-01A3-49F2-920D-AF60576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14B6BC-3DA5-4898-A455-A5E78C75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4AE2B3-A00E-4262-B8DD-1C296738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43F4CF-6851-496D-A7C3-1BD8323F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5B487B-6EA4-4B21-8724-BB163437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128DC-95BA-4834-B242-BFE54F48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20EE4-6B5F-4045-923F-27B8D5AF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EAD9D0-59F0-4C86-8DA3-776AD6AC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0B15A-39C5-4965-AF9C-7D07D5FD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A50E7C-6CD5-44D4-850E-B29A7943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0EB29-8EFF-4470-9273-462AF9C2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63323-9ED3-4B7B-9448-C9D25130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846CB3-A837-4C45-B9D1-57733899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65F303-B0CC-441B-907F-8AAADC07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296F3D-3808-44B9-9772-606257D3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ED967C-B619-49F9-8991-DE8C25E4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A8D5A9-2D42-4188-AC44-0AEFB0433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A2B2D3-6631-4D21-B989-D3A77079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592663-5770-4C90-876C-5A71157E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82FB44-66B1-43B5-AC7B-5B3E580E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C71EDC4-13CF-4E00-809C-E22952ED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E55B1C-5B81-4AA6-B378-A2F75BD0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11D6A1-CF42-4655-9FFF-47EB24AB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4F2066-A7CC-49E5-A8F6-42526C21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F5B827-9D7E-4AD2-A806-744BF96C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167B9A-BBC6-4ED4-8B04-4E0349F9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6A980A-DC0D-49E9-8799-ABCC84A5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594F7F-4C07-4735-A3FA-6F7F4D7D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94863B4-FDD6-4E6F-9D31-57563FE0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B3CB6D-D695-44B3-8566-6B60D2BD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D27B9D-D0A6-4AC0-8BE5-A89C5F8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89861D-07D5-4729-BDC9-598F7C4A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C126B1-E681-4106-B734-72514932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2BCC293-30D6-4603-8628-FD93181C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AFAE84-E586-4444-B537-42620BD3D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6815A38-4478-4720-B042-85B02BDE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68457AF-530F-408F-9A24-72BE5E67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370707-CF41-4D2D-B6FF-CCFD8C0D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A372B4-FA3C-42CD-9995-20640765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5AD19C-06A8-4C4D-9BB7-D4295A65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3235AE-0116-4059-B030-448DAD59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BDA7C8C-333F-4EF5-A3EF-BCCE48F9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82688F9-10D0-4E57-8338-9AF68312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67A2B8-A81B-46B9-B662-087B98AB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54E3C1-A384-4A9A-A12A-A0C7E939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4E64770-4B63-4739-AAE7-F142BC41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ECE9AD7-605E-4519-88A6-DC696FEE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7441F8A-DB1A-469B-AF1D-FE87BFAE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0D96AE4-BD11-4AD2-9CEF-E727634AE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6E25E1-01AE-4273-9222-AFCA64F9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596CF92-9588-4F60-B368-EDF9E78B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FEB3A8E-3C48-49E7-B09D-49EA87DE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A0493C-C694-4374-97BE-7350AE3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126AF99-82EA-42CB-838E-3A43BA2B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2F8F47F-7A6F-4EFA-BF7C-D1BA5A55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7803695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51D662-D1C8-4EEF-A6BF-D61DB1EC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9825E-2CC6-4D42-951B-23004DF7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E6A67-F382-49DA-936A-F86DF8CE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1D77A-5CBA-4FB6-999B-5F3796F6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0BEF6F-F906-484F-BF07-5F95A1D6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Финансовый путь: от проверки до cash-out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F0737-0B02-4B55-8151-5A99A8DD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23996-5909-4E81-A55C-74CDECCC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FE288-9EA4-451A-88AB-6D784551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B60FFD-49E8-410B-84D0-F3DF879B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1715D-87D9-4E22-9FE3-CD47E314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0A7916-9BF4-4E75-B32F-27BD390C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EAB3D-EBE0-4D73-840B-D335B8B1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Финансовый смысл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F04B0-A6D1-42DE-80DC-BD0E1608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4574D0-7F98-4895-AD18-64C8DB53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8A178-FE32-47C7-B6CF-E044088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E65E5-0A95-474D-83F1-7AB526F3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8C1C69-1B36-44BE-8865-BD8B1EE9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8269F0-AECB-4F68-A3BB-91C17C3C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paid intent &gt;5%, Canvas causality &gt;50%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8EDC4-4FA8-4205-81D4-AEFDC5C8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7EE5C6-5F03-4658-94A9-FC77CB97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выручка, а снятие главного product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47F4E9-A416-48AD-A9ED-5BA9AFCF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7385FA-3FA9-4EFE-8653-16626410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делать / не делать MVP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1CCC0-9224-4CCA-8C91-CEDB6332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DAF916-E161-4D1F-ABF7-3644573A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выручка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62815-A6D9-49BD-AB58-D42E30E1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35889B-B3B5-4A9B-9FB4-17A18547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payers, ~$1.3k MRR gross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DAEC0D-7CE1-4D5D-903A-9B0BBE3D9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F54B63-9267-49B4-AF60-025C4E0C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подтверждение, что люди платят за формат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750A08-4438-4D5C-A043-EFD5551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13E88E-9E90-405C-A772-035DAC61B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оставить price / поменять bundle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97BD8F-AC20-4F8F-A1D1-9C41C2F2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FB6CE7-8054-481E-BB74-87430B01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Путь к break-even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98A9CE-3F95-44D2-A85C-8543D876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6F4567-8A18-4669-93BC-0B6A3764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1k-2k payers, ~$13k-$26k MRR gross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B585C4-FA3E-463D-B3E0-B1B10E6F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E2AE88-DFE9-4D77-A587-77B128F3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покрывает небольшой продуктовый/ops костяк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A0E337-A946-44F3-A215-C3562D6A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2D8632-3D58-463E-A222-66AC95EF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нанимать аккуратно, не раздувать burn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0113AD9-A400-4111-BE0E-6CCC6455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701498-942C-4422-8C60-55597C3C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Seed / стратегический рост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C9351C-A17D-4C2A-88A9-218B14EA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8B427D-29B3-455C-A024-69F145F8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5k-10k payers, ~$65k-$130k MRR gross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369E38-469C-4399-ADF5-0A13469E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04EDBC-4437-42AD-B245-53BF0DB6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инвестиционный или acquisition narrative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8BFE500-F579-4FA4-8FBF-32D68A033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AE3C36-0591-487D-BFD8-FE11B97F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масштабировать GTM и creator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6CB074-728A-4216-B68E-592B2EFC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3506F1-8129-4F7D-94C9-9755867E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Cash-out опция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CCDF8C2-A045-4696-8C8F-3528E7EE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080EB2-1DA8-4AAA-B4C1-35045B93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$1M+ ARR, удержание и CAC доказаны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0271C6E-BAF2-4BB9-AE61-E26906F2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F74C5A-22E3-4707-8150-47D70F9A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обсуждать продажу, revenue-share или рост как standalone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E05C6F9-6767-4FCB-AB5D-C202D581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4CB06D0-3B6E-4B06-B115-CE20F106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выбор: cashflow business / seed / strategic exit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B16F4E-D10E-4AC2-94F7-2CB1B8D0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519932656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AFFA3F-91C2-47C3-BF02-4300FB34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9E58B-72AB-4622-AC9D-9E4B4B06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013EB-F32C-4719-A2FF-13BD165A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E46EB-9687-4197-AF6F-F47C8763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1FE42-E669-4B3F-86D5-B10F825A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B0E242-4028-4BFF-934C-55EE48FE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3CB658-908A-478B-84DB-31BE9957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72EEC-003A-477D-9885-693375B3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34E4C-35C0-4BDA-AB88-D2CAE657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F1A526-923F-4B15-85C5-9EA3F975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CB0E5-8295-43BD-BA69-A2D639A8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4DA91-0BFD-49A0-B9AD-4D90F3AB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23AA8-3E0A-433E-B493-09168DD1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B1ADD-F6EC-47DF-A4D3-5776E90C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D645E7-4850-4D97-968A-3D24CA35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61168-C432-4259-85C0-4E6BAFC7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2AB05-1D50-42C2-A467-6A2A5729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F88E3-1AD2-4866-9AE7-C239E9FB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13F7E-8861-4500-9708-7CF3823A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57A3FF-14C5-4156-90C4-190B7FB1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854006-04A4-4455-9626-BAB2F221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1084C-942B-444B-8930-AE4535CF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ECAAE-449F-479D-82EA-610CEC16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E148D4-4857-4A84-9B72-8D18D596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3CD44-3882-4EA5-80A8-71B19695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AE4505-36B3-4615-A6DB-0C1ECC3F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3FEE6-FA8F-468C-B8A1-401322DE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37C80-AB77-4BBD-9EF5-45133F27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E7740E-662D-47E1-8548-7581DC47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BB3470-BBCD-40B7-8A49-0E1E6270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4BF26C-3003-4DCC-9405-18FF3123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6A33F8-F159-4E4B-A587-E0FB77C9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7F1EF-CC27-44F2-A158-B38B098D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8257316-1DFA-4376-BC77-156C579E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DF618A-5FBF-4EA5-B360-D7BE9695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C90E54-F764-419D-A1FC-F5A9EAC1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22725-EC15-47CC-AE7A-DF412CB8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A0199E-FF25-4DFB-93D0-2AC9A86B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5A1F47-D24D-404E-A6F2-05469B79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867DF3-182C-4E14-BD32-5118CCCE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2FAF7E-1528-492D-9EAB-0E6F512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7D4FF8-D6D7-4652-9C36-B75E71E0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7D5E98-32C1-4997-8B40-8887DE9C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294A559-F1C9-4F42-82A3-9324DEAD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A730DC-C364-4C28-8446-F4B10AA7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0163E6-B0FF-4555-BABC-06F4D9D6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6338A3-E157-4106-843D-4EA0A920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03BADAF-078E-4CA8-9930-53657DA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1EB811-F76F-48D6-9899-82E152EC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E5F7CB3-59F9-41D9-9238-467092DF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8CC60C-C1EF-4D8C-A782-B8EE14CA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6D4A633-77CD-4570-8B7A-0303621C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5EC9CB-56A4-4BA0-BC12-10862F5A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39E3BE1-5AAF-4D46-9EEC-03C6786E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059117-2328-4BC8-9942-6A6BCA05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3326B77-FA89-471D-AE48-78672893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6EF1CF8-1F19-44E4-A307-FDA222C1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D3EBD8-A33C-43F7-8FD3-88A16894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C78A82-33D4-4414-927B-21CCB80F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F1C60F4-A75B-446E-9BC1-50D1C564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40E89D2-DF9C-4B3D-A853-B42A2AD4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58F47C7-BB5D-4E53-8832-B810CFD9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366407-8A56-4749-8DC1-D073C11D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ED4314A-670C-43FF-A1AC-8EF06B3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C70248-09CE-4EAC-B568-64D45BB3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8A502E-3E8A-4CF2-9514-2512A4BF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9B89170-0CAE-4746-BE47-37D93F48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B2A185-0623-4F05-9467-8C5E4573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968F938-699C-4143-9EE3-6CF6B9CB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09D2C51-5D57-4521-9D00-54C9D36F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644BE8-9F4C-42DE-9352-733E61DB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AA1061-B5A0-4F69-B136-16E34493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15D50B-42F8-4F61-8073-80A27910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80B3D7-C0BE-4091-A8ED-BA5ECA35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6743FF9-5FF9-4822-BF4F-B72DF286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3DC4F7B-A5E8-46D4-A24D-D080FC73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84F1866-F4F2-4849-BEDB-0C393F9E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BF47A78-CBB8-474E-8E5A-0C878E58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E86285D-2C9A-42C8-917C-834BB7E8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AAE44CF-171A-401A-BA76-16C6F3EB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FFC5AB0-8053-423F-838D-20435AF8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4E68CC-2AA4-4CAD-A040-D133B6FC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560A19C-F57C-4B8B-A50A-7F79F1E3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7847A89-9D8C-4668-ACFF-E2140649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B2770FA-DF42-4042-9E3E-42FC35DD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558E1B1-EA4F-4256-9DC0-7F8EAD24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3C7F96D-A18E-4383-AEA5-3BB5433B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4307E92-3B30-4D1E-882F-EE5A5B33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4530127-6012-4F4B-8C02-669A9D17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CCA0E80-04EC-4A88-A7F5-52B5F6AA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1E45FA-F0BD-4E3F-AAA0-3D287DB6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84F17D6-4411-47A7-8545-1DE712F9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111716427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F37504-D196-4855-91DD-66DFA395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66EA1-3FBF-4612-9307-4ADDCC78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0927D-EE4E-4FD1-944C-A6E944E7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7AB53-EA0F-46F1-AB76-7EEA28D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6D857-64E9-4A62-A671-3FC34170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4AEEE8-8D79-4850-BB8B-A22A2609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3CF33F-FEAE-43BA-8D68-F37546142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99FE1-9327-42E8-A469-F0B4A363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39222-336D-4BEA-BC00-A85771FD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3CB54-DE5A-4160-B436-D9C2003D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F5528-1406-4A67-9542-AAD378E3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BB113-3C4D-4ADA-80B4-BD7F7ED8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0D7DA-AE56-4991-A8E0-D6202264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33DFD7-BC92-42AB-A0CD-E7CEA99D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630E1-6A65-42C7-B095-E961DC62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72377B-5BC1-4BB7-A328-1F9F5FCF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794A59-97B3-4766-86F3-EB4E2BBB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44116D-25D8-49A8-B051-C3C98FA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AC071-522F-49B9-8ED3-2DA99857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D4A43D-9ED7-4C93-AF44-94DAADD7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1AEB2A-93F9-4A51-B51B-0BEB2222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7AB72-54FC-4214-8CEE-8ACAD3B5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58B11-13F6-49F8-915B-86E08D4D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65068-00AE-4348-AF04-03FE3FBC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7F7BF9-804E-44D8-9437-A98EC35C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E954F7-92B5-4F47-B52F-56DDC07A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D2B9B3-989E-47C8-9C9B-DCC0C133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870C9-CF02-42DE-8FF2-8E460FC0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48F01-E55C-4FE7-B959-C74A7A23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54093E-2305-4E39-A6F0-5A8F94C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129E3E-91D1-481F-8640-8C42939A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DBC86D-C8DF-4D36-99C0-ACF1DE3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E799E1-297F-4E6C-83AD-9F61FA53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F2F9B9-72F3-449A-A214-31BC32D8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63C0BA-09CD-4C44-8B8F-ED9E8232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334196-EBB2-40BB-B88E-345267F6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BEB855-56C1-4C12-AD23-0383F587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C11A80-DF94-425F-9D0D-517740D9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206C42-6A8E-4FEE-B99A-76D335C2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9A3FDA-0DE7-4548-96CE-BB7E109C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72BE66-EA29-442D-8198-3F81849B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E841FBF-5F63-480A-B03F-5FF36198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AE951D-DCB5-473C-B832-C010D89B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07336A-D4FB-4089-BA0E-C4567657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B3CE406-457C-4C34-9446-A118383F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DD39FD-E68B-40F8-9A32-43BCE356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2663CD-D655-44C5-AAE4-2B39401E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D3BD9A-B3EB-4CD9-BBD3-BDDB550F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E9E7BE-2340-4453-B2E9-23021DDF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D4A668-B792-4593-95CD-99486BE3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D958A19-9C46-4213-84E9-75E240C8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1C2E00-716D-449B-846C-949D5522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02E662-12DB-424C-BBF6-DD8AD8FA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30BE300-8E49-47F1-B034-9DAE97EC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C4FCA94-EB1D-4AE5-8858-3D0902AA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C208BF-216A-4B4D-B2DD-561B6CD2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5D7732-D03C-44A5-ACB4-45544062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EC10A93-7A6A-4C69-B14C-CDD27DDD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7473018-3FA0-4AEE-89CF-A6D3F5B2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A429EF9-7468-4DFA-AF31-4D52AE468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41BB3F-879D-4A6D-B5D6-33A1499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CA4657F-9720-45FA-9C9E-B910FD5F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0BE79A-9BBF-4A19-A9AA-C691ACD7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D19B29-C99E-41FD-9FEB-2FB9480C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227F9B1-F2AF-492E-9B82-0D0C93A0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9AFB40A-651D-400B-9937-785ECA42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99BA33-8B9F-45B5-95E7-68E78A41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F9959B4-A9E6-442E-B01F-4ECB45C1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595A93D-9307-4D45-8BAD-02F6BE02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9DAE1B3-120A-42F8-B6B0-836C06EE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1A1FD0-5DB1-41C2-A742-3A4F4DA1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D72B27C-7C97-4E7A-B4FD-D56BA454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D8C725-96C7-4B3D-B740-46B34215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2411CA8-9869-4767-8078-3C79B799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0007AC9-C481-41B4-BE9D-AC4C496A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978130-0788-4BA6-9F32-8F906C2B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85B7CE9-8ADC-4FCB-A766-4ECBF9E3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88AD14E-8624-43B9-9073-E1CEAA42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0A21946-73DB-4524-9A03-0AC73FB7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0E52FA9-D099-4BC4-B920-6857A74F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B53ADE0-278F-42D4-9DA7-B94CDB19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2EE4D1B-08BC-4C83-8C91-1A4FA2AC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1C8BCE8-23FD-40A6-A14E-B4677D29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731464-0C1C-4C71-87FB-DC4A7B0B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B17BFB5-ACCA-403E-9290-AFC8EDA9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A4D60C2-EED2-4B2B-A6CB-D45F567F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9827DC5-F3E1-433A-B142-8AF7E509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CCB62D6-33E0-4BF3-93EF-439747FB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B26619-3AEC-4D43-8A4E-C73CA177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130100-5254-4B90-8775-9A3E6005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€80k-€150k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F10D3F2-AC3B-4218-B4AB-9E9E2A4A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Итог: первый год лучше планировать как €80k-€150k runway. €4k-€10k — только первая проверка, а не весь продукт.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5185DF6-E803-469F-BCB7-E7514F26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338390118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955ECC-D2BA-4210-9F21-4F2F9628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4A0AE-E89F-4D57-A0AB-429D565B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F269C-262C-46A4-9224-07F8524F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92426C-659D-453A-9D65-6D21AAA6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FD9983-4969-4232-A063-8E2C3C46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1E358-3328-433A-9C59-FEFC4F72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0E59B-278E-4456-BF5C-D6B7C976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B8E2D-10FB-4ED8-8C55-5B6E266D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32A2E6-B96B-4FFF-A2A0-74710F34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654B92-3E81-4BD5-9879-F43307AB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46A6CF-56BB-4C71-BB7A-8346BBD5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5ABE4-67F4-48F1-A877-81597595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30B1A-8CFF-49A5-9F3E-555B66EDF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910EF-FD11-42CF-AA98-DCFD09A8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DD405-666B-4761-BFCF-E2F040BB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55B4D-4F5E-4F22-95DB-1E6BB77E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E7F5AE-797C-4A07-BCF5-898B2197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5747B-959D-4ADE-B47F-95D55CE2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870D01-4FD7-4DB4-9123-9EC4D8FD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86D8A-0076-4D3F-9AB2-ADEBCA60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A542F-1D34-4B87-B5F7-E75D721E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EE527C-9100-48E6-AFEA-F0151A1A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33494E-6A0F-4E08-8814-DE4C728C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BA21EB-3F6C-4B13-83F4-A68B667F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6B574-C404-4D83-ACD4-7F116A40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C68178-0198-4BCB-97EC-B40C5936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93DA1-1F6D-4478-9F32-D0B8FB5C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0CDF93-C9CC-49CF-B875-2F8BC951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04E601-09FF-4ADB-BD38-030D1D07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D1DAD-4207-4B58-B631-7408826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DA26E-4F3C-4B32-82E6-375AF1D0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8354E6-45EF-4428-945F-B9FEF66F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B5F79E-A879-493C-9D51-FAC2802C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13D3E5-7481-4BA6-9610-2AEA7D58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44EF1E-331E-4F98-9C6F-A9DBD324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B6E58D-67FE-4ABE-9A4C-D9D9A82F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2C41FF-1BB8-4A41-8A3C-9FCE39DE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CD8D71-2DDC-484A-B6FF-0D532F07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B660BB-6A7D-43C3-A1AC-A3819794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FB6F20-6391-4BFB-B7EA-645CB409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E84D86-51A9-446C-9F3C-B6B9C169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B98DC4-0A53-408D-9AD9-6595BF94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C7BFC3-254E-4F05-A4D1-0D1B6CBB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28C0CB-F934-4202-B5E6-6A18FBB6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741145-D808-4A9B-B376-2EE1DF08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9D0881-D1B4-4366-9795-8221EAED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7E22DC-AF3D-4E93-91F6-0D2C8DD5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EFA64A-A3F6-4084-AB8E-3473030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B93B2E-E1CC-4E6C-89C3-DE0D831B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DDB93C-E23E-403B-85DA-EC9EC350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A0DBA8-74EC-4B7F-9726-3757A4F6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E30933-D307-419A-BB3C-B7A22731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70BCF4-5C4E-458C-BE93-132EB0EE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511EE2-94D3-4148-9DBB-2BE89AF4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A02A3A-3264-472E-9C8B-4D5E629A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5CD68E-0A8C-45FA-BBF5-CC451DD4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4E3B6B-838B-4223-8274-5E468B49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126ABB-C62B-4A44-BE37-0C13B441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FC039A-8451-45F0-83B4-0FDE0F15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7F34A1E-4903-446F-9DDC-C4E2812B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BACAA09-A5A5-4804-9865-952551B5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AEF3C6-B1CA-4F36-8ADD-C668A7CC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407A28-6B3A-433A-8188-9D6C62D77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A35FEA0-2ACD-43DB-BB25-21FDB546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6F83C41-E882-4D4F-854D-04C40EDB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37C874-229F-4A0F-A3FE-F2AA001A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D9DBF47-0227-42DF-B057-F83B239D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EE9577D-1007-40E9-A5CD-441C2FA0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E7DC029-F9E2-48C6-B207-F9189DE1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E80B7BE-DC04-4A79-BC24-94F2AD26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73789B-1791-4DCE-9E1F-3D45AC28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1F60691-FC80-48AC-AD83-BF71DFAA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531EA0-B55F-4F8D-8DDC-39D9E57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6DD2853-45E3-4A5E-B3F6-FFEAAC10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37E7E8-A103-41E4-BA96-9FB0A85D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536A47F-7973-4D0C-AA7D-ED69C83A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553E5A-A5CE-4CF7-B5EE-94CE45A9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A826E7-2027-4902-B742-74F6A447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F9ECA9B-7EBC-43E6-B431-B7A983AF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0AC7821-E6A3-4D21-8C2E-192E107E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FE0C39B-3F83-4A7B-AA73-E3F8861B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340F69E-E136-4E5D-A073-D9B43A12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8C7E434-5142-4C1F-A9EE-03D69AA7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396372B-9519-4388-A61F-9F931BE6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1608ECB-6ECE-4861-87C9-24A29692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40C9A3-896D-41E2-969B-5F1CCA61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-€40k…-€70k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C315E3B-987D-4C7E-8142-9DCB9283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3F9E935-E04C-455A-A4D3-CE34F144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-€10k…+€20k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4DD8B5D-FB5D-4AFC-AAAA-90BE7B86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56F4CF5-9C24-42F4-9E3D-00F7F3E6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 ~€80k-€150k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22A4DCD-7B8E-4DF3-8D09-2012545A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вероятнее не в первые 3 месяца, а ближе к Q4 / Q1 следующего года.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08805B9-D218-49E2-ABD7-8D2D426A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791168909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7A7CE8-D9B0-48CD-A04D-3C3BBF42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F2CBE4-81B4-4092-B071-EAE672CE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86A16-43D4-41D5-9C27-E96169FC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9BA0C-27E6-48C8-8054-659D709C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5EC15-A8DB-43A2-A8C8-39A34EB8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A4FAC-3465-4698-9512-3EEF46C6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E43AEE-B845-4A38-86D8-69D9A453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F13C2-AB51-48CD-A79C-FF07E656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E68E9-FCAB-4A95-8046-62963F25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CA48F-21EC-4C34-BF1D-785A977E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33085-9646-4368-93EE-3DCF8D0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4CD99-8724-4F87-B20F-41A1C34B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CB72E1-499B-435C-A92F-E2270D5D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2EF3A4-D3BA-462C-9ACF-28924DBD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F5839-52CA-47D4-8130-C0B74119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2C6BC9-4A15-4FB4-A4C1-0C967628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C3896-3C97-4488-B703-79AA3ED7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576CAE-1093-4C04-BDD6-598413E6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28846E-5C4E-4177-A2C3-A0175BD0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836BF-29DE-4671-9B81-61D713A4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1448A-434F-43D1-A780-DDA6F4E6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0A7FA-5FE1-4C62-BE77-436C9DB7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314F0-25CC-47FC-AFEC-F1D2BB1D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06DFE4-526D-4FB4-A26E-DF379181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3EF65-DDFD-4612-BF3F-0F181733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07D96A-A765-41B1-A873-41543CBD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661C07-8C8D-439A-8235-B3C5D8FB3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5998C-D56F-4FE7-93EF-C42BAD0C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0D999F-D535-48A7-B7D1-C4A61B6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02AB2-D364-49A6-8BA7-E4C97AD4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872772-2B13-44A1-86D6-A2163793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7DD4F-DE36-4BA8-92BA-DEFC6F9F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0F7A1E-2316-49D4-9814-460AB106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9BC832-7560-4087-A93D-96EA10A1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AE9522-A011-48FC-8CE5-7FCB05A6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D6ACCA-D142-4BBA-A690-7A6290F2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7EC708-0F76-48CF-AEF2-E83D4722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E9C2B7-1ED4-4500-BFE1-6B812C24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0B5C65-28D6-413F-AD34-45F70FAF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B531BD-3D6C-4F6B-8F68-3D79FD4B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A8C957-8EFF-4DE2-BC8A-EC9D7CD7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6AEA7D5-833A-4013-9A81-CBD80F904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7624E2-3FBA-4729-BF73-391CDFE2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0F9AD5-6ECC-4525-A2F7-7C6FE4AE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5A2B9C-D102-4404-9B71-C6DA4E4A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18A313-57CD-467D-9239-E48523A3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AE40EA-AB07-493B-8302-F3044B20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8D975F-2D5C-4B2E-8C5B-511DEBF4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CF09A0F-52F4-40D0-B663-379F1ADA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6323B0-2A69-48B5-A564-ED6192AF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363EE3-724C-4DDF-A2C0-FAABF633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CAA69D-C882-43C9-BDEC-61C7E00C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F6FBD59-5FFC-440E-ACC9-EBC33845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25529C-AD28-4561-B884-221429E2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6EDB9A-E250-4964-9CF0-B40E9200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FDED3E-1DAB-42D0-8BBA-996629B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74AF8B5-C48A-42AF-BE0E-D937F6C8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02033C7-37D1-47D7-924B-63AB7D2C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C59243B-6460-4C2F-920E-ADB80A7F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12EFCE-E2A4-4F98-89BF-F8DACD1F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FC677E-C60C-47B4-A76A-B1627E0C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49DC003-87B8-4CA8-A59F-A6BF9404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7DE918-852F-4CDA-B076-7904350A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9FF038E-6ED5-4FB1-9205-13F93070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F6079AE-B7CE-41A7-AEB4-F580CE4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79F1309-429D-4FF8-A53E-6727DDE9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6EC08E-6225-4DCA-8538-79C70401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A04B63-D12D-42BF-807E-2F3FF55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257566947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5792B-F386-4AF5-AA98-C795C88F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18562-6946-40CC-B53E-7B3CE014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C6B2C-6384-4E8F-96C1-EFC79F815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AC841E-BCCB-4DA7-A84A-6741F0CA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FF6E3-319A-41C9-9658-B67D8E30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7AFB2-275C-4202-A56B-C0AA87FF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9D232-29AB-499F-A908-21748459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B2F3CD-FF8B-410A-8A51-02321704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B1DCC-D7FC-41DF-B648-84267869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5CCD58-80A0-40DA-8CBA-B30F193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80F70-C0AC-4F30-89E0-2729A5FB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E283F-A537-4845-9B26-CA829EE1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6A220-3A29-4247-A8D0-0F9158EA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B7F22-DD72-4BF0-942A-3B47439B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A4B44E-2191-4F96-AD79-0A05A480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4E3A28-8D8E-4CB4-ABE7-43EF6A4B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B3003-6176-4E51-97CE-C9A87AE3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AE244-CA99-49BC-A91F-52B0A119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C9B521-7868-4E4B-87AE-558AB22C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ABDD3C-CA5E-4028-BB20-571F319B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FA9093-490D-4862-BECB-E39DE28C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66B3B-DB21-4F22-A85A-AD373026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B86A61-5EBF-4BFC-860E-410C50E3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3A189-CE67-4E73-A404-50A66AD4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66C7BD-A5AC-4CA8-9C0C-B9CFE9D9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E8C94-3C26-4A99-BA37-71888A9A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46E6AF-290A-499D-870F-CAFB34E8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1850F6-FDDE-42D1-968B-5EF7536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8D4C73-B28F-46FD-BC11-2D9BA20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B4328-FD4C-437F-876E-E3010EF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75D422-64EB-4D64-B002-73B97B39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49123C-216A-4866-9EE9-22979385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572EF0-CBA4-45DD-A5B4-4AF2540D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F29B38-5980-44C6-BE61-8D023F4C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E5C15B-EDBA-473E-9130-F8A4CC33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907249-3DC5-47FB-A19C-76BD5D57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0897D7-85FA-40BE-A379-DBAB673A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5EAB99-821B-4CD7-B976-FDE5CB55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36C97B-3198-4B42-AD3E-29C5A068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4BEC13-FF44-43E5-AF8F-A3B1A3D2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29709F-EE6D-4D03-9F1D-B8721B0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E6C3CF-228A-4ADB-B980-0A12C06F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8781CC5-1A0E-45F8-B6C9-62F7ED94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404CEE-AC8C-4DC7-B8E2-FA4395D0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4C100A-314E-44C4-9E71-C34FF059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7E3C2F-E2F0-45F0-9AA1-B1D28CEA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BAE7D2-AE2E-44C5-9DCD-151485E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EFF8B2-2171-4D41-8785-DE740C97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F53152-D741-4A3F-9DB5-D0EDD5C5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0B8516-1070-4DD9-8F2D-5CD908F2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FF97B8-375D-4D4A-BFE0-DBF8446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BA2944-8B79-4C3B-950C-F76D9AEDD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D71C74-9798-4F12-B8AC-D73D7AB9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25E1B1F-F3FF-4A76-9675-BF873E3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341B1F5-D815-49F6-94D4-5F4ED97B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0EF2D21-BBC0-4BE1-B9E2-C5094FF5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983194302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438BC4-0482-44EA-A4FA-37F75A93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89E1A7-A75C-409D-B675-9293B599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B25EE-42DA-41AE-8ACA-6D4BFC48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58040-EF0F-44B7-A672-6144916F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508E0-CF6C-4286-A670-0AD6E29C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5D583-EDF0-40B0-9226-C19ACE0E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7A129-94E5-4304-B49A-25EE29D9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FBAE2-F173-48E6-AFDB-C4CD02FE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15AD9-8CE7-4E52-875F-F22CAA75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811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E42A7-64D1-4AD4-9444-49830D363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478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E2807F-9D39-4E47-B3D0-AD36BF9D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3811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04EF6-16D8-41FA-A551-E6A52601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478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54186-B31E-477C-8A0B-D6736906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3811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1A4CF-7C85-4885-8CEF-7A850D7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478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6969DF-16B3-4F41-9F2F-46ACDAE6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3811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7675F-DB59-45BE-8AA4-D97E8BB0D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478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5B18E-96BC-41A9-B5D2-EEA414C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335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AB900-3CD0-4337-B966-3A480591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147EC-A34B-4E68-8ADB-8460A5E6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CF56E6-DDAE-4855-B058-2DD4FA0A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002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81F3A-3EDA-4092-8262-D639993D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335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04FCD-3D74-49BE-A213-33DA9DC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8CB4A1-A23E-4511-A1F0-AA002CE8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335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93205F-69D1-4833-AD7C-F575A753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002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FCCDBB-01DC-4B85-A061-D243CE00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335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39EC7A-2B71-488E-A805-17F25F7A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945E6-AE66-4410-9EE0-DEE594D3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860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B49314-73C0-49CA-8EFE-6CE5DDF7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2A3C89-8A8E-46F3-9519-83B40B1D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860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FAAC9-46F2-4FFE-B8E8-78D814D0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527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C9E00E-3B56-45CF-AEFA-4713C3D0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860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28BD6-3E36-4A4B-B32A-BCF2E1B8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527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724309-A504-4803-B725-C97F9480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860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FA2D641-4E08-4BCA-AA48-148CEC4F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2B0CBF-EDD2-4AC6-B39F-58126D13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860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7FEC52-912A-40F8-AC2F-3891E55E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527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9915FC-FBAD-42EB-9FC1-03EB4E28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384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0BBF7C-99A0-4C50-8502-A36239CD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570374-CF1A-4F0C-BA47-6963E3ED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384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4CE6A5-C24D-4A67-A77D-DC9BA490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68E68D-09C1-441B-A05A-C353D87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384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971C11-EB57-4FD4-A625-BB135BFE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2305AF-3146-40E0-81D4-68F92537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384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6EF9AD-5CF4-433B-A61E-69C3BC46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352C288-01C1-4539-9870-7792F8F9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384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FB35BD-959D-49AD-9D4D-339AF61A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051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5BE1D6-7D94-4DA3-85CF-DCC0B7CF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909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AB86DCF-9C48-4F3B-92D5-59A15D0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C93979-B76D-44F9-9695-42221949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909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311584-BE7B-43B8-95D2-2790C029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576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B9FA1BE-924A-43AF-A0B5-80D306BD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909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1E8DC6-75CC-4D97-BE4E-EF9C8E5E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576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1FAF1B5-311E-4045-A8C1-4268F744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909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675821-09BC-4BD0-A9B7-AECAF45E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576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1C211EA-2232-4022-AC89-60600247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909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8EBB340-40C0-41B8-A240-604C3816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576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566E64E-3D11-465B-85C1-43015195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433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53EF25C-0429-4862-9495-6098B47B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12CF6C4-3AAF-4BCB-AC44-55295BD1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433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BD4A29-BAD9-4BFB-AF53-49BAF528E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100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641BE6-5624-486D-85F0-A9672819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1433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1E9FCD2-47CF-43D6-B8A2-6F60C0CF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2100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FCCFA90-490F-496D-AB0D-00A91479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4337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5D6CF16-BBC0-4014-85A4-62AB0899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1005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7E1FBA1-00F7-4217-84CA-86F93B5C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4337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D5201E-124D-4186-B1C2-0296F8B1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005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9B96D90-1771-47B7-93B7-76272CE6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958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9711497-EA19-4B3A-B02D-B2940B09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625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86FB80-4938-47AA-8371-E102EBBB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958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058382-BE5F-4684-9B33-8AC18A96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099213-B004-4A2C-8A14-D2B6F554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958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2EEC76-5D7A-49BB-9A5C-4C3B0254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7625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3521C8-0758-4584-AC80-5E4C5B71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95825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E7E5154-3A34-4157-BEB6-7CD67AA64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762500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C2E48F4-0C99-47CC-A7FC-F16B6B50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95825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41EFB16-B741-4035-BB68-3A4FBF81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62500"/>
            <a:ext cx="2800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A2DD34-62FF-4568-A9DF-EF854F80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94C594-1579-4E59-B0F9-6F770F10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791600062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9617DB-4DB1-4CF6-B33C-76895D20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870C6-760A-47F1-A1F8-45CFCE70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1BAB7-0CF6-4C2F-91B8-E3B2140E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68606E-4B94-4517-AC2B-3C1D4D17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DE336-EBF0-4279-92B3-1E37EE84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DBD130-07F3-4942-BF84-BF5C4310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0248C-3D02-450D-8C70-A7E03E7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A0D1B-42CC-4B73-8295-6344B1FE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95B32-A14B-4730-A17D-8ABAFAA0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96025-EA84-4F1D-B88A-ED803726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4DB9AC-C06C-4154-8956-34E8A5FD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B426F-CBEB-4496-9C90-4FED4AA9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145E27-F023-4568-97FF-08B32190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DB4D6C-0835-473C-BD45-71F48711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B9307-B946-49A7-88A0-0633421B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7176E3-4B1C-4758-B3FC-4592BF9F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72F9C-C9D3-4D9B-99CB-7D8602BC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4DFCDA-0E9B-4722-A73C-D874EC28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C8A2F-A39C-4769-B85F-2F44449A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AAA29-F7DB-4181-9B54-4DD3A618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E7704B-80C4-4097-9733-D7F371C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07447-D105-4F91-90BC-BBDD2D5F0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F1C6D-9109-4EF3-8CE7-51AE4E04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7B43F-8E53-4989-A605-BCDAF617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A675D5-30FF-486E-A747-7030071E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B196B-FA0B-4CB7-9159-92547935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5C3C4D-AB3B-4947-9BDF-65C0463A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75B58-BDF2-43BD-AA97-377A8D6A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EB7FD1-5C89-4FC0-9975-DA7D33DC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1EAFE6-7744-4CEF-80B0-EAB76210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4A165A-DF12-4E3C-94E8-34D98C83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B27711-4768-4B29-BA45-8451E4D3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AEE6F7-32BC-4843-A6FC-09C407B2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D59A90-5325-4829-BDA4-1DFD4F44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CFD402-1F98-4702-A3F3-26A295B9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A4CDA3-D033-4DDA-AB0B-86AAFA5F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F715BA-C6AE-4368-B4C0-1087C1E6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9618C7-C06B-4DD5-BE0C-F2F7D03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9DEBB9-121B-4B28-B5B4-7E5638D9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88ED14-8002-499C-B879-8A934DECE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EAD6EA-53C0-4EB9-8B70-AEE6C4BB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9B85AD7-C055-4176-8C3D-9D849914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A4AEA9-0AC0-4411-9096-B3CB9F81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D57D09-8A01-413B-9C2C-20A7FE82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EA5ED92-612A-46E3-BCA7-511B9663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FF8345-B0B4-4B1D-B8B7-0BAD953F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5C98F4-F51F-4E23-8640-3CF5CCD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8C36587-8F97-4425-8B75-DA8DBBCD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33003B-AF14-482C-87CD-B749F563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F6AEC6-1AA7-472F-B8AC-15970FA8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909870-CC96-449F-A274-FF30F5DD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2504CFB-4C34-4C86-8B81-ABBCE7E0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42E115-B806-4CCA-9857-1B12FE7B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2A9B02-1F6B-4014-91B2-0F8040B0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9DEFBE-292F-4FB1-9F5B-554D243B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233181744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EBD8D-54FC-4860-A268-28AB5928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F6230-CC4B-4DCD-BFB8-A397C07E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B5141-ABDC-4B7D-86F2-04680DC0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C6B7E-6C5D-44F6-B0C9-9179EDC1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3B74C-BE5E-4591-A052-6FB21171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95697-47B3-4B41-8D7C-5C96DBA9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3FACB-B8EF-4DAA-BEF2-0F3E584B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061A1A-A984-4688-AEA1-D5FB9922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CFE8C4-0782-4882-AC17-D60860D2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8065B-DF74-42F8-A86E-52764637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A7103-97B6-4E06-9AC5-B96E10BB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449C7-5BFB-4FB9-8443-037ED501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C9D677-3E36-43D4-982C-28F1C87F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CFF3E-5250-4E01-BA45-27C7BE41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31450-B87D-40EF-976E-AD86B1A9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75FA89-3232-4311-8693-2AC7B8AE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F80EB-D9C2-4ABD-8B41-A58555B9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C657CA-6790-4259-AACA-93D9CB63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A7FF8-010E-4EB3-B14B-5150C790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E64F44-5D13-4C5E-89CE-ACF6E5AF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7E70F7-C15D-4BB4-AD1A-85FAC312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E0D65-C5F9-4AFE-AFE0-A6FC492F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279CD7-A721-4FB9-AA9F-548C4E6F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3323B5-5627-43B9-A4D2-02BB0248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47764-160C-4CB1-8981-691AD7DD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99188-A858-45DD-95B6-EC4B2833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BAAC1-3A85-4243-BDC9-9E72FC2D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E73FC0-4F51-450A-8F05-0AE830F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478727-7CEA-4F58-A76E-3B347DEA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DF416B-5487-4DCC-AE2A-3798B712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D85497-2276-4B4C-BBCB-47A161C5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2DF495-7561-45EA-83FA-DEA1BBF7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418831-2FC6-4056-8EB7-45C4E50D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5B4271-9002-4DB5-A3DF-346ED2DE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B51549-F875-4009-B981-87EE2D40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B6AEEB-9686-47D4-A18F-2AD4FCBF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81D9EE-8CAB-4325-877A-A7217B8D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01B037-9D2F-42CC-ABE4-AF19EADB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513480-334A-46E7-AE15-F1FB2FA9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BD85A9-2680-44F1-8753-3836369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133DA6-B8E7-46C1-9198-5CFF3312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698855-03DC-419E-971E-92473F0D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06E782-F6AA-4B99-B8E6-74D34687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95337C-CA1C-4086-8C6F-B3AACB31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ABD049-69C1-4A26-ACED-42800802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DC878B-89B9-4E15-B29A-0CE67F53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33D74D-D902-45A8-ADFE-E44F4B00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27F2CF-1E77-412D-85A8-466C162D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810E83-C8C0-4010-A7D8-E41F6F5D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3E909C-1A40-4B30-A943-B74433C5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B38C90-2E75-4A08-8119-5F724984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945A99-06CB-48BD-99BF-279622EC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77694E-DCC9-4A6C-A543-41C35389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43ABA99-356B-43B4-A61C-BF033720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6CE2B6E-F69B-4B67-B587-2152B97B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32153826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A3E268-189C-46FC-9856-A50416B7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8AC10-5E86-4F78-9250-677F96E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8A88E-1271-4D7F-BE6E-E54890BD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313D-2685-4329-BA0A-3DAA6A4C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5AE3F-42A3-483F-B480-F356D8DC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Go-to-Market стратегия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002CB-BA49-4EDB-B811-92723F9B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E3021-6471-4C0A-AB62-5BE1720E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1. Первые 100 не покупаются рекламой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12BA4-7561-49A2-900F-B4D7D088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145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 users, interviews, ручные weekly forecasts и concierge cohort. Цель: понять loop, а не installs.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AED7B-2FB8-4FDE-9EED-B78D7D58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2. Creator-led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72DF3-2E1B-43CD-A57D-A1BDB95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479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micro creators в astrology/self-growth/visual AI проходят 7-day season и показывают опыт, не generic 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6A0E6-1F49-4895-A74C-35B832C8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3. Short-form hooks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9D84DF-54B6-46DE-9B64-A6B264B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future-self, weekly forecast, avatar transformation, “not horoscope”, before/after Life Canvas и paid-intent CTA.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8E0E85-8C81-4162-8959-C9462E67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3333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4. Shareable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1ADB3-F7E8-4D2E-8B3C-3D344E37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14850"/>
            <a:ext cx="600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card, season recap, future-self poster и trailer week как viral layer после value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D5036-C8C1-4F43-9310-95D9D225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10689093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57584D-483D-4BE3-BA5B-FEC8EC07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442D6-4D8D-4918-89F3-B7D55D12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84751-E6AB-4F2B-83B9-84430B6F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DDDB8-BF02-4D28-BF35-BCC3F696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CC07A-EB81-4E62-B8C0-8BD5FC97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66BBB-0163-4CC4-975F-0452A3A8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F9577F-C7FE-486E-B12D-0D049A7E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1969A-CDE1-49ED-904C-E1E0461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2E5CC-EB21-4EED-A83E-FE8E37CF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3C8F8-84C9-4EB2-BA1F-1CBB0AD1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2551F7-51AD-45ED-A9C6-7849EBAB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B726B-7DD7-4ECE-AB66-2FE3D549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D45CE-7240-4F96-956B-123997D3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AF56E8-73DE-4D97-973E-4630930E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7DD1B-D561-4E0D-9202-454B9660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9762B-97AA-4385-BE11-4D062325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0F7BA7-B71B-4257-A377-D1644430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BC9AFF-21F9-40F0-A1B6-70A3D4E5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7E4107-FD7F-439D-A021-1F78B3CD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9F93D-38E4-4AB2-A179-E486A13D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9B129-C1BE-48D3-89E2-5AE7B2E4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138796706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658063-8475-4E90-BA57-9E289928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D89D1F-A150-46A5-9D36-951991B3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84370-52AE-4201-B1E1-2BEE9785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2E018-476E-47FE-8E00-6F1AF40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AF9F21-57FA-4130-9A6C-E8E6376DC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97266-4C4B-485F-9EC4-355CD9DD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23150-10DF-4E11-B80A-3391BCDC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AD6B4-1E90-431B-8BD8-9B44ECD7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CF9E0-4D49-42AC-B349-65E7655F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FD047-1EE4-4AF5-A605-4A0C3BE7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8F660-7F31-4FAC-A7D7-DC13F09F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E7393-94B6-4755-AC10-EDF43B36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14B20-63F7-4AEA-A00B-07CA2B09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114EA-6474-4DCC-A5FA-BFD62535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37482-B594-407E-A5F1-DEC1B8901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9E4BBB-FBB6-47A2-9FF5-83BF7942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6DDFE6-616F-465A-BAFB-5FD0A2DF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89473-D550-4962-B838-C06AC096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6DE58-AB5C-4316-9192-F48753D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54111-64EB-4701-A140-FBDA942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8D58A2-7F4D-4481-9EF1-2663D910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166DB-383A-48AD-9311-4E7FE933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30BA4D-B6D2-41BC-BC42-0E4F8075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6F7172-1935-4424-84F8-4CEB41EE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1FFE78-A682-4019-8D48-494AAA86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2ACE3C-75E1-4711-8429-C9FF3952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877AB7-08BD-46A5-970A-E57D99A0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BE3F07-7226-4373-A61F-42B13F4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0BA604-6939-4082-B62B-5F917FE9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4A58BD-5591-42FD-9295-A055690C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F50EA0-9148-4741-9266-440C037C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326977-75DC-44C8-B892-FFEBCBA7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9E8F4C-F964-4D53-9501-AEF5CF72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C4FE16-4A9E-47B6-A5FF-BB5FB88A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3BCE41-3957-4751-8A28-B8DC2422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A740C6-2677-420F-8B06-9E18E842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qualitative objections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A22018-E4A2-4BBC-A0CC-9E0F2E5A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F92BDE-C6A0-4FF6-B281-BB2AD05E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3C311D-9399-473C-8577-5D585719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CC62AE-4986-4B18-BAB8-34C133FF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C0161B8-CDA9-422D-AB74-5C516930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D78962-D2A4-491A-9CD3-999C0112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8BD835-4E4B-4E8F-809D-7A0C112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4FEF6C-984E-422F-B198-D01E66B4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1EB525-A23D-422A-9458-C58624B3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DB10B1-1D76-4963-8830-2D3F1E0D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39F72A-587B-433B-8C89-9E44CC09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520885387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D99262-5E27-4653-8977-1466EB26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E294C-7D27-4126-80FB-19CB1FDF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3901D-3F5E-4E01-B87E-BA740A0C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58D22-B168-4CA2-BE1B-88DBC324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50385-BA0F-4577-951C-30EBF36A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9D441-C3AC-4656-9E11-9384A59D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50249-BCC3-413C-B847-68FD5432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F382F-62AD-4704-B44A-CF140CEA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CFCBB-4C60-44DC-923F-83EC2257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1AE70-396C-4757-8444-6140D504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E29E3-940A-4AE2-B03D-66BEA9F2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829A0E-69E7-4254-B97F-BB9DFB65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50DCE-ED11-496D-87FA-95D0824A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461EE-100F-432A-A32E-89446408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7C6AA4-122A-4A2E-AD82-A81D191C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FA3C87-4BCA-49AC-8222-C79B8B75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F5859E-3F1A-4626-9855-ADD27416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07B130-E1F5-446D-94B0-7C3BF397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CEDB41-5E15-44F9-97EC-F709F215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3F961-3111-46D9-8EB2-B8B9ADA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628146-32EF-443B-AE99-BA350F14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F41E03-A82D-454B-8095-E6BCF653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A3500B-4626-4E66-A788-4A81E2D1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25BCD8-307B-4778-B1EB-DC45C6A2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32C6C3-25FA-4EAA-8C56-DEF7F42F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61A9DE-F88F-4E37-83D2-9BE21A2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E8F293-18ED-4940-9090-0D515FE2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1C5BE5-22D5-4AC1-A999-0644606F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FE0F7-65AE-4819-8D5C-630850EB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975452-E074-4F47-9D18-1FB4C033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C9E487-E5E6-4B61-B8FD-F81FA6CD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17F9A1-EAB1-4808-9606-F97B8F65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31A58F-238E-4328-949E-4C8B391D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28086A-1AB2-4411-AD45-0275D28E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2A4E67-D94A-4E55-855B-317B0CDA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9E6BFD-1852-433E-8450-76F2AC99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8FE01E-2415-49B2-8D05-AAD4096E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557021-469B-40B8-B62E-E5E6BBF2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F3096D-7AA3-4AF9-A748-5211E30A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2AA07D-BA10-4AE0-8B69-31EBD291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13127E-B062-4600-BF52-37617043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4355F7-CDDC-4484-9B8F-C927944C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4ACD07-F660-4E60-996F-B1C26CA1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24766A-4D16-4D97-B58B-6DF32F76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1ABA54-BB1E-4C93-B4CE-91F8B3F7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CD7F57C-D651-43D2-983C-B7B59C9E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E9DFC4-C768-4363-9F0E-25220EC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C03F9F-30C7-4EEF-931A-6F4D314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64102C-02D2-4EB6-9B74-4F86E5E4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60AEE43-4022-4894-8486-CB647FC5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4C37A1-3F04-441F-BA2C-7707604F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5F087F0-A381-4870-828A-1C5EC5DC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AB9CBB-FFA8-4399-AAA3-5FF6AABF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2AE6F0-8175-4A17-9C9D-03C6CC58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A3488A9-1152-4CF9-A3B0-268FA2CF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991271845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D298D7-07D4-4D81-BF56-8ED065E8D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2C3B9-5B9C-473C-AC43-E703CC24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CC0530-EF14-48B8-9D63-C81FFF73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30F9D-C427-4136-A4E8-00770C67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50FDE-6258-459F-8375-BE03F1CE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Scope продукта: MVP vs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4289CE-5473-42A0-9B96-4AAFF296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F6B54-F955-447B-827C-C10B50C23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D70006-8064-4B7C-BB15-B3414FE2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B4109-13D7-407B-B092-98F9427C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04F04-6FAA-4666-87E9-D4814C72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DF60C-641D-4C51-8C06-6E0EC388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B6EEB-9D01-4CE2-A021-C498262F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DDD05-D06F-4B61-9222-EEE4BA2C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979E4-165B-4FCB-BDA6-69D92E1D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23893-5379-41D5-A7F8-C2E58B65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A88D1-A8F0-4A59-AAF7-35D18C01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D734D-B3A6-4869-99A9-5FF8755F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F7748-2196-49E4-B66F-A7CD77F5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Reflection → Life Canvas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A56559-3BF3-4299-9584-E246B5B8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5EF153-6376-44AB-B273-5FCEAB7B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 branching и deeper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7159A1-E414-4E50-9F45-2A6DACEF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C63A46-45B6-495F-9967-88706229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нужно доказать causality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626CE-38E7-42F8-86A0-2E6F3BF9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759E9A-C29E-484F-995A-DA47DF63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24482-7A7B-4902-8EA1-F5A89010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05954D-9270-4A5F-BF45-E21C542F9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chosen tone + weekly context + memory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45EDE-0FE6-4145-A4E6-0FA977EC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F062D2-35C1-4B75-8512-61D2772D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creator voices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EB545B-8E55-4F8F-A9EC-7BA1004B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1C835-564E-4C81-9F12-9B9F70F4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 memory дешевле и быстрее валидировать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51CD4E-A4B2-42CA-A96F-5263493B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7AEDFF-FD9F-4397-BA2B-E98DE305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layer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F0CFDC-F940-4228-B6BF-F918AA31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FA9466-EC4B-4CD9-88A6-3243B96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 Life Canvas + avatar style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142450-C9B0-4E2D-AF14-47E65FEA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B84E14-C860-4DE4-A4BF-1F3AD8B9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B0C0C2-A2E6-4EF8-A5F2-C31DFC00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41FEBA-B297-4377-AD27-481EF94B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875411-074A-441B-92E4-15761826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83EDD28-5DE6-421C-8268-C4A75026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4A8C37-0694-4E7A-957B-E46D483F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42329F-0B8A-4A7F-B69E-A6CB317C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one token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E2A34F-2C0B-4927-A1BB-E3324959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5150FF-EDD0-4F93-9393-D80796FC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987BB31-3CCE-4629-90AC-02626BD5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3998AC-1A7A-4A4B-9E97-C33FBF83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избегаем complexity до retention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6CCEED5-F028-423F-B2F3-0249CE95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46968E5-ABEE-45DC-8A96-52F22759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A8C863-E030-430F-9C93-BBCAB7ED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4B02F7F-A3F4-42AA-8433-C99158AC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F22935-0EE3-48FE-912C-A13AE180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ECE8F33-DF98-4D1C-B5E7-F306ACB1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FC61FA7-C070-4AE6-8CAB-BBA911ED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194972-44A8-4DE7-BD43-4C3A5DE5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social network до доказанной core value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3DB68C-0EF6-4BE1-88C5-F40C8ADD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170030034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C979FF-9538-4BAE-ACD9-2BE2EFF1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1AFAD-D430-4EF8-8F8B-6D3A2390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4DD56-0D4A-42CE-9D26-5D8C3969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3B93D-657B-44CD-94C1-0BEB5840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F2F8F-5C2D-4D7D-9878-0EB526C0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F44D40-C292-43B6-9102-47224B02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9C3A8-6E2C-4506-9852-6DDEE386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2A9EE-987E-473F-BB44-18285ABA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74421-A1EE-49D5-9323-632E713C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50E8A-BEB0-493E-800A-B1201BC0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76D6D-80DE-4649-9B31-102EDAFB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5856AE-63D0-4B3C-BBA0-0DA94D5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6F0A5-0DEB-45A4-8FA7-22144CEF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05486-D246-4EA6-963A-AC27DD13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9A7B30-88B5-4E66-BC56-B701C297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B7C5C-CC7F-4936-A5F6-43CE76D1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thinks it is generic astrology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A9AB14-513A-42FC-8AE7-5B686750D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AB7E04-F13E-49EA-8879-FE36D566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weekly life-series и action, не fate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321948-C4D7-4846-8931-A644F6F8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72C1A5-A6BA-4BAE-957A-28499F0F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feels random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C6644-7CFE-4983-8F54-91528943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AA1594-5C2B-4166-B07A-33EB8DFD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cannot explain visual change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06CE71-86BA-46C3-90CC-3ECF338D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531A03-C91F-4ACA-958A-0438CAF8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cause рядом с Canvas и связывать с action/reflection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7FC95F-994A-43CD-88BA-A4295F08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285E8E-6E58-460F-9098-B344CA27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cost kills margin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384517-F690-478B-A23A-03884F4A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FCFD3-7B53-4038-B943-0CACD22F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generate expensive clips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34FA83-1D18-470C-993F-419F40FA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BE9BC9-F66C-4416-8509-2AE7A4AC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premium/token video only; log COGS per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BC25BE-4FB3-4F0A-9A73-227EE0A2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D3D949-F416-46EE-A6DC-4557881C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sounds generic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5E37BA-81BC-4376-AE48-CDB7727A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EE6E5D-6D5D-46A7-AF08-66FFDC1C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low trust and no return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3A0FDD-B4B0-42D9-9B8B-43CF95D0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CF6335-4D07-442C-930D-7E3D4617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user feedback и memory guardrails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0027DA-6D1C-4277-83E9-D4413799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77D518-525E-4831-A34F-D0A32189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paid intent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9E3122-4B75-44E8-9D5B-4B4EA424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AD14D4B-57D0-4D28-A0C7-ECD05E58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users like it but do not pay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80990B-717C-41C0-AA62-C917AE07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ED6AB7-EF66-4AD8-A034-011C8F4C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after first completed loop и price tests by cohort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AAAC91-E9D9-401D-871C-A83295B4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405697878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9BD669-041F-4F4E-A63F-56BCDEC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DF536-F466-4875-9A9E-8730259A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261FD-F9FC-4F7B-95B3-49085C75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6DB15-A79E-45E9-8F46-BE1A4096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6EB6C-6BF1-4F37-B1EE-BE630883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роста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BC610-B81D-409C-993E-3F46C41E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88CCA-ACC2-44C4-A531-F44E5359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DE99C-1C8E-4F3B-A652-A510AC60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D72414-DF24-46DF-9131-F25D3D0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37EC5-5014-4700-B7E9-97A973EE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forecast + avatars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A55FD-1DF8-4D4E-B06A-05FDF9D1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55C15-3F76-4C84-91E0-56D8C417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4D8CAC-1BDC-4F1A-BA2C-7564B93E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 season + Canvas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50F63-E196-4484-879B-6D977663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98B01-F509-4E06-8E4C-C7DFD6D1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18802-5A7A-4D96-8BC8-D9FDB8FD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first token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1E1648-5378-4061-B6BA-5239FA9F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740EA1-D2F1-4F94-9A43-B1E4AE48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66CE31-4235-4850-9970-50C566F3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D7 / season recaps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FCCD05-E937-4CAA-985E-058C6B98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8E8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A0253E-80CA-4EE2-9CD5-18678800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6A45E-1A9D-48AE-AF39-4EBD9C82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creators + paid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A9FD19-BC38-4D26-AA52-07381B34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8000"/>
            <a:ext cx="12382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735D99-0A7A-44DF-A29D-466CA8FC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19087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$1M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4E021F-443A-4EC6-9C7E-CF023F77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290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engine + annual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101A77-432D-4216-B8D7-BC17A179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5300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Roadmap остается узким, пока loop не доказан: сначала causality, затем retention, затем paid scale.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8E58EE-B5EC-411A-9611-4D9C5E26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459150358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9DED24-79E4-4A89-9488-7872307E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A23EA-F567-49C0-AC52-9E46EECF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57709-103D-43E7-912E-9E48EAA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70610-4A17-4AE0-AC65-9F07BEA1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3EE7D-633B-476C-84E7-A8321BA8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нужно строить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727C1-B473-4973-B490-CA9DB5F8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A673A-B9BE-43DF-B6D3-31D04E1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B988B-0F08-4554-92FE-35967EE4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visual self-guidance app: пользователь вводит birth data/context, получает прогноз, делает daily micro-actions и видит, как развивается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8906CD-A7AE-4DC3-A112-87159309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43E0D-C7F7-4610-8FAD-8B6A739C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Text-first assistant, weekly season, daily episode, action/reset/reflection, image-first Life Canvas, Plus paywall, один premium video token test.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50B86-9A8E-48A7-B2BE-C5E947CF2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Pricing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145E1-DCD7-41D4-AE33-722F2349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 стартовый тест, $12.99 blended/base, $14.99 visual bundle с 4 видео/мес, $4.99-$9.99 premium tokens, no unlimited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93D88-03F9-40D2-AEA1-9E33778D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B2EDED-F115-4CCE-9247-ABEB959C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Начать с interviews и concierge cohorts, затем creator-led proof, затем маленькие paid tests вокруг visual week/future-self hooks.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3CC465-A3C2-43D6-B0A3-3260F8AF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Kill criteria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E1C60-C96C-43DE-90F8-71C35182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Stop/pivot, если users не объясняют Canvas causality, D1 ниже 20%, paid intent ниже 5% или video COGS нельзя контролировать.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C8DFB-9FD2-4D51-9C80-8F31B714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Next step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DFF037-2761-42B0-935E-CD346D00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Сделать 3-5 visual examples, clickable prototype, 30-user cohort и один pricing/token experiment.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58FCD3-F5DA-417C-A761-CCE36CFA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60740494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A4D8CD-1D3A-44D5-821E-6EA4F6ED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3BADD-2C80-4742-AF9D-51198E329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284B32-D8D7-42FF-A369-405D99B1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89769-8212-4ED5-AFF6-B1C02553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476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9B4DB-A928-4CE1-B707-7EBEECDCD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9575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Контакты /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44EB10-2F17-493D-9094-51AC9195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096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2D922-3815-4D60-8651-935D35AE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D411D-4FAC-4E24-9D30-0EB8B2D9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visual examples, собрать clickable prototype, протестировать первых 30 users и проверить, понимают ли они causality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55054-6877-4C1B-B8F9-20726D0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Prototype → interviews → concierge cohort → paid intent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B12DC-D0AC-48DF-B9B8-AC026005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968240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2026-06-06T06:32:30.0990000Z</dcterms:created>
  <dcterms:modified xsi:type="dcterms:W3CDTF">2026-06-06T06:32:30.0990000Z</dcterms:modified>
</coreProperties>
</file>