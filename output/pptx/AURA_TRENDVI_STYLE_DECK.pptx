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c58b5ea95841b0" /><Relationship Type="http://schemas.openxmlformats.org/officeDocument/2006/relationships/extended-properties" Target="/docProps/app.xml" Id="R81f739494d864836" /><Relationship Type="http://schemas.openxmlformats.org/officeDocument/2006/relationships/officeDocument" Target="/ppt/presentation.xml" Id="R4ff884351cdb4a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a3ed00f79c4137"/>
  </p:sldMasterIdLst>
  <p:notesMasterIdLst>
    <p:notesMasterId xmlns:r="http://schemas.openxmlformats.org/officeDocument/2006/relationships" r:id="Rcc67c9ccbb6447d3"/>
  </p:notesMasterIdLst>
  <p:sldIdLst>
    <p:sldId xmlns:r="http://schemas.openxmlformats.org/officeDocument/2006/relationships" id="256" r:id="Re6104208ff89446b"/>
    <p:sldId xmlns:r="http://schemas.openxmlformats.org/officeDocument/2006/relationships" id="257" r:id="Ra71d1ed22dd74f97"/>
    <p:sldId xmlns:r="http://schemas.openxmlformats.org/officeDocument/2006/relationships" id="258" r:id="Rb129fba1eb6546ff"/>
    <p:sldId xmlns:r="http://schemas.openxmlformats.org/officeDocument/2006/relationships" id="259" r:id="R10b7c7664a3b4cf1"/>
    <p:sldId xmlns:r="http://schemas.openxmlformats.org/officeDocument/2006/relationships" id="260" r:id="R62ed9201f63142f1"/>
    <p:sldId xmlns:r="http://schemas.openxmlformats.org/officeDocument/2006/relationships" id="261" r:id="R3393fdb3c5cf4f05"/>
    <p:sldId xmlns:r="http://schemas.openxmlformats.org/officeDocument/2006/relationships" id="262" r:id="R62c9be01be504ab2"/>
    <p:sldId xmlns:r="http://schemas.openxmlformats.org/officeDocument/2006/relationships" id="263" r:id="Reba77cb6acde4e7f"/>
    <p:sldId xmlns:r="http://schemas.openxmlformats.org/officeDocument/2006/relationships" id="264" r:id="R0878c69073584ce6"/>
    <p:sldId xmlns:r="http://schemas.openxmlformats.org/officeDocument/2006/relationships" id="265" r:id="R568536efd64d4b15"/>
    <p:sldId xmlns:r="http://schemas.openxmlformats.org/officeDocument/2006/relationships" id="266" r:id="Rba66bae3364e4139"/>
    <p:sldId xmlns:r="http://schemas.openxmlformats.org/officeDocument/2006/relationships" id="267" r:id="Re2b2d36af8f446e1"/>
    <p:sldId xmlns:r="http://schemas.openxmlformats.org/officeDocument/2006/relationships" id="268" r:id="R89b79e4927bd4353"/>
    <p:sldId xmlns:r="http://schemas.openxmlformats.org/officeDocument/2006/relationships" id="269" r:id="R28858a703d074535"/>
    <p:sldId xmlns:r="http://schemas.openxmlformats.org/officeDocument/2006/relationships" id="270" r:id="Rd3c16286b65c4dff"/>
    <p:sldId xmlns:r="http://schemas.openxmlformats.org/officeDocument/2006/relationships" id="271" r:id="Rdfd183ac3b894a33"/>
    <p:sldId xmlns:r="http://schemas.openxmlformats.org/officeDocument/2006/relationships" id="272" r:id="R2bf1ffbef5d54c26"/>
    <p:sldId xmlns:r="http://schemas.openxmlformats.org/officeDocument/2006/relationships" id="273" r:id="R550140cec6f246f6"/>
    <p:sldId xmlns:r="http://schemas.openxmlformats.org/officeDocument/2006/relationships" id="274" r:id="R1d6b53d0027447f5"/>
    <p:sldId xmlns:r="http://schemas.openxmlformats.org/officeDocument/2006/relationships" id="275" r:id="Ref4faa82d53642c8"/>
    <p:sldId xmlns:r="http://schemas.openxmlformats.org/officeDocument/2006/relationships" id="276" r:id="Rb626618c95b142ae"/>
    <p:sldId xmlns:r="http://schemas.openxmlformats.org/officeDocument/2006/relationships" id="277" r:id="R2518ab0c5be74660"/>
    <p:sldId xmlns:r="http://schemas.openxmlformats.org/officeDocument/2006/relationships" id="278" r:id="R2437d853e8a14162"/>
    <p:sldId xmlns:r="http://schemas.openxmlformats.org/officeDocument/2006/relationships" id="279" r:id="R2851611c54774e43"/>
    <p:sldId xmlns:r="http://schemas.openxmlformats.org/officeDocument/2006/relationships" id="280" r:id="R810fd85180594691"/>
    <p:sldId xmlns:r="http://schemas.openxmlformats.org/officeDocument/2006/relationships" id="281" r:id="R30f569580124461f"/>
    <p:sldId xmlns:r="http://schemas.openxmlformats.org/officeDocument/2006/relationships" id="282" r:id="Rffdde4d641804555"/>
    <p:sldId xmlns:r="http://schemas.openxmlformats.org/officeDocument/2006/relationships" id="283" r:id="Ra5ac14f03e7f47d4"/>
    <p:sldId xmlns:r="http://schemas.openxmlformats.org/officeDocument/2006/relationships" id="284" r:id="R55067f5834324e98"/>
    <p:sldId xmlns:r="http://schemas.openxmlformats.org/officeDocument/2006/relationships" id="285" r:id="Rb07583694f964a42"/>
    <p:sldId xmlns:r="http://schemas.openxmlformats.org/officeDocument/2006/relationships" id="286" r:id="R15c96c69b1554bc2"/>
    <p:sldId xmlns:r="http://schemas.openxmlformats.org/officeDocument/2006/relationships" id="287" r:id="R9987d987be1c4c14"/>
    <p:sldId xmlns:r="http://schemas.openxmlformats.org/officeDocument/2006/relationships" id="288" r:id="R020358f8fe154ffd"/>
    <p:sldId xmlns:r="http://schemas.openxmlformats.org/officeDocument/2006/relationships" id="289" r:id="R6e46b81d20184cbc"/>
    <p:sldId xmlns:r="http://schemas.openxmlformats.org/officeDocument/2006/relationships" id="290" r:id="R6a1a18c3cacf4940"/>
    <p:sldId xmlns:r="http://schemas.openxmlformats.org/officeDocument/2006/relationships" id="291" r:id="Rccd0d3a288694ea8"/>
    <p:sldId xmlns:r="http://schemas.openxmlformats.org/officeDocument/2006/relationships" id="292" r:id="R73b926b7a66a45fe"/>
    <p:sldId xmlns:r="http://schemas.openxmlformats.org/officeDocument/2006/relationships" id="293" r:id="Re14b485b663e49b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a3ed00f79c4137" /><Relationship Type="http://schemas.openxmlformats.org/officeDocument/2006/relationships/theme" Target="/ppt/theme/theme1.xml" Id="Rd8ec1d07d1f44fbe" /><Relationship Type="http://schemas.openxmlformats.org/officeDocument/2006/relationships/notesMaster" Target="/ppt/notesMasters/notesMaster1.xml" Id="Rcc67c9ccbb6447d3" /><Relationship Type="http://schemas.openxmlformats.org/officeDocument/2006/relationships/presProps" Target="/ppt/presProps.xml" Id="R59fa406b5eaa4f71" /><Relationship Type="http://schemas.openxmlformats.org/officeDocument/2006/relationships/viewProps" Target="/ppt/viewProps.xml" Id="R28e8ade1e54644b8" /><Relationship Type="http://schemas.openxmlformats.org/officeDocument/2006/relationships/tableStyles" Target="/ppt/tableStyles.xml" Id="R185ff5a99f1243ae" /><Relationship Type="http://schemas.openxmlformats.org/officeDocument/2006/relationships/slide" Target="/ppt/slides/slide1.xml" Id="Re6104208ff89446b" /><Relationship Type="http://schemas.openxmlformats.org/officeDocument/2006/relationships/slide" Target="/ppt/slides/slide2.xml" Id="Ra71d1ed22dd74f97" /><Relationship Type="http://schemas.openxmlformats.org/officeDocument/2006/relationships/slide" Target="/ppt/slides/slide3.xml" Id="Rb129fba1eb6546ff" /><Relationship Type="http://schemas.openxmlformats.org/officeDocument/2006/relationships/slide" Target="/ppt/slides/slide4.xml" Id="R10b7c7664a3b4cf1" /><Relationship Type="http://schemas.openxmlformats.org/officeDocument/2006/relationships/slide" Target="/ppt/slides/slide5.xml" Id="R62ed9201f63142f1" /><Relationship Type="http://schemas.openxmlformats.org/officeDocument/2006/relationships/slide" Target="/ppt/slides/slide6.xml" Id="R3393fdb3c5cf4f05" /><Relationship Type="http://schemas.openxmlformats.org/officeDocument/2006/relationships/slide" Target="/ppt/slides/slide7.xml" Id="R62c9be01be504ab2" /><Relationship Type="http://schemas.openxmlformats.org/officeDocument/2006/relationships/slide" Target="/ppt/slides/slide8.xml" Id="Reba77cb6acde4e7f" /><Relationship Type="http://schemas.openxmlformats.org/officeDocument/2006/relationships/slide" Target="/ppt/slides/slide9.xml" Id="R0878c69073584ce6" /><Relationship Type="http://schemas.openxmlformats.org/officeDocument/2006/relationships/slide" Target="/ppt/slides/slide10.xml" Id="R568536efd64d4b15" /><Relationship Type="http://schemas.openxmlformats.org/officeDocument/2006/relationships/slide" Target="/ppt/slides/slide11.xml" Id="Rba66bae3364e4139" /><Relationship Type="http://schemas.openxmlformats.org/officeDocument/2006/relationships/slide" Target="/ppt/slides/slide12.xml" Id="Re2b2d36af8f446e1" /><Relationship Type="http://schemas.openxmlformats.org/officeDocument/2006/relationships/slide" Target="/ppt/slides/slide13.xml" Id="R89b79e4927bd4353" /><Relationship Type="http://schemas.openxmlformats.org/officeDocument/2006/relationships/slide" Target="/ppt/slides/slide14.xml" Id="R28858a703d074535" /><Relationship Type="http://schemas.openxmlformats.org/officeDocument/2006/relationships/slide" Target="/ppt/slides/slide15.xml" Id="Rd3c16286b65c4dff" /><Relationship Type="http://schemas.openxmlformats.org/officeDocument/2006/relationships/slide" Target="/ppt/slides/slide16.xml" Id="Rdfd183ac3b894a33" /><Relationship Type="http://schemas.openxmlformats.org/officeDocument/2006/relationships/slide" Target="/ppt/slides/slide17.xml" Id="R2bf1ffbef5d54c26" /><Relationship Type="http://schemas.openxmlformats.org/officeDocument/2006/relationships/slide" Target="/ppt/slides/slide18.xml" Id="R550140cec6f246f6" /><Relationship Type="http://schemas.openxmlformats.org/officeDocument/2006/relationships/slide" Target="/ppt/slides/slide19.xml" Id="R1d6b53d0027447f5" /><Relationship Type="http://schemas.openxmlformats.org/officeDocument/2006/relationships/slide" Target="/ppt/slides/slide20.xml" Id="Ref4faa82d53642c8" /><Relationship Type="http://schemas.openxmlformats.org/officeDocument/2006/relationships/slide" Target="/ppt/slides/slide21.xml" Id="Rb626618c95b142ae" /><Relationship Type="http://schemas.openxmlformats.org/officeDocument/2006/relationships/slide" Target="/ppt/slides/slide22.xml" Id="R2518ab0c5be74660" /><Relationship Type="http://schemas.openxmlformats.org/officeDocument/2006/relationships/slide" Target="/ppt/slides/slide23.xml" Id="R2437d853e8a14162" /><Relationship Type="http://schemas.openxmlformats.org/officeDocument/2006/relationships/slide" Target="/ppt/slides/slide24.xml" Id="R2851611c54774e43" /><Relationship Type="http://schemas.openxmlformats.org/officeDocument/2006/relationships/slide" Target="/ppt/slides/slide25.xml" Id="R810fd85180594691" /><Relationship Type="http://schemas.openxmlformats.org/officeDocument/2006/relationships/slide" Target="/ppt/slides/slide26.xml" Id="R30f569580124461f" /><Relationship Type="http://schemas.openxmlformats.org/officeDocument/2006/relationships/slide" Target="/ppt/slides/slide27.xml" Id="Rffdde4d641804555" /><Relationship Type="http://schemas.openxmlformats.org/officeDocument/2006/relationships/slide" Target="/ppt/slides/slide28.xml" Id="Ra5ac14f03e7f47d4" /><Relationship Type="http://schemas.openxmlformats.org/officeDocument/2006/relationships/slide" Target="/ppt/slides/slide29.xml" Id="R55067f5834324e98" /><Relationship Type="http://schemas.openxmlformats.org/officeDocument/2006/relationships/slide" Target="/ppt/slides/slide30.xml" Id="Rb07583694f964a42" /><Relationship Type="http://schemas.openxmlformats.org/officeDocument/2006/relationships/slide" Target="/ppt/slides/slide31.xml" Id="R15c96c69b1554bc2" /><Relationship Type="http://schemas.openxmlformats.org/officeDocument/2006/relationships/slide" Target="/ppt/slides/slide32.xml" Id="R9987d987be1c4c14" /><Relationship Type="http://schemas.openxmlformats.org/officeDocument/2006/relationships/slide" Target="/ppt/slides/slide33.xml" Id="R020358f8fe154ffd" /><Relationship Type="http://schemas.openxmlformats.org/officeDocument/2006/relationships/slide" Target="/ppt/slides/slide34.xml" Id="R6e46b81d20184cbc" /><Relationship Type="http://schemas.openxmlformats.org/officeDocument/2006/relationships/slide" Target="/ppt/slides/slide35.xml" Id="R6a1a18c3cacf4940" /><Relationship Type="http://schemas.openxmlformats.org/officeDocument/2006/relationships/slide" Target="/ppt/slides/slide36.xml" Id="Rccd0d3a288694ea8" /><Relationship Type="http://schemas.openxmlformats.org/officeDocument/2006/relationships/slide" Target="/ppt/slides/slide37.xml" Id="R73b926b7a66a45fe" /><Relationship Type="http://schemas.openxmlformats.org/officeDocument/2006/relationships/slide" Target="/ppt/slides/slide38.xml" Id="Re14b485b663e49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aaa6d3afa6642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a0974ad2f74284" /><Relationship Type="http://schemas.openxmlformats.org/officeDocument/2006/relationships/notesMaster" Target="/ppt/notesMasters/notesMaster1.xml" Id="Re985ecd88faa4c0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3e3df587e342b1" /><Relationship Type="http://schemas.openxmlformats.org/officeDocument/2006/relationships/notesMaster" Target="/ppt/notesMasters/notesMaster1.xml" Id="R7b3e524cc39b49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cd77caae354a1d" /><Relationship Type="http://schemas.openxmlformats.org/officeDocument/2006/relationships/notesMaster" Target="/ppt/notesMasters/notesMaster1.xml" Id="R799801dc8fef450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063075d61c4b59" /><Relationship Type="http://schemas.openxmlformats.org/officeDocument/2006/relationships/notesMaster" Target="/ppt/notesMasters/notesMaster1.xml" Id="Rff840d04a0d94f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97cf3168564e78" /><Relationship Type="http://schemas.openxmlformats.org/officeDocument/2006/relationships/notesMaster" Target="/ppt/notesMasters/notesMaster1.xml" Id="Rb68e284ba7bd4a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ba21bdb2b8c482b" /><Relationship Type="http://schemas.openxmlformats.org/officeDocument/2006/relationships/notesMaster" Target="/ppt/notesMasters/notesMaster1.xml" Id="R2f34cc6c3e0f445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db7911ca3440a8" /><Relationship Type="http://schemas.openxmlformats.org/officeDocument/2006/relationships/notesMaster" Target="/ppt/notesMasters/notesMaster1.xml" Id="Rda3652812fc94e2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60a0dd108c4f1c" /><Relationship Type="http://schemas.openxmlformats.org/officeDocument/2006/relationships/notesMaster" Target="/ppt/notesMasters/notesMaster1.xml" Id="Re01efa8ce74444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c86e6ce47cd4230" /><Relationship Type="http://schemas.openxmlformats.org/officeDocument/2006/relationships/notesMaster" Target="/ppt/notesMasters/notesMaster1.xml" Id="Rb8228653930c41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a147eebf54b4fc4" /><Relationship Type="http://schemas.openxmlformats.org/officeDocument/2006/relationships/notesMaster" Target="/ppt/notesMasters/notesMaster1.xml" Id="R01de19b051c64ad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ff06e655885452b" /><Relationship Type="http://schemas.openxmlformats.org/officeDocument/2006/relationships/notesMaster" Target="/ppt/notesMasters/notesMaster1.xml" Id="Re0b7377447844fc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84bdcb5f4f24893" /><Relationship Type="http://schemas.openxmlformats.org/officeDocument/2006/relationships/notesMaster" Target="/ppt/notesMasters/notesMaster1.xml" Id="R1975e62c53f445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b4e2713612a485c" /><Relationship Type="http://schemas.openxmlformats.org/officeDocument/2006/relationships/notesMaster" Target="/ppt/notesMasters/notesMaster1.xml" Id="R8357d4986932482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ddd92a32c2e4005" /><Relationship Type="http://schemas.openxmlformats.org/officeDocument/2006/relationships/notesMaster" Target="/ppt/notesMasters/notesMaster1.xml" Id="R3a5035485fe14fa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32bfbd1ab674914" /><Relationship Type="http://schemas.openxmlformats.org/officeDocument/2006/relationships/notesMaster" Target="/ppt/notesMasters/notesMaster1.xml" Id="R8852071325cc4bb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057bddee7c14d32" /><Relationship Type="http://schemas.openxmlformats.org/officeDocument/2006/relationships/notesMaster" Target="/ppt/notesMasters/notesMaster1.xml" Id="Ra2000d2d7f1e486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bc7f7ca87854040" /><Relationship Type="http://schemas.openxmlformats.org/officeDocument/2006/relationships/notesMaster" Target="/ppt/notesMasters/notesMaster1.xml" Id="R98d308128288447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4f307f2561e4950" /><Relationship Type="http://schemas.openxmlformats.org/officeDocument/2006/relationships/notesMaster" Target="/ppt/notesMasters/notesMaster1.xml" Id="R5675bcf024d249d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e44cdbeb7944e99" /><Relationship Type="http://schemas.openxmlformats.org/officeDocument/2006/relationships/notesMaster" Target="/ppt/notesMasters/notesMaster1.xml" Id="Reac63ad23eb24fa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7e3956b4e5c478c" /><Relationship Type="http://schemas.openxmlformats.org/officeDocument/2006/relationships/notesMaster" Target="/ppt/notesMasters/notesMaster1.xml" Id="R2017fcee505a494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20fe21c06bb4c9f" /><Relationship Type="http://schemas.openxmlformats.org/officeDocument/2006/relationships/notesMaster" Target="/ppt/notesMasters/notesMaster1.xml" Id="R8ab03a73442a4be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a52ae20ffde495b" /><Relationship Type="http://schemas.openxmlformats.org/officeDocument/2006/relationships/notesMaster" Target="/ppt/notesMasters/notesMaster1.xml" Id="R0468e17a7ebb42f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98dfe37e3124fa5" /><Relationship Type="http://schemas.openxmlformats.org/officeDocument/2006/relationships/notesMaster" Target="/ppt/notesMasters/notesMaster1.xml" Id="R3a8a908e2ef3423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ae55bdb35524725" /><Relationship Type="http://schemas.openxmlformats.org/officeDocument/2006/relationships/notesMaster" Target="/ppt/notesMasters/notesMaster1.xml" Id="R89256c951cb2426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9ccf11b0b4345fc" /><Relationship Type="http://schemas.openxmlformats.org/officeDocument/2006/relationships/notesMaster" Target="/ppt/notesMasters/notesMaster1.xml" Id="Rde9428d369ba433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4d49b8c7bf649b7" /><Relationship Type="http://schemas.openxmlformats.org/officeDocument/2006/relationships/notesMaster" Target="/ppt/notesMasters/notesMaster1.xml" Id="Re9e29a1688c8423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13814693d054a27" /><Relationship Type="http://schemas.openxmlformats.org/officeDocument/2006/relationships/notesMaster" Target="/ppt/notesMasters/notesMaster1.xml" Id="Rd9fa3208d3e8441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3735ca752494134" /><Relationship Type="http://schemas.openxmlformats.org/officeDocument/2006/relationships/notesMaster" Target="/ppt/notesMasters/notesMaster1.xml" Id="R9d61e97d33d746a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52a9c9a5e16470e" /><Relationship Type="http://schemas.openxmlformats.org/officeDocument/2006/relationships/notesMaster" Target="/ppt/notesMasters/notesMaster1.xml" Id="Rc9e7a3acf64a424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e03738d1ab04715" /><Relationship Type="http://schemas.openxmlformats.org/officeDocument/2006/relationships/notesMaster" Target="/ppt/notesMasters/notesMaster1.xml" Id="R2642a1a9e24e48e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46758c7b84a4823" /><Relationship Type="http://schemas.openxmlformats.org/officeDocument/2006/relationships/notesMaster" Target="/ppt/notesMasters/notesMaster1.xml" Id="Rde4d6ead98174ef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1a584a0c4eb4fa8" /><Relationship Type="http://schemas.openxmlformats.org/officeDocument/2006/relationships/notesMaster" Target="/ppt/notesMasters/notesMaster1.xml" Id="R641c0d6eb02346c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9827532f8a54875" /><Relationship Type="http://schemas.openxmlformats.org/officeDocument/2006/relationships/notesMaster" Target="/ppt/notesMasters/notesMaster1.xml" Id="R035a3e3691b34b3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1b0e7b1618a4641" /><Relationship Type="http://schemas.openxmlformats.org/officeDocument/2006/relationships/notesMaster" Target="/ppt/notesMasters/notesMaster1.xml" Id="Ra3c01756b546475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17dd64074c54e5b" /><Relationship Type="http://schemas.openxmlformats.org/officeDocument/2006/relationships/notesMaster" Target="/ppt/notesMasters/notesMaster1.xml" Id="R7c585286db6c4f7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5924288071a4087" /><Relationship Type="http://schemas.openxmlformats.org/officeDocument/2006/relationships/notesMaster" Target="/ppt/notesMasters/notesMaster1.xml" Id="R349f1bad2a6942a8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7f03aee72c24de7" /><Relationship Type="http://schemas.openxmlformats.org/officeDocument/2006/relationships/notesMaster" Target="/ppt/notesMasters/notesMaster1.xml" Id="R0436a97adb0d437e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fa222abcc624d3a" /><Relationship Type="http://schemas.openxmlformats.org/officeDocument/2006/relationships/notesMaster" Target="/ppt/notesMasters/notesMaster1.xml" Id="Rba885b26346e46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737b8314cc4c1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4b836b7a5244c71" /><Relationship Type="http://schemas.openxmlformats.org/officeDocument/2006/relationships/slideLayout" Target="/ppt/slideLayouts/slideLayout2.xml" Id="R0fb68edc6e5743f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b68edc6e5743f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ce782de78e434d" /><Relationship Type="http://schemas.openxmlformats.org/officeDocument/2006/relationships/notesSlide" Target="/ppt/notesSlides/notesSlide1.xml" Id="Red6632174243407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dc1f1f39004264" /><Relationship Type="http://schemas.openxmlformats.org/officeDocument/2006/relationships/notesSlide" Target="/ppt/notesSlides/notesSlide2.xml" Id="Rfcfff1f43b8b47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587a7276784623" /><Relationship Type="http://schemas.openxmlformats.org/officeDocument/2006/relationships/notesSlide" Target="/ppt/notesSlides/notesSlide3.xml" Id="R2ba8a325907848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852874935e4e17" /><Relationship Type="http://schemas.openxmlformats.org/officeDocument/2006/relationships/notesSlide" Target="/ppt/notesSlides/notesSlide4.xml" Id="R936f51b1322a49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43c78baa904e9c" /><Relationship Type="http://schemas.openxmlformats.org/officeDocument/2006/relationships/notesSlide" Target="/ppt/notesSlides/notesSlide5.xml" Id="R040b8ccca4974b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89c501fc5a48f7" /><Relationship Type="http://schemas.openxmlformats.org/officeDocument/2006/relationships/notesSlide" Target="/ppt/notesSlides/notesSlide6.xml" Id="Rebbb4f47e00e49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af636c76a74709" /><Relationship Type="http://schemas.openxmlformats.org/officeDocument/2006/relationships/notesSlide" Target="/ppt/notesSlides/notesSlide7.xml" Id="R1cfb7221d53641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fb7212980b4fe4" /><Relationship Type="http://schemas.openxmlformats.org/officeDocument/2006/relationships/notesSlide" Target="/ppt/notesSlides/notesSlide8.xml" Id="R741ec7504b6341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afee5c675f4151" /><Relationship Type="http://schemas.openxmlformats.org/officeDocument/2006/relationships/notesSlide" Target="/ppt/notesSlides/notesSlide9.xml" Id="Re548a1bd0ed2462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a41be959644a46" /><Relationship Type="http://schemas.openxmlformats.org/officeDocument/2006/relationships/notesSlide" Target="/ppt/notesSlides/notesSlide10.xml" Id="R4ccd3a39f95e41b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4cd613b7a449ed" /><Relationship Type="http://schemas.openxmlformats.org/officeDocument/2006/relationships/notesSlide" Target="/ppt/notesSlides/notesSlide11.xml" Id="R85486f6c622a422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d2699df6ea4989" /><Relationship Type="http://schemas.openxmlformats.org/officeDocument/2006/relationships/notesSlide" Target="/ppt/notesSlides/notesSlide12.xml" Id="R2941bdf1d565463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e6dcc6f6594d33" /><Relationship Type="http://schemas.openxmlformats.org/officeDocument/2006/relationships/notesSlide" Target="/ppt/notesSlides/notesSlide13.xml" Id="R50f5acf63164427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1008052b2546f1" /><Relationship Type="http://schemas.openxmlformats.org/officeDocument/2006/relationships/notesSlide" Target="/ppt/notesSlides/notesSlide14.xml" Id="R290a1813de20441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ee10e877154824" /><Relationship Type="http://schemas.openxmlformats.org/officeDocument/2006/relationships/notesSlide" Target="/ppt/notesSlides/notesSlide15.xml" Id="R5e776207fda749a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0f0a1912234072" /><Relationship Type="http://schemas.openxmlformats.org/officeDocument/2006/relationships/notesSlide" Target="/ppt/notesSlides/notesSlide16.xml" Id="Rcd3a4f0f52c34b4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d0299330b84205" /><Relationship Type="http://schemas.openxmlformats.org/officeDocument/2006/relationships/notesSlide" Target="/ppt/notesSlides/notesSlide17.xml" Id="Rc03eeef7e49d4d9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a1dbf3bebc44f9" /><Relationship Type="http://schemas.openxmlformats.org/officeDocument/2006/relationships/notesSlide" Target="/ppt/notesSlides/notesSlide18.xml" Id="R8ac79f24fc37433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5a3a0c15a14022" /><Relationship Type="http://schemas.openxmlformats.org/officeDocument/2006/relationships/notesSlide" Target="/ppt/notesSlides/notesSlide19.xml" Id="Rfc73fc46f59147f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b62a2b74d74266" /><Relationship Type="http://schemas.openxmlformats.org/officeDocument/2006/relationships/notesSlide" Target="/ppt/notesSlides/notesSlide20.xml" Id="Rdf319c8b0d2c4e6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54a6812d7c4d82" /><Relationship Type="http://schemas.openxmlformats.org/officeDocument/2006/relationships/notesSlide" Target="/ppt/notesSlides/notesSlide21.xml" Id="R42e8ad6941d9415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13dde323064976" /><Relationship Type="http://schemas.openxmlformats.org/officeDocument/2006/relationships/notesSlide" Target="/ppt/notesSlides/notesSlide22.xml" Id="R7e70f5bf3ec3498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9edeb2ff3d463c" /><Relationship Type="http://schemas.openxmlformats.org/officeDocument/2006/relationships/notesSlide" Target="/ppt/notesSlides/notesSlide23.xml" Id="R4079a7a2aafe475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ad970e65594dc5" /><Relationship Type="http://schemas.openxmlformats.org/officeDocument/2006/relationships/notesSlide" Target="/ppt/notesSlides/notesSlide24.xml" Id="R14acd249a2484af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5c691545f545b2" /><Relationship Type="http://schemas.openxmlformats.org/officeDocument/2006/relationships/notesSlide" Target="/ppt/notesSlides/notesSlide25.xml" Id="Rd5b5cdbf2efd49e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4ccf1516654c0e" /><Relationship Type="http://schemas.openxmlformats.org/officeDocument/2006/relationships/notesSlide" Target="/ppt/notesSlides/notesSlide26.xml" Id="R43e7586fd0c8481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dcd4f990bc4c8d" /><Relationship Type="http://schemas.openxmlformats.org/officeDocument/2006/relationships/notesSlide" Target="/ppt/notesSlides/notesSlide27.xml" Id="R719a2ec8c48d4b5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f174f598aa44c0" /><Relationship Type="http://schemas.openxmlformats.org/officeDocument/2006/relationships/notesSlide" Target="/ppt/notesSlides/notesSlide28.xml" Id="R9c050caf60d04bc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222da46fee4f77" /><Relationship Type="http://schemas.openxmlformats.org/officeDocument/2006/relationships/notesSlide" Target="/ppt/notesSlides/notesSlide29.xml" Id="Rdfd05a0af1ce4f4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d160d1e0944281" /><Relationship Type="http://schemas.openxmlformats.org/officeDocument/2006/relationships/notesSlide" Target="/ppt/notesSlides/notesSlide30.xml" Id="Raaa6e0dd7133434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02a21f7f2849ae" /><Relationship Type="http://schemas.openxmlformats.org/officeDocument/2006/relationships/notesSlide" Target="/ppt/notesSlides/notesSlide31.xml" Id="R59866b0ef7b742f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762cba42684c54" /><Relationship Type="http://schemas.openxmlformats.org/officeDocument/2006/relationships/notesSlide" Target="/ppt/notesSlides/notesSlide32.xml" Id="Rf4f317de977b4bb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7dd5e3b8fd4101" /><Relationship Type="http://schemas.openxmlformats.org/officeDocument/2006/relationships/notesSlide" Target="/ppt/notesSlides/notesSlide33.xml" Id="R30b233d7eaf643e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751f52b5a7432b" /><Relationship Type="http://schemas.openxmlformats.org/officeDocument/2006/relationships/notesSlide" Target="/ppt/notesSlides/notesSlide34.xml" Id="Ra606f618e0504e4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b3715abfaf4fe1" /><Relationship Type="http://schemas.openxmlformats.org/officeDocument/2006/relationships/notesSlide" Target="/ppt/notesSlides/notesSlide35.xml" Id="R101702f5574c466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1ae5ce551740a2" /><Relationship Type="http://schemas.openxmlformats.org/officeDocument/2006/relationships/notesSlide" Target="/ppt/notesSlides/notesSlide36.xml" Id="R62b01562bde445c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e2786f98744ede" /><Relationship Type="http://schemas.openxmlformats.org/officeDocument/2006/relationships/notesSlide" Target="/ppt/notesSlides/notesSlide37.xml" Id="Rb9b25d5c773f40a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892eaa3b1c47fe" /><Relationship Type="http://schemas.openxmlformats.org/officeDocument/2006/relationships/notesSlide" Target="/ppt/notesSlides/notesSlide38.xml" Id="R3e1eafdeb7ae456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392295-B92A-46AB-BADE-DE843D85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78F2C0-4D73-4A3C-BD04-293BA796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0A2759-12AA-4CD0-B4EE-895085938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5270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2EB243-B804-4892-B8AE-EEED2155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304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7885F-D9D3-480A-A397-B8649D43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385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Продуктовая / инвесторская презентация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097534-BFCB-4F35-915D-8A22F56F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9099127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4B49D8-B8D4-48F8-8871-A3D4DA7B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915F42-AE4A-4C1C-BF16-EA3B9063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02933E-D2D5-40E9-BC18-9D48BE4F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40C163-7962-4CBE-A53B-DE2C6137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5458BD-45BC-419C-A6C4-B0296449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уже доказали лидеры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EA640-004B-4AEA-9450-C47C4EA1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8F3E91-528E-44B8-9F78-FA36E102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68CAF5-840E-4404-9E2D-3768ED87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/ Co-Star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594F57-9DE5-4387-8276-77C37E09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личная навигация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5AB37-BA9F-44B2-8561-E448172D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рождения, недельный смысл, совместимость, платные разборы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421D7-AA0E-4087-B94F-5B897488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оценка iOS: $718K-$797K/мес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3EC5B3-D0B8-43F9-BA3C-4B569B04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D06FA8-CA50-4FA4-9FB6-5FD24DB1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/ Headspace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696981-D3C8-4DF5-B603-AB8DE43F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ежедневный ритуал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549D19-9289-46CB-AADC-397DEB44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доверие к подписке, годовые планы, wellness-привычка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F5A439-A8FE-44ED-B164-EDC65DF4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proxy: около $300M/год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AB8034-86E8-4B41-8245-813D8442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FACC1D-7456-40B6-B285-F789C41E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/ Replika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E16DD8-7760-4D5C-9852-9F47721A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петля помощника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B17029-B152-478C-A176-696E38C2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память, аватар, мягкий возврат, эмоциональная непрерывность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5E3255-C554-446F-8764-209944C9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оценки: $1.5M-$2.36M/мес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15647C-1079-4348-8C6E-FBC6AA0E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59731-1B67-41A5-B901-45B971C73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/ HeyGen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F9B3C3-B2CC-4E2F-AF8D-9AC2D0877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визуальный AI-слой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CE43C6-1736-4931-AB6A-02D74D39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видео/аватар как premium-результат, не дешевый daily commodity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48CA8B-C4A1-49BC-B839-54D9B620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8s Gen-4 Turbo ~= $0.40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E45DDD-B17C-4693-9362-95C23399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10250"/>
            <a:ext cx="809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рынке уже есть все ингредиенты. AURA собирает их в один причинный недельный опыт.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E746C7-18B1-4A8F-8F6A-CA211900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1827348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E6A0A8-90CC-4784-9DFE-D965AF2F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0BD81F-8365-4CA0-B005-96859983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780B70-7ECF-4DBD-9F8B-3BDA0A66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ACD44D-8254-40EC-8D7F-A306D13D1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4F25C6-21B8-48D5-B23E-A9E4189A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Новый формат находится на пересечении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39D53-F5AC-4809-9587-6B62D96C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AE1783-3C73-4E4A-9CA7-6CC04CDB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F026F4-9FB6-4061-A8C5-D69E3F42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Астрология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D80BD1-853C-41E0-8BA2-860DA209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смысл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2C258-E943-47FF-84BA-341FC7F4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33B4BC-D0B3-4300-9615-1AE19D04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226F0D-FBA9-4017-81E2-E9D10989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ежедневный ритуал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67BA80-9ADF-4C62-ACE8-3399519D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8369B3-5CF8-4EC1-8423-3D8A344C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AI-помощник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1D777C-0432-4183-A9EF-9FFEEF72A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 / ассистент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9381C5-FDBF-47BB-9332-C354BE0D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9BA4C3-7A15-4665-AB11-F321988DD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11A902-C438-4A2C-A55A-1C6C9A4F1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/ видео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1EEDB7-21CC-41D8-8851-FB3DAEC7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52625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EA4C27-4D8F-41AC-A663-7ED94141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0030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60D632-1DEC-4A09-91AB-2633F405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43250"/>
            <a:ext cx="2133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визуальная навигация недели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CACC4A-9EA8-4D01-B49B-D9FEA487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197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— не “еще одно приложение с гороскопами”. Это сериал о своей неделе, где смысл приводит к действию, а действие меняет визуальное состояние.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C21624-E656-49DD-847F-CDA1C1CF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8039648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89CCEC-0EFB-4846-8B49-722BB298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40DDC-9124-4F7F-83EA-36F6B23C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6604AC-CABD-4EF6-80EA-E61AB49E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534C91-3D9D-4B3D-B2E3-A74F6575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1D0D56-F947-49CA-BB32-8E9B41CC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такое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FE151C-8039-4D19-8934-268A4BD4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C7D25-67E6-49AD-B438-72DEA5F8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Тезис в одну строку 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613662-01D2-4D1F-8C5D-7C895E2A4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— приложение визуальной самонавигации на неделю: дата рождения + контекст → прогноз → daily episode → действие/reset → изменение Life Canvas → причина вернуться завтра.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FAA72-CE7B-46A7-8C46-18C8E7B7D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Обещание пользователю 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151E47-82AD-4965-8F30-9C3DEFC9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“твой знак зодиака говорит X”. Пользователь должен почувствовать: “я понял свою неделю, сделал маленькое действие и увидел, как изменилась картинка моей жизни”.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26F98F-FE35-40AE-A4E2-392525AD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Ядро продукта 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F4FD0C-7EC4-49EB-ADF9-2E1F2D29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Карманный прогнозист/ассистент с памятью, недельными сезонами, image-first Life Canvas и редкими premium-видео моментами.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D9902E-F744-4DF0-AE79-E74C8783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сейчас 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5644C3-F863-415B-94CF-6D8BB716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Astrology-приложения монетизируют личный смысл, mindfulness — ритуал, AI companions — память, video AI — premium-визуал. AURA соединяет эти поведения.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518225-B2DC-44AF-B4F0-84145341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Бизнес-правило 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3E3F3F-A6C6-44C6-84F0-85515C73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Ежедневная петля должна быть дешевой. Premium video/avatar должны быть лимитированы, milestone-based или платными, а не бесплатной ежедневной генерацией.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ABCBA6-80C3-4C0D-A1FA-82A50D23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Стратегический фильтр 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F26403-8845-485C-B936-A0D1B0AC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пользователь не может объяснить, почему изменился Life Canvas, AURA превращается в игрушку с AI-картинками. Если может — это продукт.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084CC9-7061-43B2-8E1E-8DF5825F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1691545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9CA229-05E1-475F-B5E7-8670611C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9D2A28-6E88-4131-B87A-63A77282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1D97C9-028A-4670-8725-2F4B52C8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1615D-533D-44B0-BCB4-C45D9A14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0B2DBD-ABB5-4640-8B5A-8B987CA7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Продуктовая петля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264D23-37F7-439C-A1C6-4B4A2005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0D7BC0-F689-433B-9F7C-BE17F4B7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0C3E8-C00E-4D11-8608-C5821EF2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 + запрос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7BEE25-B35D-4EE1-B21B-B9387CF0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контекст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9E29C2-48EF-48DE-BB2F-2B71C72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574704-E65B-4F01-9829-6C9A5792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Прогноз недели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A51348-CF6E-4E14-9AB8-16D93A9D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арка сезона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FD09C-1795-4AEE-AC33-CA201999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67ACB6-B450-4896-BBF8-80FFF9487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B60567-FDE4-4FF5-AB6E-4CB2A565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 дня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75CDEB-B2AE-41C2-91AD-2492A146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159FC1-C0CA-4F5C-BA2C-5AA2D86E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 / Reset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97BC90-93FC-4E7B-AD5F-90516DFB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маленькое действие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F8F8DC-5C0E-44FC-B0AF-5E02DE38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B3063A-EC6D-4D75-8C38-725D1C95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2E2CEC-1E02-4D9C-AE65-6840D4A8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причинность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B449AD-76BD-493A-8B7C-337A2220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Петля и есть продукт: Episode → Action → Reset → Reflection → Life Canvas → Tomorrow Hook.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ED9B58-5325-4245-8D9C-26ECF5CA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Источник: Google Vertex AI pricing page for Veo 2; exact video model pricing нужно перепроверить перед build.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3C7D22-EAFB-45B0-9809-0733C42F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5823300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5615C2-5FC0-4CE7-994D-CC5D641A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E9E8B0-C947-4FED-B078-305FFB8F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A05A2-B073-4BCB-8C66-B7F01F96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7ECE4E-86AF-4244-B19C-86A4EC94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1F877E-2907-4274-B7B4-92131955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Путь пользователя: первые 30 дней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E6080B-4481-4883-9A68-7E40319B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BFAFA3-2F46-43A8-9875-0FB66E75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914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AA5FDE-62E3-4F3C-BB2A-9372ED53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B79573-43B2-4928-9821-462B2F87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E9589-63E0-4D63-BD37-1917F0F8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Момент поиска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AD49A0-643A-4D8A-BDEB-F65FC15B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хочет смысл на неделю, мягкий reset или визуальный образ будущей версии себя.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0D5B6E-C092-4E4A-BD83-296841CC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575AAD-D51B-49DD-8D25-DC2F99B5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День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DA7FD3-D463-4B50-BFF0-9B738A6F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Первая петля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C87FD8-9E87-4622-BBA7-19D56DB6B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 + контекст → первый прогноз → одно действие → первый сдвиг Life Canvas.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962745-7D03-4D68-A8D6-88F5C413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1F0A9E-BBA2-4524-9AC6-22FBFC9F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8B7003-CFE5-4DC9-87B0-81DAC9E2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сезон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6FE851-AE18-4767-B7A4-8DC5FFA3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видит недельную арку, помнит действия и получает recap/визуальный артефакт.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182BBB-C9CE-4A1E-BF91-377289AE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29CD37-4B79-4072-A0D7-37C1D5CD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30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74FDE9-8B13-4938-9296-11D737286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Личная система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F2C894-FA51-4E4D-BA1F-F1539940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становится ритуалом: память ассистента, сезоны, premium-визуалы, годовой путь.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93F43E-49FA-41EF-9842-E64DFDA2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7150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работает только если пользователь понимает цепочку: ввод → смысл → действие → видимое изменение → возврат завтра.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5DC124-2910-4899-BDF6-8FEEAEFA0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821354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E8C4DE-5AC1-4B40-B1FE-7DB9096A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3F7719-AF04-4EEC-A872-0B543F39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74DD7A-E8B7-4EC6-B4E9-6572B046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151E9C-8AFE-4E77-8C3B-AE76518E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0EB551-413C-4442-94B7-3A945016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Ключевые экраны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67F68F-8CE6-422E-855B-5520AE63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985AD8-B2A4-44C6-A0DB-8586EA24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9724EA-18C1-4471-80C9-2DA110EF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C1082E-EE35-4002-80C2-C3803C74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5FE9E4-2D46-4750-89B9-1A2EDFD7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Данные рождения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0A4EF6-E184-4EDF-B131-14267D54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EE9630-47B7-4734-83C3-EEE7D6F3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/ время / место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текущий вопрос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3FDD19-136E-44D0-AE73-5A67E60A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D859CE-F11E-4C02-8A89-1920133E4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E311EA-E2FD-4209-AD02-FD257D67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3E8774-C575-4FB5-A8DB-2688665E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7B8DE5-B851-471A-ADAC-447BF90C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1C90B6-86DD-4400-8BAC-9A011441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Прогноз недели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A82078-E5CA-4F06-9B54-A1531E8B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EBFA04-46E7-48FD-BD03-CF879940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тема сезона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 напряжения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первое обещание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A9A78D-0DC9-4A8D-842E-24095E20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D92C23-9B6F-44AC-93F7-282D0D88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4060A0-0703-4AC8-8672-729BD8F7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A2BA01-01D2-4FE3-A62E-DC090015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390947-5344-4BA8-80AE-12A6FE88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0D72DD-A873-4FEF-9B97-EFA4B810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DC0685-390E-4006-8E1D-9776AE83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69F769-6BF1-4DD8-9C0A-68DD22E3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 дня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сообщение ассистента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карточка действия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5B057A-3532-443D-9AF9-699DF621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4A804A-E9AA-4E9E-951C-53858766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3F9009-5AB0-4476-B5CD-582953A0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3B0B27-DF93-436F-8B39-6B1BF92C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2278A4-8358-4707-88E5-AB1F1E05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30CF5B-A121-4AAE-9F0F-5E6AB8C2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Reset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5573FC-6621-4A90-B449-95AEBA2D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2120251-1C18-4279-A306-BA84C32B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2-мин практика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рефлексия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завершение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1BC167-567F-4451-9781-105D4EC3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ED526F-BC08-445F-9D0B-834663BA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E77D8B-D062-4203-BF0D-6CE3762E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341DCC7-4784-423A-B5A8-16748D93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C69EE0F-6ADB-4A7A-AD7C-59DC0B33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575AA0-943F-4CB0-98EB-D67CD850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73AC69D-F517-48BC-A65C-1EDC3B2F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A904731-4B3C-49F8-9362-0A775900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 / после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изменилось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изменилось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DCC2CAF-F5B6-4732-8DFE-85B4E0F2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0D560AC-8A1B-4D09-AAF6-0701B185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C40CE22-99A4-41A0-8066-31DA8644D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F2676C4-448A-490E-B1E9-31339AFC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D4858A7-41FE-4991-82BA-DB16964F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4242FB1-4890-4E54-A1B1-80AE0770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DF4D1C5-70C1-45AD-B52D-1E495FC7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6225975-17F2-4DEC-9763-F8C642B2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продолжить сезон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/ annual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token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0F94016-0F4A-4895-A42B-BA1F23F4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2FAE87D-5E4B-4590-BEC3-ECC77E56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выбрать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FB78D61-60E2-4B12-86D2-E4ADBC01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не финальный UI-дизайн. Это логика того, что дизайнер должен сделать видимым на экране.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A1577B0-75AD-453F-997F-E640FF5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3985186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EFA86B-E73F-4658-B066-4A49776C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1E27CD-C1A8-4F9C-928E-1A50EF84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B2558B-1CFC-4A12-873C-BF4646D0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799C4B-7BF1-4529-8F62-4E3E60D0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93525-8EDD-4A70-8755-F8D05AEB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Life Canvas должен объяснять причинность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ABF59A-1157-4905-921B-504998F7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F15C83-A04A-402F-80ED-9E2AB55A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 действия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968A4F-3C30-4F9E-93AE-6D4A7716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После действия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7FE174-47ED-4C05-A8AF-E8144E71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C092A0-F6C1-47C3-81B0-C004044D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765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D5E6"/>
          </a:solidFill>
          <a:ln xmlns:a="http://schemas.openxmlformats.org/drawingml/2006/main" w="0">
            <a:solidFill>
              <a:srgbClr val="D8D5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13F36-1894-41AD-A6E5-9A952F32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383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B7F5"/>
          </a:solidFill>
          <a:ln xmlns:a="http://schemas.openxmlformats.org/drawingml/2006/main" w="0">
            <a:solidFill>
              <a:srgbClr val="C4B7F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96E31-19CB-47BC-B092-A59C69BA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туман / давление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неясная неделя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B1DF9A-A770-4E4F-8E0F-76F10B96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0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6429A8-B3E7-4DCC-AAF5-BAA4E89A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0">
            <a:solidFill>
              <a:srgbClr val="DCEF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0AB37E-C5DD-4E09-9650-4F7F047D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52700"/>
            <a:ext cx="1190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B556E9-1E05-46B9-870A-CF2E5460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28950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D1"/>
          </a:solidFill>
          <a:ln xmlns:a="http://schemas.openxmlformats.org/drawingml/2006/main" w="0">
            <a:solidFill>
              <a:srgbClr val="7B61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6F86E-4EC0-4E2B-8FD6-2A33B4A0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ясный маршрут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собранное состояние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B1A49A-B081-4F05-999E-F234A73F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57500"/>
            <a:ext cx="47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2815FE-1359-4723-83E9-8737C560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752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B0EBDC-ABD3-416F-B1FE-EF782E2D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57750"/>
            <a:ext cx="714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сделал reset и reflection, поэтому Canvas меняется из “туман / давление” в “понятный маршрут / собранное состояние”.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45CA12-1C16-4B02-B558-15DE9036E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769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пользователь говорит “ИИ просто нарисовал другую картинку” — продукт провалился. Если говорит “картинка изменилась, потому что я действовал” — AURA жива.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9EFD7B-165D-47AC-8420-05F91DAE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196583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10D685-74F9-45DE-80F6-69D872C0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5E28D5-5E21-40EA-B0DC-100EDAEC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E243CD-182A-476F-8A3A-174542F24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64914C-8EF6-44BA-8235-55C5089FF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315A2C-A94D-45A5-AC0A-BF6794B8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Premium-видео — это момент магии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9BF76C-2955-4FEB-881C-C72D6F3E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8ABDF9-8256-49C1-BE55-932DCFAF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5619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022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16F3AF-4D0C-473E-AF87-D953CB2D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90750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70B2A2-9CB5-4B72-8D13-BC69C99C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33675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</a:t>
            </a:r>
          </a:p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TRAILER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98C654-C913-4CB8-BA92-9417ED60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Premium video moment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5AE814-EF6F-4D2C-A3D8-A907A916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1925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 можно включать в подписку только если модель дешевая и жестко лимитирована: один 8s ролик в неделю, а не безлимитная генерация.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CDBC5F-D3DE-4105-BA61-F7025F7B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146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35949F-272E-47B3-81D9-5D5E45FB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813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 sec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E8E55D-9545-4FA4-97BD-19742B2A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146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89675-C786-4E01-AD2D-67A72911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 себестоимость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77BAB1-D3FC-4887-B5CD-8D41A6BE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908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2CA706-403A-4BEB-AA0A-517DFACD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575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видео/мес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1C60DD-4B17-4436-94E1-BE2C1F89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908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819AA8-EE35-4C6F-AB57-3340AE03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57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 себестоимость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6B6B44-88AA-4812-B199-6F9E5CC1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671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DE055B-C631-48F7-B4F2-38464F4B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images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7F741E-F11E-4365-A847-33FA0DFD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A96570-3CE4-4227-9749-07719E7A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338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~$0.60-$1.20 себестоимость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A55F5E-D758-4480-95E3-6F50EE41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433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A5F9F9-43AD-448E-82E3-E2C4FB79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100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Итого media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77FA33-9D13-458D-8752-4223092E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433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C175F6-87A3-4ADC-A2B1-7E3F3D46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100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~$2.20-$3.80/мес до буфера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252F12-0725-42F3-80C6-F8138874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895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Бизнес-ход: продавать визуальную подписку, но жестко лимитировать генерации и считать каждый asset.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6EB9F3-747C-4FA7-A4CE-46D4C41D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0975226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539FD9-641E-4FBF-948F-BED916329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B041A-B00D-4C78-9FC4-EB04E862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02869D-128B-4897-808D-8877709C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EB8233-C7D6-4758-9101-9149FA7E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D5A518-3CA0-44F4-A2F7-FD34AD81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Архитектура paywall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EE521B-8437-4B19-8BB1-B26AF0D1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068C1A-0AAF-4A49-A226-8E4E1588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A1A74E-20FE-48A9-BEA1-DC9EE8D7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E2033-233C-443F-A4FE-1BC97E91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C637AB-93D2-4AD2-88FC-7A1FC2F9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3-7 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лимит картинок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 weekly video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61957A-80D9-43D6-B48D-7253A09F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51ED2-59F5-438B-B93F-C21A0BDB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активация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2F0C8B-282F-483F-A569-BC7859A9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18557C-E0ED-467C-BE3D-1E23FD05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Plus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492DE5-2938-4F7B-AE1E-4051C857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$9.99-$12.99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2C8CC-C633-41DB-849C-8B4532F0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0-2 видео/мес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C2551C-5597-42F9-965D-22310C4C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460F68-419C-4F21-8B5A-5847C3DA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стартовый тест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99645B-E66C-404A-BACF-140E52C6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A446AB-8723-4914-BBDE-95BA8EA8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59789D-1A7D-47A5-A8A1-86CE676A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1F8E24-EE52-404A-9D37-4DE6D500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videos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E8218B-977A-46A8-B318-228D3094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05BCF4-F124-4865-9033-CB9FCC5F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пакет с видео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54E549-592B-4125-81AD-1F359E1D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C5F4FA-79F1-4A8C-B7B3-C4DDE5A1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Annual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34EA5B-BB18-4E23-9238-65C0A849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$79-$89/год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6C324A-21CE-4C64-B6F6-A27C3C1B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тот же пакет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ниже churn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деньги вперед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166CC0-6300-4DED-AAD8-C10DAE40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BF57F6-C9DC-4042-B46F-B42D892D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A5C54B-2151-49D4-8A05-71F29CF8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76875"/>
            <a:ext cx="800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— не внезапное повышение, а верхний тест для пакета с 4 видео/мес. Базовую цену нужно тестировать.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48F896-88CF-4584-BA5E-2E72FFA3B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8147686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D2CE96-A09D-41B1-ACE5-04973239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722463-C9A1-44DA-B0B9-0D197677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6008CF-FA6B-4D67-9D59-8CBFA849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045D35-A12D-4D63-AB91-6CBC90ED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3D1EE-7826-4B2E-82B4-E0A456F9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Почему это не просто астрология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72D191-B076-42D4-804C-3C62A68E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AEF459-E09B-45F1-8C6F-DD0ECA0D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дают существующие приложения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CCDFB4-B3A9-410B-9883-AF9B088A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F51DBF-B593-4E77-9491-12A3D1A3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Astrology: смысл, но часто слишком общий и пассивный.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EAB78F-211F-4E61-BCFB-C9CCB8D4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C877DA-99A1-4BE2-B3B1-604A55FE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Mindfulness: ритуал, но часто недостаточно персональный.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26A1B2-3B0A-44A4-8D68-E68C0D53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85B276-3FC8-4DA1-BE37-847E9D5D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companion: разговор, но не структурированная неделя.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A40D55-E5E2-4C47-B2D3-14091AA6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574E0C-FF01-4F12-8CCC-0B3E9919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tools: визуал, но слабая причинность.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F36EFC-AD8F-4451-AFA6-1642F617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соединяет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A4FAB9-94D6-4947-8DFE-A86CDECF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83E05B-5727-4DCC-9B10-0F93B274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Контекст даты рождения без фаталистичного позиционирования.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AFA60F-ECC0-424D-AD7C-CE957B32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E43B99-E65E-45AB-A78B-93CB3D15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Недельный сезон, который дает структуру.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4B806E-9B74-4541-9A51-C098B69A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0022B0-5142-4A84-9F43-D5E2D054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micro-action, который возвращает agency.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356BC1-2D6D-4C76-A7DE-F1A1339B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F275A6-5771-4607-A196-F25829EC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Canvas, который меняется по причине.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97949C-59AE-4C89-AC34-1F2DD365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70C7F6-8161-40E9-9D5A-C65CBE5A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Premium-видео как редкий proof-of-magic, а не ежедневная утечка COGS.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20D25A-4D99-4F2D-B2A8-8B7ABF71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711F81-9F11-4BBA-9F97-DADDBFFB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617360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6AD717-CC12-41DD-93D9-37D89D86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CAC074-8E86-4A08-8659-A8A26137C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65635-5DE2-40B8-806A-0F7AA29F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D31A02-E479-4B8C-A81D-7D74FDB1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D52B2-AC52-4AEE-80AC-7AB31389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Карта рынка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25DB30-33F7-4E3A-B8D3-D05F5840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9324A1-ADAB-40F3-B827-ABFF2454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6212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19347A-9AA5-4B68-99EB-F49A2E2A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2883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463B2B-B1C9-4F7E-9932-C8795AEA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85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consumer mobile apps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74B450-708E-4720-9785-2D45B4A26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90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конкурирует за ежедневную привычку открывать приложение ради смысла, reset и самонавигации.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F0FCFA-242F-4119-A041-91DEA391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23EA67-5F28-4F42-938F-21769591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14713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83E956-3713-43C0-86FE-42020FF75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платных поведения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E4467E-8351-43FE-A1C5-DF8C3977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личная навигация, wellness-ритуал, память AI-companion, визуальная идентичность/avatar progression.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9EA85C-4173-4352-91A8-E93D1A99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3387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1527E2-215F-4458-841C-B28DFE9C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058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B88B67-5EB8-400F-AC62-B8AC7524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apps + web + AI tools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0AAB85-FC4E-41AE-A896-0BDD9F19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исследование покрывает app stores, web apps, paywalls, соседние инструменты и ручной competitor walkthrough.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5CBD77-C04F-4642-AAB3-6245B643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9A1AA1-E45B-423B-BD41-D580306A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8C93F4-F9ED-4E53-94AA-81D63764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100k-300k users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F88FB7-8BF0-4966-BCE1-51A7ABCD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0505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достижимый первый масштаб, если creator-led GTM, недельные сезоны и premium-визуалы работают.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07B388-DCF5-4AD3-B56E-512FDE1B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E1504C-E56B-4C7C-BA88-D4FC64D5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483380-0941-4CDA-B8DB-42E7C2E4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09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$30-80M ARR path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B7BB88-64F6-4E24-9F07-B99E765E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3380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+ annual + premium tokens + creator seasons могут дать venture-relevant upside.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241F2-6636-49E4-AE19-3636B24F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— это не один horoscope TAM. Это пересечение paid personal meaning, daily ritual и AI visual identity.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552A0A-6BDA-4169-9ED6-02AE83C9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5385869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A0BF9E-4F9C-4474-92D7-C2390BB99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FB4B4A-F060-4BA3-A812-0AB054F4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27BC68-CBBA-49E6-BC90-491CBADD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F7C60F-A208-481F-9F25-FD24CB77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7EF5D-BA91-448E-AF4A-0C43FCE7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Как работают цифры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810135-CCF2-4F44-837B-6A80AA45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3250D-9940-456F-9D28-22DF2C74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43250"/>
            <a:ext cx="909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74D32A-5C68-492A-91B8-96C636F4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F17174-6340-4349-8839-4C1C97AE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814707-93A2-4F09-8CCD-22F123F6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Внешние сигналы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0C0E26-F86A-4E24-A75B-84AB52D2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Rev.now / Sacra / press / API pricing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65F14-1688-4C86-91D3-1AEE5BEC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Revenue, MAU, payers, price, public COGS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4891AD-7B59-423D-8554-3A72D6F6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208841-7D62-4B2D-B7B3-DF2F62C4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CA4F0A-E74C-40DD-8905-28C6AF64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Производные бенчмарки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EDF821-54EB-46C7-ABE6-6EF839C3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расчет из открытых сигналов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D24E27-1E98-442C-A32C-2A91F579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ARPMAU, paid conversion, CAC bands, COGS per user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368C65-EC9A-4346-AC23-13A282A2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2220EE-FBB3-4339-9F5E-09CA4C84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F6C766-6752-4637-8371-57EF1BB1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Гипотезы 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2D213E-9435-4F1D-AA71-D3B18A8E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conservative / base / strong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B5D80A-08BE-4373-A8B3-18ED1DA3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pricing, conversion, token attach, no-free-video rule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2F6201-6CB3-4E5F-BFAF-6AD20654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A16375-D132-4FA2-AE91-42AC4127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7179F-3624-4609-810A-560D82C8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Продуктовые решения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B1779C-6EAA-4DD9-A809-D9EC80A5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что реально строим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5D707F-0BAB-4B00-9901-0E8B2ABA7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Plus, annual, token video, image-first Life Canvas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31ECCF-811A-459F-BD01-9F0FFB53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838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Презентация не считает оценки конкурентов абсолютной правдой. Она использует их как рамки для гипотез AURA.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7323D0-5EE9-4746-ADC2-F865E900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8528475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6A4567-0521-462D-98D8-1040FB91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0F177B-267A-4B61-8CC9-FAC247C3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145DEF-8DBF-406E-925F-6C65B9F1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501F6C-3DA9-4BA7-AEA1-BA964883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39CD57-A62E-4F50-9786-4A9EDF89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Четыре главные цифры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D5815D-3454-4ED8-98FE-D55A29E1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B26BDB-C8E9-4EB5-AA2F-B1ADBF97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CA1054-F159-42C6-9DEE-F4CF82F8A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CF536D-C2BA-44E8-8661-37A24BA3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4713C5-B1C6-43BF-87DF-E77AC7E2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из Co-Star / Nebula / The Pattern style subscription apps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3EFB80-E38E-4846-8003-D902A415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6F1166-A214-490A-84F6-4B65C5AE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25E483-CD0A-40AF-AC05-C9034C0A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ARPMAU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4040FD-1EB5-4921-8F5E-F64D6BC3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нужна подписка + visual/token uplift, чтобы быть сильнее long-tail astrology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267111-C2ED-4CB2-8304-8E390F5D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47F335-86CE-4E21-B57B-6F3A21E4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834631-C419-4FA4-A5F0-F817E0CC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ARPMAU 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3A91DF-F5AA-4804-B78D-17ECC827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работают high-intent premium moments: future-self, relationship,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814CD4-D096-46D1-89D9-D30C4AA8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30CDF6-B8C4-431D-9456-0135291C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&lt;$1.50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4B7EED-0BA8-4B31-9573-1F131A32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AI/image COGS target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E73AD1-0E97-4AA1-8848-F4DC26AE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 должен быть достаточно дешевым для подписки $9.99-$14.99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9C9351-749C-4746-9F14-CD048981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57875"/>
            <a:ext cx="809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ломается хотя бы одна из этих цифр, продуктовую модель нужно менять.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882F6E-D765-4DEF-B3AF-E30DDBCD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6342468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16FD23-F2D6-4C40-996B-B8DB8F6E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8A81DD-A9F8-4306-BE91-E77228B2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E351A6-81BB-4E5A-803A-37746701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4948FF-6DE5-4BFB-BD99-D5A9E2E8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459DD8-6908-4897-9A44-D371BBA4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Экономика конкурентов: главный вывод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7F1893-E215-4910-9AD7-8FD256FF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6A8AAF-A8BC-47C4-B582-2384D9BD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3970AA-B10C-49DA-8A22-12AEC342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Вопрос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2ECC74-3088-41C1-BCFB-1D50281E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14097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F0175C-28DC-4AC6-AE83-AC0D752F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4763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Сигнал конкурента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A175F3-76C2-497E-A4D5-8EE6A875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097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1B731-0C76-44F8-A1F3-1B92AC47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4763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доказывает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577BB6-E3C9-4B7C-BF1E-E410B421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4097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74DA03-91B0-44BF-B11F-233D53478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4763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707D8C-AEA7-4081-98F6-6D351FE7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8A7879-3BCE-4A32-A1F6-AADA3CB0B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812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Люди платят за личный смысл?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ED9153-D914-4407-9478-169D11B2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1145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85C570-4936-425B-820E-A61BF0D3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1812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iOS: $797.5K/мес, 2.7M MAU, 64K payers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318E2C-5A5B-4E73-9F65-9115AF9D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145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DB3959-3B46-49F6-8399-C284D740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812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но conversion ближе к 2-3%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E0B683-9F98-4AAB-9B34-5AD3C907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145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FE316E-F8F6-41A5-9501-3E32143D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812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conversion: 2.5-3.0%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2C0DB0-BA8D-4616-8427-52FF4781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194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34A2EE-46CD-4CFA-81C6-5E6722C5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Spiritual guidance монетизируется?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DC6F8F-82A6-4E20-9C1B-8A99EBE9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8194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6C81D2-237F-4B93-AE48-E279F9C2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860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iOS: $718K/мес, 52K payers, $0.33 ARPMAU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C4ADE4-AB0D-4055-B577-CFE7C10E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8194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49EABF-CD10-49C8-BBAF-6A57D7D1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860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но агрессивный paywall ломает доверие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BB9C38-FD05-4601-ADA8-1F6AEEA72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8194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3D7D4D-D8AF-416C-A7CE-E4DA7382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8860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продавать causality + season, не vague psychic pressure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32CA11-2AAF-40DB-B241-7EAF80B1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ADDEFD-7DC9-4242-B44D-5941E853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ritual может стать большим?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A09E97-19A0-4CCB-9653-41ADE886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5242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C40624-97DE-4EB7-A2D0-24B1FD91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5909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Calm: proxy $300M/год, 4M+ subscribers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A6A995-EF5D-4DCF-8404-24FE6012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242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242F63-10E3-4ECA-AD9D-98EC0BF1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909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если есть доверие и annual habit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8600E8-9BFE-4B85-A2A4-D2CE1E12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5242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71680F-AB6A-407D-BEC8-3135880D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5909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plan после первой завершенной недели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9F4053-E6D9-4617-88F9-E0E4651D9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2C27A58-9FDF-4278-8017-AFFC9CCC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AI/avatar создает paid intent?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1C1F52-BE44-464C-A02A-913EB2A1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2291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532E7A3-F799-485C-AADD-78DBE8EF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2957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Android: оценка $2.36M/мес, 99K payers proxy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B80663B-A74A-4DA3-B033-139A76480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291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F6F1796-795C-4D32-BB9F-E9F7EEE6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2957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пользователи платят за memory/avatar/voice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3766CB9-F032-4D19-A876-A5C7F1C9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229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8346EEE-0557-4F35-A229-051976FD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957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 ассистента + visual identity layer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7C73ED6-1170-44E9-A640-BE6166E7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5F103F7-DB00-4E99-BA8A-70414C10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006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повышает ARPMAU?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6411335-6D0D-4DBF-9E88-E1D04B7A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9339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04D5811-56D2-4E4B-8979-AACEC2A1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0006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Android: $1.82 ARPMAU, 4.5% conversion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B18DED3-BC4F-4BEC-851F-B35F1984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9339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2B29C50-6415-4084-AF42-A2578687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0006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high-intent moments монетизируются лучше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3A2C6AD-0E58-4A26-9E78-6316BDDC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933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79828AF-D289-4CEA-961D-FBA188CD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0006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 / relationship / video tokens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6C96A7E-A43A-4DA1-BD7B-F6058CFB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Base-case AURA должен считаться как subscription self-discovery, upside — как premium visual/guidance moments.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003BC90-26E8-44CF-9D2B-35FDF063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5132260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687435-3473-4BF9-A941-F83A3F6B7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C74F0-2EE4-400B-AEBA-9804C19E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CB5466-3765-460F-810B-66C803337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9E210-FF3B-4094-AF05-5D97B2EE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4DD3AD-2CEA-421B-8E6F-54A555C4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Unit-экономика astrology-приложений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428323-705C-4597-8BA7-43E2BCAE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03C8D2-D55C-43CA-8D27-CC171B5B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1A38E-EE22-4C21-976F-E1AD1E38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D2C9CE-CEAE-4B45-BC80-6FB6627C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30BDC-78F9-4465-B65D-357374D6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279E21-B1D0-4A04-B4A0-989C8B8C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D2D819-25F0-4BF2-B029-EE0F3FEF3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экономика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7E2169-1F7E-4420-97D9-AAC42136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75BA24-7634-4B57-9239-67904DA2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E80F92-6258-4375-AECD-0BBA7F9B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344DB4-14A9-4F92-B428-803080A9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FF81BB-3F58-45CA-9661-9EBE1FC70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9B2D57-2C17-4311-833D-7E000A89A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$797.5K/мес; 2.7M MAU; 64K payers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D7C8B9-4B71-4A0D-BAAB-8B803026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7FBF3C-75C3-4736-8C86-3395D64F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~$0.30; conversion ~2.4%; $8.99/мес + IAP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8AFB5B-13CF-48BB-A814-EEB8CD99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CB210D-86DC-4EE4-82B1-59F15B58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 должен быть 2-3%, не fantasy 8-10%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880AEC-F88E-4036-83FE-DDB3ACCD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2646BA-C28B-4226-9211-1A1EE6E1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5D0C86-D864-400C-86EF-49EB46E24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F99FAB-98B1-4B25-8C1A-348C7BFE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$718K/мес; 2.2M MAU; 52K payers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D997FA-9A8D-4524-8646-12814125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D91976-9B95-4931-9352-09B22A5A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~$0.33; conversion ~2.4%; $9.99/мес + weekly IAPs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CAC495-C085-4319-8DD2-86468BC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AC5866-1FA7-4D68-BD29-86AFCA33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guidance монетизируется, но trust paywall хрупкий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F0E331-4BC8-4F98-A09D-D6262488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267421-F066-4271-A88B-C6448EE5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Pattern iOS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FE9B0D-9006-4379-B968-229C66A4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0364A9-B98F-45EF-B965-8082D30B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$36.1K/мес; 160K MAU; 4K payers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21F890-84FF-4278-B407-3F9F6A9F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3E5FF3-9FC3-49D0-8134-9E25287A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~2.5%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1140CA-A459-4682-882B-357E4AD7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111E46-58EA-4499-B240-72DDEC31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relationship/self-insight работает, но depth сам по себе не гарантирует scale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6BC3A2-3C33-4BD2-A0FB-1BAF3B2F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A04123C-3363-46DA-BBDE-3465D84C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AstroSage Android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9A5B227-9092-41B6-8A52-33C2D65A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0919F51-99CA-4165-AA79-9E2C9754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$547.8K/мес; 2.4M MAU; 34K payers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7C5E3A1-9FB5-4909-93DC-7DA56CE6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175BBF9-92FF-4C6C-B00F-A5F2CF7C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~1.4%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576FCD-2513-4480-B2B8-AB0935C3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B73AC76-1C3D-4F70-9F98-B2BDAE03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birth-data utility дает большой reach при более низкой conversion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B1D9AA2-F1AF-4842-9B27-19125664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DB3C26D-F2D6-458A-8C3E-6B433DAC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C6CCA5-4D6C-4B82-8ED3-B975AD5D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F801272-8147-4E55-88B5-94F7BA6B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$440.8K/мес; 242K MAU; 11K payers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A73FC0-5AC6-4373-AE74-0798EED4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802A9F7-069D-4438-BCA8-3FF3EB99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~$1.82; conversion ~4.5%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843636D-D47A-4DA7-9A5D-4BD6F8C4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9BD533C-D71F-46F5-B6E2-25824E51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mechanics могут поднять conversion и ARPMAU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1A68CD1-DAA1-46A4-ACA3-4B5A9341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7D1A4C4-7583-4587-9F4C-E5B6FE8E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 company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48E2A2B-6F67-4D36-93AA-026F46DF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234E389-8A04-4D4B-9613-40BA6683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Rs 1,214 crore FY25 total revenue reported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A0F83A3-DE63-4894-BE89-BBA87AB3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F0592EB-5C12-496E-9536-0358277B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consultation marketplace, не pure app subscription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39E2295-3233-4C96-A7C4-1CA4D89D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412FB74-2F72-43DD-88A3-1AD5E406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human/expert layer — upside later, не MVP core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8ED33CA-532D-496C-BD4D-997AB98B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Источник: оценки Rev.now и публичные отчеты/пресса. Это directional benchmarks, не audited internal P&amp;L.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0BBEE38-A2AE-4FA8-935D-28859E42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00506683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46833D-DEA7-43A8-A485-D40BB3E5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AC845C-234A-45C5-BA4C-C4A19407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B5861A-2034-4EA4-BF39-E09052DBB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73C56-6272-45CD-8F54-14CFAE6A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7B08F1-0276-4629-BE08-38B4215E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Unit-экономика mindfulness-приложений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ECB57D-8B99-43C4-94D8-E38EB707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E3DF8A-D8B0-4DDA-B2AC-182C163E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E10A58-EF29-41EB-B587-EF2D8EFC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A3922E-6CD1-465E-BD8A-F0A69B608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9180BE-428E-411E-BD15-18EE0A6C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1336A6-10BC-4EDF-81AA-CCE667B9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0EDD2A-A376-4130-A71E-066C64A0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экономика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2D1889-2096-46AF-A20D-A6160F86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DDD3C0-C121-4719-8B42-CFDF118A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05D432-323E-4252-BD7B-4848197F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CA02B8-0FA7-468F-8364-7D695F46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brand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787A78-E296-47B7-B9E9-1E34232F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5C2639-3604-45FF-B6E4-709B3BCF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proxy $300M/год; 4M+ paying subscribers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0672B1-325A-46D7-ACB4-A589522B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0E67CB-DA10-4D09-9BF4-A90D19AD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$70/год и $14.99/мес price anchors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3481E5-6C73-46B3-A93F-FE6AFE58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50545C-1BF7-44BF-9BC8-72321A82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wellness subscription может быть большой при доверии и routine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0FE973-B793-4DD2-8271-2B589EB8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07F653-AC66-412F-B01C-8156648D1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Android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8F1861-CAA0-459E-A766-CA53ED0E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CB6E2F-F7C1-48A0-AE36-15CA0EC5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$2.35M/мес; 3.6M MAU; 85K payers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D79A9D-AD07-45C2-95F2-743D0175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02EEBD-8C08-4CC3-8B79-5F0360561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~$0.65; conversion ~2.4%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A1CA98-90CD-4A2E-A95B-13BD0090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663BFB-5DED-4F7A-A70E-243549E8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wellness может монетизироваться выше astrology ARPMAU, но нужна retention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9180CB-FF72-45DE-B4B9-623CA073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045687-EAE8-4163-8241-2839DBC4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Headspace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2B09E3-A411-473A-B8DB-C1B147EF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F0DF50-BA60-4915-A8C3-4337F39B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~$200M/год brand proxy; app-store proxy ~$39-40M/год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1E3B80-7390-4EE4-B1CF-30D38B25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2DF7892-46B8-4764-8DC6-C23AFE9C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$12.99/мес price signal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D8EE6F-42E8-46A8-9D31-A3157EDD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DD0380-C0A2-4398-AC0F-486BCDFF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off-store/B2B revenue может занижать видимую app economics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7F37FBF-F991-4245-AAB1-B7B52284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B6EC424-7740-4D2C-AC71-4DAC313F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Waking Up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68F0F3-A468-4530-990D-F0E8C514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2CE2BB-C903-4010-84F1-EE1CBF94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$492.7K/мес iOS leaderboard estimate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7D26834-DE71-4ABB-908C-73AE7DCC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BBE2D63-A9B7-437F-BFA5-489C2510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$19.99/мес; $129.99/год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EC96B20-20BB-49C8-84F7-72C2D0B51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4099800-C258-40AC-9371-D86A770BE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teacher voice может оправдать premium pricing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2FAE5DB-B63B-4ED4-BF86-90767E66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59668E1-F08A-4972-A0D0-C64C5307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Balance Android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4FC98F1-83B3-416F-8EB1-3D85C66D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BA82484-B61F-4485-AE1F-1D975F3F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$180K/мес; ~317K MAU; 11K payers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325892E-6850-410B-8D66-82775DDA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558426A-6589-4773-8B1D-32101240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~$0.57; conversion ~3.5%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022D143-49C8-425D-802D-A94F8916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05031D5-6CBC-4EEC-B2D3-53909AC3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personalization может outperform generic meditation libraries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0E8A870-5F34-4467-819D-F767DE6E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B3AC12E-51BD-4CDB-90F3-080667CE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Meditopia iOS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BDB891D-9690-4FE1-BB4C-AE377169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9C2CB01-5CE4-49D9-82A2-304067DF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$118.4K/мес; 629K MAU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C42E633-7AF8-4533-A9FF-50E8CE33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810CC08-FE77-467F-8F80-CC260165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~$0.19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355778F-3D71-4D00-A535-CF27E254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39DA720-7F63-4D3A-A7E5-DFFA260D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большой MAU без сильной monetization все еще может быть тонким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6EE86D1-868F-481E-9E21-F2AAFCD1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должна взять daily ritual и annual plan logic, а не строить гигантскую meditation library.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DAE3100-09F0-4498-AB21-7C0B4BF0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8203015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6763D3-8659-48E0-9686-7AEC74B36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69605-E10E-4905-9DBF-7FC0ACEE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547539-E86E-4C2B-968F-D47274AE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12C161-B4B3-4280-B72F-264C8891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BC66C1-8EEE-40B5-9F31-A5DC233A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Экономика AI companion / avatar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65E1CE-75E9-43D1-B275-08EB4F07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9D37B1-7860-4F1E-9453-3E5350D96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D84751-02FB-41C2-B08C-1B74810C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44C2E9-BF45-472A-BBB0-71182840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CE46BE-6C4A-4CC3-B191-D9733D34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559CA4-154C-4E18-BD6C-D74D1F18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86048A-E9BD-4EE7-AEA6-1EB66D58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 что платят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895052-842B-497E-979E-189DB5AF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DBC4B5-EA82-4023-9689-C2EAB3B3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A569E0-493E-4738-9A4A-FADBB29C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166666-FA4F-4B72-994B-D120E5C7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B23A76-2EC8-472F-9CE0-C7A22B19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35EACD-FE27-4934-8C7B-D45E2DB1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$30M-$32M ARR proxy; c.ai+ $9.99/мес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657403-204E-4593-A36E-4AA6CAD9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9A21B5-9CCF-48A9-B1CD-F322AF87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priority, memory, engagement, chat volume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3962E9-CF52-4F7D-ACFF-8DC49962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A908EB-735C-4798-8651-A7EDCE9E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может монетизировать engagement, но inference cost и safety доминируют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03ADD0-F953-4044-8FC7-718E38A7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2FA1E8-25F4-43C3-A661-FBA4ED69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0C57DF-AE6C-4AD5-8E71-28EDA0F5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88B433-13BA-47C5-AFF6-30FF6C4C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оценка $2.36M/мес; 99K payers proxy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FF6C74-4E88-4113-89EF-4C49CE6E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7BB20A-0DB1-4049-AD4A-55E78C65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companion, avatar, memory, voice/video features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03EEFC-2609-47BB-B1F7-125BD1C07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B60CED-9AD5-4771-95E2-04FBBBD5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пользователи платят за emotional continuity, не raw text chat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877C7B-A99D-4677-9B62-671D45CB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6A0A64-1A0E-4228-AC58-23D0AA1E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iOS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C22B70-9D78-4158-BF6F-5FBF73C3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3A096D-B717-4E72-85ED-B07BD146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$1.5M-$2.0M/мес public estimate range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D8DEE1-8BD8-47B6-BF4F-39AE66E7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080F20-32D1-4E10-8A1B-647FAE72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pet, soft progression, daily loop, Plus features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F2C2F6-DF62-4135-9C10-C424F119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CD1462-2476-4E8A-B6E4-E2B6A019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companion mechanics могут монетизироваться без scary “therapy” positioning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D5AFDD-B748-486A-9AF9-E61CE5C4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7FB23F-15A6-488D-B67F-5BF2B302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D-ID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1D992EB-17C9-4FBC-9542-DD0359F7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A8BA932-C117-4755-BC76-912881DE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API pricing показывает, что avatar video — paid compute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A6FF7A5-BBE3-430B-BA89-539888C4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66CE436-C2CE-4D30-96D9-1D4391AD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$0.05-$0.0667/sec или plan/credit based pricing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18BE03E-EE97-4C5A-9BBB-A64304BC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8580B26-C507-45FF-8ABA-8F8ABB6A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 — premium event, не free habit content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2A2CCD7-08AD-48BC-979D-0DB1C3395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EC71231-DEAA-4D63-B13B-F7B7559A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78A0066-E1E5-4855-8856-983CD81D3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5D18D14-58DE-42FE-A22D-55460AFD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$9.99-$14.99/мес + tokens target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3FFAA1-F69D-45C3-9687-87CD61D1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0D78F91-F76F-40F5-AB3E-0C87E74C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season, assistant memory, Life Canvas, rare video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B75B66B-FFBF-40A7-92DB-BD263657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C968B5C-1567-49FC-9894-1D5C2A8D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должна быть cost-controlled AI product под premium visual wrapper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B4AD74B-BEC6-4AB4-A684-AC971CF0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Аватар — не декорация. Он должен помогать пользователю понять, почему изменилась неделя.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8F517E1-6468-47B0-9F6D-BAA39808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6082618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165ABE-205A-4BB9-B1B8-946863B4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EA0D65-366F-41CA-8F1A-53DB817B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E50043-8228-4120-9C7A-12089DA52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D7F201-DAE2-4C9B-8478-99687B2E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03FE95-3277-41E0-9D1E-57FD626C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За что люди реально платят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88E0A-32A7-4A43-8A64-D9085B27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8B51F-6A30-4FDB-AC31-DA7A5153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546151-C234-4F5D-B721-B1413A13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Платный объект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997F16-A2B6-478E-B359-A43C2146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B3F8FD-335A-4EAF-99D4-9556C654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Где видно у конкурентов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DBD871-2016-4DBF-A4B3-0C7D7040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DBE733-E52C-4844-9F08-41D958EC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платят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F207F-767D-48B6-9F11-9BC9424D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A3DDC4-58B1-462B-B954-C61CB9B3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Эквивалент в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0E8163-DCA3-43BC-8D46-E79B5B22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023711-0701-4267-95C4-23E89DE3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Месячная подписка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BD0E13-F167-4126-ABD9-46FF0A51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9CE3A1-B39A-4D15-8048-5663EB08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Nebula, CHANI, Calm, Balance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897FD6-8C95-4002-B977-12DD78E5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D57B66-E983-4C00-8A16-678A684FC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регулярная личная ценность и низкое трение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02A767-1E8F-48D6-84BE-F95C3A86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CE7E59-3652-4392-9279-A686BFC6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Plus: weekly season + memory + Life Canvas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4D2865-A8CB-42F8-918E-B36F386C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D8B316-B5CF-4726-8EA1-E39ADB6C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Годовая подписка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575B82-4589-4EED-8B05-5B0762F02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190670-FBCC-4545-9C4A-27C883EF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Calm, Headspace, Waking Up, CHANI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84AD07-2114-4692-8587-08929D08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90FB3F-5937-4E7C-B3B1-BADFDFDE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commitment и cashflow, когда доверие уже сформировано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08FA68-B1A7-4230-BE74-F1564338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FC4E14-6C5A-4795-96F2-DF43B44A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 annual после первой завершенной недели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1F3161-9703-4249-9E7B-99CE92BC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3FEA03-DDC5-427B-84B3-3B17C1D6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Compatibility / relationship report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EF555C-143A-4E39-A717-893E04F1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C5658C-FF66-48F5-A36E-0487164A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The Pattern, Nebula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A64A73-FE5F-444B-A485-4162923DA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CBA8A8-844D-4116-9EEF-162724A3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эмоционально важный personal insight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C215BD-D56B-4CA9-892D-67063119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8FE535-1A41-4D91-A244-448ACEA7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 / future-self special episode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6411C41-A958-4BE8-B896-D3202CDA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F7F88C2-4659-4A8E-8FE8-D005446F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Live или urgent guidance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76CFA0-6614-4956-8057-B7CE9516A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70084B7-5A2C-49CE-9587-3575C044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Astrotalk, AstroTime, Astroyogi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8A1DA4D-9592-4116-B798-9C0C1326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F8F0CB4-B047-4BE3-B761-A887DE4A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момент тревоги: “ответь мне сейчас”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361F9C9-5911-4AEC-AFEE-33326C4C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645EE9D-200E-42E9-8C07-099C6F0D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AI assistant; human/creator layer позже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792A8CD-20DD-47EF-B797-AD8BD478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3A3EF78-6DDC-4A97-B1B6-FB1A84AC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Special visual asset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676A43D-5565-4BB8-9C35-873A6A49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5B984F1-B54D-4613-92C8-EA68DE0B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sketch, aura reading, avatar/video tools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3B4C33-EB16-49A5-A994-22A211F3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7097A0-AECF-4312-8F28-4B83945B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ownable image себя/будущего/периода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CD76A64-F276-47D6-A749-3EDB88D2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6044CE1-2DCF-4671-A6F8-98F6B2DC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trailer или future-self video token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92E02A7-5AB6-4AEB-9DF0-250AA4B1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08058515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B9BFEB-E544-43FE-A84D-21BE3B5F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88E6F8-AD08-46C4-B702-CE6C76CC3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18B626-72DF-452B-8626-93989975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BC03AC-6E35-4892-99DB-C7EC9D07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7F4C8-5CEC-4C87-B5C1-E2895EDE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Решение по pricing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55E72-4A56-46C4-A387-200C829E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700532-6861-468B-B65B-E652C620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696A26-74EB-4310-A8B9-1EED0298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DA04C-176C-4AFF-BFA5-2ADB44D7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A036E0-6394-43AC-8E09-11D771FD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Цена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7331FD-C72A-420F-B8F0-F1563816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287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B86F1A-1F05-4B5F-A43E-1ADD8369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4954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по генерации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4085AC-55C9-49A3-B0C6-3C88D359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4287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B59514-A3DE-414D-9460-B787F339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4954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маржи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34C7DB-29E6-47CE-8DA7-1FE745E6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568CCE-D4AF-429F-B7C3-44D66EB2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6FE2B5-6B73-43C3-BF63-CB822893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812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5974CC-2371-47FA-A200-F37EDA9F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478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5E2F5F-1557-4731-918E-04B5BB62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812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D639EE-3DAC-4E02-889E-60A3DBDD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478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 + Day 1 loop + один medium 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FAD6CB-B100-4024-B89B-13BF7188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9812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959A05-82F5-490D-BC99-16CA5B49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0478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target &lt;$0.20; цель — activation, не щедрость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8AC91A-44E4-43A5-8F7C-F9F8B1610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E567C0-42A6-40C3-87C6-8A96DEA8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0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test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05EDD4-35F7-4DE6-8D66-4BA508C6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336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23F786-16BA-4769-93E6-BDC34428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003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B84555-2171-4863-BAF3-2B48E8CD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336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DA1187-B05E-47E6-BFE3-834215EF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003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loop, memory, weekly recap, 30 images/mo, без обязательных 4 видео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18E636-D32F-4849-A2C4-7AD844FC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336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52FC70-CC71-4F13-9311-0A5C35A0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003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нижний price test; проверяем willingness-to-pay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487BCD-1E8D-47E6-B7B5-05E0D84F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734391-33D9-47C7-945A-6B9CF1C9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356C21-F397-4F9F-92B9-74A3226A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8C1B45-3D7D-4E1C-9734-97F3382B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527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$12.99-$14.99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9783959-E9D1-4DEA-BA78-A8F44B43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861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2FABC7-5FFE-4F26-A4B5-5CBE4A8C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527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 + 4 weekly Runway 8s videos + recap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ED3AC7-03A5-4823-9779-F64D93D2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0861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EB035B-7088-495C-86EA-B75ED2FC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527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— верхний тест для полного video bundle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4CD6D5-6204-43DE-A034-B097B504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F36A534-2E95-49D3-A593-DC0F353D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annual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9D12CD-33B3-4E54-A4FA-4ED88979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385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F7888E0-F42D-44A1-AFEE-8964254D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052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$79-$89/year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0E694BD-3FB9-4EAF-BC18-D4EE4561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385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CC32ED-3B7E-473F-9250-4A4DDCB8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052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тот же loop + annual season framing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BCEB4CA-845F-47BE-A9FE-8E764B2B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6385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38A211E-E3F5-447F-A4E0-B4380368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7052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 и ниже churn pressure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01638CF-477D-4A8C-A7D4-FCF845B9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0CD7BC2-BA8F-4E68-9BD8-2A353D5F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576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token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473DBC-3A88-4168-B871-93451A48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910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6414E64-8CC8-480A-B031-AC843DDC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576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$4.99-$9.99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617CA94-5CAF-48A2-8193-457F4F31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910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6B63D37-BDBB-45D1-A182-BAA13841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576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Veo/Replicate/HeyGen high-quality moment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5427362-D886-40BF-91A6-559ED0D1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10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704D2A9-9ADB-4C9A-B385-3164D2078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576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нужен, если COGS $2-$4+ или нужен “wow” выше подписки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0487167-7F49-41E8-B527-D5AE05ED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DBA9589-5790-43E6-ADB8-F5ABEF1D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42F59CE-0788-478A-B1FE-B650DEEF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43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EA426E5-B62A-49C1-BECD-F5F3D144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101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$14.99-$29.99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5F18ED8-517B-431F-B5AA-C99D15F36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434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26515DD-5C78-4F29-9F77-D239CB07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01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guided pack / custom assistant style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C460784-33C6-4B85-A07A-CB547A48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7434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CE8FA0E-7FBE-4530-B56A-DE1A5CBB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101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монетизирует content leverage, не только compute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4EE3F7D-A17E-4287-9762-277E10AD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42F2944-40C9-447E-AE4C-B03BCB9D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не должна продавать unlimited AI. Она продает season, memory, causality и лимитированные visual events.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8FD977E-7996-4952-81D0-8959C631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05395774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0F3645-B652-4D83-8412-8FCBC82F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DB544A-4325-4AC5-AD1B-0D709FE7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CD51E4-37B3-4093-A9E3-4AF3E025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F258D3-D8C7-4B2D-B680-B1C000A7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B45EFE-A7D6-4BDA-B87D-3AB85038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Гипотезы conversion / ARPMAU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010778-71C1-4D34-91CA-3FE12AC0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FCFE42-3CA2-4A42-8C74-7C4C7138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0A7E2D-FA40-4C71-882B-0637335F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44121D-E7A0-499D-8DC5-3F5FE386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042D55-0F63-4E88-9885-02CE6279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543EB-BDA3-4414-9869-9D4DCDB3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549E76-921E-425B-858F-47BE5F48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C585E9-C09D-4CCD-A3D5-BB861B5D9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650163-CB85-4CFB-B78D-2886DD71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798F9-9E20-45BB-9D97-8AAFEFBB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154598-3CFE-4904-AFF6-8E2F267C6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C8FDB0-4280-40A7-AF3D-7A9DA6B7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ABE2FD-D3B3-4EBB-8384-6419F418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BA1377-5F75-4C27-B9DD-F310D51D1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28C5AC-3E45-408C-8688-0DF0C530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A70A7F-4B75-401E-A791-F3807FF8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961EFA-6284-430D-875B-7E187EE3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4.0-5.0%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0C065D-0362-48D5-8FEA-A3E1F43B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F86106-C259-4358-8A11-8BCD020B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ARPMAU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910927-97C8-4F3F-819E-E9C4C880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4BC56A-6512-4EE5-A31A-51F62E6F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740607-6F8C-4D62-84A6-DF5111D4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BD2D70-A551-4F4E-BD23-74DA3341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F95E5F-A2F4-4C4B-A846-319330B5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4C15A6-597A-4984-BBCC-0331600D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EA3A4D-2046-475F-BAA4-20C40F4F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9FF978-5947-4CC9-8A27-A7CEF868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240BEE-E35A-44E9-AFC2-B09755DC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244C3B-460C-4DFA-A3A9-D9EA173F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64B8A1-C8D8-4D39-B55D-CBF6B076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0CBF57-B6CD-4328-8418-B17F4DBA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$11.99-$12.99 blended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D8F3D5-9CB6-4370-95E2-B87C27E8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7EE35F-B2DE-4C03-865B-70BD480A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60F95EC-EFF1-42AA-9CC0-DF247484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669AA0-BFAC-4DFA-9696-EEB7F14B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buyer share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D4B967E-7D1D-4A3F-B59B-FB5CBB11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732FE3-45B1-4A06-BC19-477D9013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155448-95EE-4359-AADC-FC0109A5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84948EA-A449-43F1-A593-1A51BD74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8-12%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15E975D-61B8-46E2-854C-87E0E49F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B2F90E7-7DDC-478D-9D1F-468A5BF0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15-20%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A14351E-4C47-490B-9AE5-03E2B969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B3134D2-F5E4-411E-BDBD-F1BFDD63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364DE40-2DED-421A-911A-7A2DDCAC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DEC7036-AAF3-440D-A688-A0AF3BA08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$300-$800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C03EBC2-327A-4480-A42A-C4F36EC0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450E418-6A90-47B9-9C70-4BA4F10E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C3634E5-6420-4416-A012-70F50293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0F7ED8B-3735-47F4-A77B-964F2EDB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$30-$100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AB2E1C6-6F6B-45BD-BBFF-EF9C8D16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A7298AC-BB16-4FC3-9CB9-3BC987A9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C1726CA-D65C-405E-90AB-7C462A3C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690481D-3609-494B-A228-F3B71416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content app risk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E19F107-BCDA-40D9-B44A-48B13862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BA7382C-4153-4B5A-B46C-B678A715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работает, если понятна causality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DED741E-6C47-48CE-9C1A-4317D869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9D562A6-1581-4A06-856A-D5BDF4B8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только с high-intent moments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7967413-EC91-4974-ABD6-094556C4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Гипотезы построены из оценок конкурентов: Co-Star, Nebula, The Pattern, AstroSage, AstroTime, Calm и Balance.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4341564-CCD1-4E5F-8FBE-FA97FE9D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Нужно пересчитать после prototype telemetry.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C55D378-3689-4587-BBD1-832899A4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5410800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558E9E-2FDF-4C99-B8C3-733A6656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2FED29-B262-4FE2-AC20-6605E1C0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EFE1EC-E9F5-472F-96FA-FB749FCE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EFDF45-561D-441C-B463-BA556CE3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800319-CB18-48A2-AD9D-FD94E7FA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От бенчмарков к модели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0D5818-640E-48EC-9140-82949375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A9DC66-819F-4449-BA66-BF2911EC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FC4E44-AE2C-4664-9A8C-00F2971E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Вводная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83D0BD-9443-4CC0-A463-6560464D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097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58356F-2264-4663-A643-0B4EFC68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763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Диапазон бенчмарков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DF6ED0-C611-48E1-ABD7-BD7FF3B9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4097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4EDF76-666A-4213-B09B-14A9D1026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4763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Гипотеза AURA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73A9D2-F8C3-478B-AFAB-7AE792EC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4097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98BB16-94C8-4137-9DD1-B2B6B8CA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4763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это разумно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627928-AA76-4780-A5C3-81E0BDAE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8E812C-4EBC-40FB-B355-4D7BB73E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882126-D528-4404-BAD0-218ADD9C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574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75B881-E6A6-48DD-A117-3844D698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240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1.4-2.5% subscription astrology; 3.5% Balance; 4.5% AstroTime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A66B60-A598-4E29-90E5-669A85C6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574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EAB8E7-F7F9-4055-91D9-212BBFCD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1240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1A2FE1-FF52-4643-89AF-05ACAE6C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0574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692AF4-5EC4-4B2F-9289-2CE189B5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1240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case предполагает, что value доказана до paywall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ABBA2C-D366-42B7-AE09-C8275FC60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051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81D6D4-3076-413A-AD07-AB24E450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717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0EAD71-496E-4DA1-AF80-A4178ECD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7051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903A42-0D3C-4F10-A91F-7CC781D2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7717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$0.19-$0.37 subscription astrology; $0.57-$0.65 wellness; $1.82+ urgent guidance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BF0CBC-3357-4A7A-9823-9875DAB9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7051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CD6A9F-824D-4A8D-A745-381A150E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7717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D5F069-8111-4A37-B914-FA2E48CE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7051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A09856-A04A-4B6E-B6FB-0BCA2CF8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717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должна быть сильнее generic astrology за счет visual/token uplift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A97248-7147-4B29-9C80-8DA07E095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528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A9ED55-B1C1-4C30-A3CD-AFD9CE6E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194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AEF20A-A617-47C9-A95C-C8B80B3E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528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E7FD12-099A-4D53-A602-9E4B5B1B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194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$8.99-$14.99 common paid band; $19.99+ premium teacher apps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5440DB-9589-42C5-9DF3-6E2E3DB2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BE386D-3B11-4E4B-B9CA-52AF7978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4194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$9.99-$12.99 base; $14.99 visual test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BB2DEB6-957B-4354-8D17-3623E65B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3528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DD1E0C-70B5-491D-A1AB-AD6A6216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194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появляется только как верхний тест для video bundle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980964-97B9-420B-8752-522E08F4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3FC95C-30B0-4DBA-9646-2FBC6A5E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COGS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2174F1-636A-4464-89ED-100991D1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005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76859E-C726-4423-BDAE-1A83D4A8A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671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~$0.40 / 8s; Veo ~$4 / 8s; HeyGen ~$1.50-$2 / 30s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535D36F-0DDE-4251-8ADB-DF7FB28B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005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920FB0D-D69D-4F22-BFE8-8B85BBA1D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0671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Runway clips / paid month; no free video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6D87C19-F62D-4B36-8B14-13936785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0005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C9475B1-F7FE-4444-B2DF-CD28848D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0671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video можно держать в Plus только при лимитах и capped retries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FBF68E1-2202-47B4-996D-67CAB23E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482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32A5C1-D1BF-4014-9EEE-88E01B22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148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805871D-C9F1-4EE7-B8F5-DAA7A256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482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4CA443-2A07-447C-98C6-D09C7172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148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$50-$150 organic/social; $150-$500+ paid web2app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E601DDD-1067-4082-82AC-0C178DD2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6482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8249580-47FE-44BA-82A0-C5E14BD8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7148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 base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F05204E-1D64-41F9-BA31-890E7476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6482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C76467C-3CBD-4DF6-87F5-4223597F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7148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acquisition только после retention и paywall data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233F74F-1AD5-47C0-8891-A3D2BCF4E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важный мост: данные конкурентов — не готовая модель, а guardrail для модели AURA.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7D121F1-0ED8-4458-A51F-EDEBDEB7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76412341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7F5159-576B-48FC-8601-51F0972C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1841A-DDF4-4B70-A4B7-CAC261C9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71AE77-43DF-4990-BCAC-B3C4F35C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CCD7B-66BF-401F-A77F-ADAA830D9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A419A4-658E-46CF-9FC6-5E55587A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Подписка на генерации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E05BB3-2E9B-4598-A2E4-453C2BCC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5854F-2C13-455F-946F-76AA7F701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25241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06908A-48A2-4E4F-BCD3-6542407E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6210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754B69-ED67-4005-9019-120B746B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38375"/>
            <a:ext cx="18573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cards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8s videos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028350-E1FC-47D7-8FE2-FC84DC7B5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~$2.40-$4.05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F347D9-75CF-4DAB-AC34-69960AED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1952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/ paid user / month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B820B5-EE90-49E9-99BD-64DCC8B2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3811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EF16C8-941D-4C70-AE50-1C144CDE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4478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604E7E-D9F6-4146-B27A-87A28869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3811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1671DE-8C94-4C7F-9FA3-F8EACEB4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4478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Частота / месяц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CCB54A-49EE-4EFD-99AD-C009B6D3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EAE9F6-8428-4223-BCCD-1F6B63A8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4478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Модель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6DC744-0FA2-42CE-9C35-32BE01B3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3811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779BDF-20EF-46CF-828B-01A8A97F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4478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Unit COGS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2E2E16-1F89-4784-A62A-0054D2BA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3811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D1F427-C1F9-43C3-9A7E-BCDCE61A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4478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COGS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F0F82F-BB87-41F8-8E76-BD3CF94C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954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BA5EA2-8D79-4D64-9B76-81478FAA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9621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Текст daily card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18C02F-2528-4C7E-8955-A9ADEC2E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954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6702F5-6091-4E14-AA8E-A968248F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9621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2CD905-12A2-45D7-9483-402845DC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954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A0CA66-D730-4FE6-A77E-8E750455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9621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LLM mini / structured prompt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B23D90-7FDA-4536-9333-40C57C47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954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8417FD-7F9C-4074-8B77-AC407EC8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9621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$0.003-$0.008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2DDAE2-627D-43B9-B215-918202B1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8954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B50735-6F82-45EB-8B1D-A3D33904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621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662AAD-BA5A-4E3B-B37D-73760B45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098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AD38C8-EEAC-421B-B66C-87C1D201E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4765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image / Life Canvas frame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0983F6-5C20-4F97-B4A9-AB8679E5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098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B62126-12E7-42C1-9DCD-3A5421BBE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765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270A20-D680-4987-AD42-B1DB3049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098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2CAD9F-0FB2-4F65-B569-0F3D944A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765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gen4_image_turbo или low-cost image model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4E479F-ED41-4CE2-9E9E-F0FFE003B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4098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861834-C4DD-4E58-AFD7-66E60914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765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$0.02-$0.04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7507E0A-91DF-43B3-BC02-627589658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98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67B029E-FF8F-44E0-A140-F42450DA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4765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$0.60-$1.20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B3320C-1FED-468F-8F3C-085527E9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241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D7065C8-A239-472C-B3B0-02864EF9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908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8s video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80990FB-5F84-4506-A6E5-434A64E2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241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F944644-C684-481F-8621-2A0FAFD4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908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B6E39F7-225F-4D48-9004-D6D660175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044AF76-FF1D-457A-A8B5-796D21F8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9908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Gen-4 Turbo, 5 credits/sec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3748372-2178-482C-9926-A9287A67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9241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2CF678D-1116-4379-A3DF-BC017D78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9908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CA74FD8-2C97-4FE6-8690-694726413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9241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29C0B09-7433-4DBC-BB6D-280877F5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9908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ED9129D-5DDB-4385-A8AA-21AD4A5C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385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E6632D-8648-48C0-BB03-6356A6B3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5052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Retry / failed generation buffer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A6E65BC-4F79-4C94-899B-EB29BCEF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385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B8AE6B1-FC2E-4ECD-9FBF-CCB6E4E7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052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E335EC-99FD-460C-8FBB-94C1C43C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385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E2F64A6-3B57-4410-820F-F1E835E19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5052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media retry reserve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0B0EFA3-A762-4D62-A81D-71BFC2C2F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385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FB3968D-4D2F-4C7F-970C-4E630AAD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5052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D1BB29A-A62D-4AD2-9332-06BEC9AA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4385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395A47E-F27B-4844-A4A0-05C12304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5052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$0.50-$1.10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62A5022-C6B8-4323-B51E-44541C08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528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25AFE60-93DC-4CAB-B435-857DB50FE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0195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Storage / infra / analytics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515ABE3-A308-4D67-950B-52213E67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528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FD27B50-B248-42A6-BBCA-092CD44C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195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месяц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9B1C1F6-C7B5-4731-825A-C0526F71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528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CD11F45-0E22-4A54-834E-3C2B4FFF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0195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S3 + backend + events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ACF959A-A00F-4C59-A859-69276523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9528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FDE82DD-5E2F-461B-9209-2E84A93C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0195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5CA2AF5-DAD8-42A3-8EC1-34E984EB8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9528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C682DF4-597C-474C-8EE1-38B2D6CB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0195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$0.20-$0.50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317D402-5017-460A-99F0-270C8BAA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672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0400FF5-7E13-4E99-AE5C-F6D58EE1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5339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Total paid user COGS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56BA135-30C8-4039-A46D-067B58FB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672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9A44E3E-DA25-4196-BEEB-601DC73E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5339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package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29D5763-FFAD-43C9-A1BA-DBA771CB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672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E57403B-583D-435A-8427-565CDC94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5339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generation bundle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68C4EAB-A5DF-4B2D-838D-F3C9F559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4672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130BE7F-4466-409A-932A-A82A4E37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5339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5A36943-9790-4289-BBAF-E76AA1A8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4672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3E61018-5866-4D3E-B7F6-B7FB066E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5339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~$2.40-$4.05/мес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05B407E-46F9-476D-AB26-DD1ACEE8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981700"/>
            <a:ext cx="819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Рекомендуемый Visual Plus bundle: 30 daily visual cards + 4 weekly videos, жестко лимитировано.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127A970-79D6-41B2-9CDA-64EB5B10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051841425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DB66E1-B604-4C38-9CBF-A4805518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779275-A3A3-4151-85EF-BDDE657C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637073-42C7-4008-BA73-50F495D3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FA1900-3D7E-4959-AC8C-A9E50DA9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8DFA2-082D-40D3-A347-57F0D503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Стоимость free user и break-even conversion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29D70D-BEF6-4800-B637-0422471A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D815E6-EE5A-47A7-BB1B-35218961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4D1DF5-2331-4CD2-BE6F-607583B3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Free-сценарий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9EAB55-77AF-45C7-A812-61CEB886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3144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585379-BC61-4230-B59A-8717486A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3811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0E58E1-7673-4842-9EEA-7ADA5A0B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144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917754-6B91-4EAB-B0C4-41256037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3811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COGS / activated user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50B32F-2C4E-4CB0-BBD8-C63ADD54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3144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595D86-9EAE-4E31-9D66-4B7BEF79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3811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должно случиться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1E52EA-C410-48E4-81BE-555C8CAF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C79429-85FC-417F-AE0B-EDCF7BEE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Light free trial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C67778-C29B-4C4B-AEB2-0FCD1A6D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050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022F4E-5BEB-4E54-B56E-3F4A8103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9716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 + 3 cards + 1 image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1C1B72-5EE5-433C-AD95-FF3CE2E9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050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DAFDF1-C2C4-4483-B347-48BBEE70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9716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$0.08-$0.18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F31E7A-ABF3-4E28-BC0E-DAC2A111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9050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F55161-B1CC-4082-A6AF-0C413331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9716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 для broad acquisition tests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0B37BD-9D44-40E5-A0FA-F9A2C88F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955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0EB74A-7056-4E1C-8A1D-45DE20C0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7-day free loop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C7103D-5125-4F62-A4D2-4CF95695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955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3C2A71-10FF-4C2A-AC67-211588CB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5622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7 daily cards + 7 images + no video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C871A5-8A3D-47DA-938D-E356F253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955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5FE300-6D9C-4E63-B104-03A7BCA7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5622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$0.25-$0.55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4021CD-8035-440B-BF90-07F739AA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955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387A65-00C9-42B0-9714-2B7455D44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622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только если видны D1/D7 и paywall intent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A9600EF-0C51-4FAB-ADFF-8A06E25C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B35EA4-B21A-491A-BACA-84DF9498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video trial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AE3E54-F095-48BD-9862-911B554D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0861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C1BCF2D-CDCD-4A54-9D8B-9D53B3C0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527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8s Runway video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0E7BC5-F81D-46F6-9231-A9644E7C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861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8F99D1-41D9-4A13-B402-0CFDD014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1527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+$0.40-$0.60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2D5BCD-52B3-4445-9C51-093F1844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861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ACEF1A-175D-42C8-A6D1-0F8617ED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527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рискованно, если не поднимает conversion резко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E49CA1-9F46-4764-8734-18ADC979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C00B92-0ACF-44DD-8889-CC91AE65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contribution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7F8BB5-A12A-458E-94A1-940BF2B8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766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9A2A814-AEA5-4ADE-86F3-CFCCE5564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433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 blended price, 15% fee, $2.40-$4.05 COGS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591023-3411-4119-AABE-CB34C648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766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E841425-4346-4365-9ECB-B7A572F2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433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$6.99-$8.64 / month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5E22ED8-8AE6-439D-BD40-EF241816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999CBF8-F989-4EA2-BE49-9FD257E5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433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базовая subscription margin per payer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3C6EE4-CCA5-42DE-98E2-5F7ED4CE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E11B870-CEA4-4813-B337-7657EF3E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CAC activated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355F35A-D922-4468-8B89-F8D49E5D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C81920D-091F-46F2-91F3-66187406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338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 conversion, 3-month payer life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C9AE9F8-1656-4903-99E8-BC1628D6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2672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4520B55-A492-4106-A952-25D12154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338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~$0.42-$0.78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D008048-F5B2-4A85-83B4-4A2FADA8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672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5021565-159E-4EB4-9906-096B2412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3338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ads пока нельзя масштабировать без лучшего LTV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6512BA1-9DEA-4D7D-BDF1-568059A4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B93E5AE-B5D8-4425-83A7-40DF055FA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244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CAC activated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CC38448-2319-4889-908D-883326EE7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577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959025F-1262-43A3-B03F-05BAE5EAB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244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5% conversion, 4-month payer life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9C35B02-0B2E-441C-8F4B-80C4231E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8577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B5D2CE3-EDB6-4606-B6AA-D596E333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9244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~$1.40-$1.73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2DC1018-8A94-4627-AA44-29DDAA42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8577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A040C2E-BEB5-4855-8D91-7BF38D97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244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возможно только при сильной retention и visual proof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7E36735-2720-4ADC-95FA-86D88D6C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871048B-4C4F-42FF-9088-74BFAEDB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не бесплатны. AURA должна тестировать paid acquisition только после замера free COGS и paywall conversion.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7351AD8-2648-4FB0-8A58-1429D2B5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1932753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3178B8-555B-4DC8-919A-13FF0B5E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C4689B-F113-46A3-B1D2-0E661DEC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C63FC5-F630-49F9-BBE7-E7373296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367287-9BAC-45D8-84CD-47C341A4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23B1D6-DF86-43DA-BB8C-84BE4210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Бенчмарки стоимости генерации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3FCAD2-E7AD-4135-B30D-1FED04AB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90489-4E50-4E60-B2FA-E49949D7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FBF822-BBDE-4BFE-96A0-577592191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FD4031-ADAF-43F2-A3FA-E9578207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4287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B65711-9FE6-428C-8BD5-0632BF55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4954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Provider /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F94718-9B9D-42ED-889E-2124093A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287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8E0A8A-BF97-43EE-9D90-CE4800B5C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4954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price 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6D7B9A-03A4-4EAD-A2DF-DBA5CF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287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613C88-A9D6-4AED-9151-91F00F26D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954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1E8BE7-C67A-415C-829D-0B126AA6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431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3A3F68-F4C1-4AE3-8A0B-6FA2E8E20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97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9335AA-42D8-43E3-8AD8-A1FB58D3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9431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B9B571-E70C-444C-967E-8BEEA4D1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097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GPT-4.1 mini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D23EA0-39B4-40F2-BB56-4D77163A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431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0A679A-91E6-4078-9342-5C2DD09B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97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$0.40 / 1M input tokens; $1.60 / 1M output tokens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B7A919-5F79-4922-8E66-2A972B5C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431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D8E8AC-3F56-4301-981A-72E912D7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97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 дешевый, если prompts структурированы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B75793-37E0-42A4-AD4C-1A47278E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621696-F92C-4E0D-A270-82D7673D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690B54-4A61-4422-A8A0-B64D13B5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4574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D77730-7C7A-4C32-A182-EF225CB9D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241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Images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248AB7-7843-4F2F-A5B0-10E8F362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7D1599-3713-4EC0-BCE8-8C1549BC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241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~$0.01 low / $0.04 medium / $0.17 high per square image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3A2241-96EE-479C-BE8A-F8CCAEA9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574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DA8546-36E1-463F-8C51-5C3169E8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241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можно включать, если image count capped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24A853-731E-4469-8C66-44E1AF5E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718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E51DC8-EF59-41F7-8C4B-3974597B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C58BCF-BC8F-4DD3-B26E-6ED65F57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9718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940654-0A7B-44FD-90B9-D19C38CC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84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Google Veo 2 / Vertex AI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952C07-DA91-45A4-B551-B1BD9C05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718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4FEB28-A6D1-417A-85DF-3364640D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384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~$0.50 per generated second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2FB9FAA-9C85-48F5-8D42-21B0D3A1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C4A7CC-1C03-42F2-BB28-BC5030A4D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$4.00; нельзя делать free daily content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FF998A0-D5AA-442E-8963-FA9004C7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44B3FDD-CFAE-420F-95F1-47425EF9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528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B49541B-F9FC-4325-B7BB-52C1D5C1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4861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587D9E1-C7E4-42BA-9F46-5FD4EDA8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528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API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02039E-1AB5-4177-B521-AD4A01F9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CA3EFBA-5266-4BD5-8412-4D5FF692C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528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 per 5 sec API example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0A7AEA3-0C61-4B76-AA28-7BC238E6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4861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3765516-849D-401F-9E26-710BBDC5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528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$0.40; подходит для тестов, но нужен retry budget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4D712BA-FF66-40C8-8374-D0A5F270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95B280E-188C-46B8-AA06-EE9B5835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model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32C0C84-D7E4-4D3A-959F-BA30F4D9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0005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F683E12-196E-4B63-80CB-4D3347C9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671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Wan 2.1 720p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2189224-3BDC-4BAC-B776-32E93796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005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AB40259-5223-4D79-97E5-1E37E6AE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671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$0.24 per output second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DB464DB-22F7-4759-A7E0-87F0F6EC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005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6A1C7B0-2769-40E4-AE5B-56BD63A0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0671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$1.92; лучше как paid token / milestone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D609615-4153-4F34-93E0-D847CE45E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148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3200A63-D5B6-4DC1-AC7F-8E045103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815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A5F1B30-B2E1-4C85-83C2-379322D8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5148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3C866D0-BF43-4F07-BBF4-B30F5AE4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5815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API Avatar IV/V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9072EC4-C4AC-4713-897D-63BD9020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34DA344-BFAA-4378-A66D-9CCF2DEC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815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$0.05/sec photo avatar; $0.0667/sec digital twin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FE7D316-796D-4362-AF5B-596A99CC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5148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288AD59-E303-46E4-9EAE-EA70DBA17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5815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sec ~= $1.50-$2.00; не default daily loop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F42601E-C980-49E0-AF74-A67C852A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292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810F97A-0EA1-495C-9A5F-AB9FA374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958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API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A315E6C-90E3-4094-ADA9-1510A0CF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50292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89412A3-3CE6-44B6-9B6D-07BD7091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0958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D-ID Build plan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EB316B8-2ADF-4A04-90A6-37298799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0292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9309C79-EE93-4980-A751-25D2BD74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0958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$14.4/mo annual plan; up to 16 offline video min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B757634-89EB-4A44-A1D6-243A4F22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292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FA5C376-B285-4C22-AD32-F44F3692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958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~$0.90/min plan math, но limits/watermark/credits важны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5BAE966-9A48-4CC5-A677-3CC5F0C6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Все цены — public API/pricing-page signals на июнь 2026; exact billing нужно перепроверить перед закупкой.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5F30C8D-3B18-4707-86D7-8F94D452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Источники: OpenAI, Google Vertex AI, Runway, Replicate, HeyGen, D-ID, Luma public pricing pages.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D1D229F-2FAD-4D4E-81DD-D020250E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02056397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52C28F-97FF-4FC6-A081-EB1D0C5B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1324EE-1BA8-4156-8A79-78670413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1684F-6D74-4E8F-8801-158678D9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9F70A3-30B5-44FD-8518-5A433342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0DBCC9-A0C8-48EE-B199-CEFD1946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Стоимость пользователя / месяц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ADB9D1-11E4-4AE4-8B26-A8E22010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C4DBAB-EC86-476E-850D-F0B7CEF2A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088008-D7C8-4B19-B58D-F7842DFF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335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Тип пользователя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97B3D8-55C7-444A-833D-A494A034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668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0F1328-846E-4E3B-98F4-4C9AAEBD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335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Usage assumption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19E4B8-87FE-44EF-84D6-61AA5DF2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4668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8DEAFB-48C5-4AA4-9EFD-13665D4D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5335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Variable AI cost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480E7A-3D80-4CC6-BE72-1AF561401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668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55C49D-A7C9-405A-9F6B-239DA5A4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335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Бизнес-смысл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4EAEB8-7F61-4D98-989B-3A9635FE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97D9B9-AD7C-4C26-8FE6-5901624B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active user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51804F-8673-405B-86F7-4030FC4A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193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C89731-8548-4595-95E7-6FDA5099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859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text loops + 1 medium image + no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350C05-2A4A-4BB5-BD90-391BEE78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0193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8A4D0C-607E-466E-B54D-65CA38D5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0859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$0.10-$0.20 / MAU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4F5E91-F409-4BA8-963B-9469B45F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193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5E5AC2-5DC6-4071-9AEA-412565A5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859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безопасно, если onboarding capped и нет free video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54626A-0F54-412C-A2D5-72D17939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2ABF06-2F9A-44C0-8A5F-E83F08C8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38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Engaged free user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DC0B81-6449-4B40-AF86-75717B47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17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9F032A-C754-4B56-8B15-5B98605E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384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 text loops + 2 images + no video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BFE370-6828-4B46-BAEF-02C36935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5717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BD4461-8AE8-4CB5-84CA-03584256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6384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$0.25-$0.45 / MAU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94619A-5556-4459-A1C0-5EDF87BE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717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B5BC8D-01A9-414E-830C-912D529F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384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допустимо только если видны retention и conversion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87A63B-EAB5-44EE-A77E-2410490D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24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0AA869-AA35-445D-BAFF-DEF8A531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90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с Runway video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F1062D-27BA-4BEA-8D3D-2B9371F7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242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A8D0F66-7E33-48C7-BBCD-87294121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908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cards + 30 images + 4 weekly 8s videos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A131A7-3162-43A1-923C-2DF94C94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1242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DF2965-78EE-43A3-B0CF-9AAC7476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908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$2.40-$4.05 / payer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A4C9889-DD37-44B4-A3F4-266C604E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242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6967B4-6B40-4BC7-8903-6E17535A1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908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$12.99-$14.99 может держать margin при capped retries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0A04E20-A674-494A-920B-F45437EB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5F3EBE2-9846-41A4-AAB0-A6407A85D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с Veo video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F872376-246D-4EE8-94DC-918695EB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766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E6DE343-1920-432B-8685-D7666344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433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 four weekly 8s Veo clips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DC69A-7B7A-43A5-AF05-FDB5E33C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6766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D301B80-D8BC-47AA-9917-39F4DCC6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433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+$16.00 before retries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8F8A426-8FE6-4F76-8CB9-DF93F19FF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766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C633990-26F5-4A13-B540-1D600EC2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433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слишком дорого для базовой подписки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9FC740-2E6C-40BF-B4F6-8A1AF6868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7754A72-5921-41F4-91B2-464C67B2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avatar token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FBA6C5E-458B-47C1-BD93-FD435D78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2291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463AFD2-07AC-48B7-8CBF-961BC7A6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957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talking-avatar moment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C2E023E-A95A-45EC-9873-89618EB6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2291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F89E58-34CC-4530-ACEC-47E81F26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2957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$1.50-$2.00 per 30 sec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C5EA00D-2DCA-427D-8AAC-87B9C176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291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2C9D9B1-E44B-4257-8C6D-A83CE2F34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957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продавать отдельным pack или milestone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A384A45-CA08-4CEC-B464-9E956A02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9F8C6FF-8FC4-40CE-AE40-0BFBD8EAA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48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High-quality video token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D3EAD4C-F43B-49AF-8844-B2C66DF9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815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24989F6-36F4-4A3E-A22E-0E347F3E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482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/ Veo / premium model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87D21D0-272A-4441-A429-5AD7BBDB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7815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AF1E8E7-3879-49C9-8FF4-2EC0AB79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8482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$1.92-$4.00 per 8 sec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73975A1-F6A6-4B53-AF5D-EEB33DC5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815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ECF26FA-7B22-4D44-A2B0-043A47AB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482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token by model quality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4A25B5C-3057-4C4A-8E51-89A35C8B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81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EEF8A68-1F44-4BD6-A078-D4437911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950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= LLM tokens + images + video seconds × provider price + storage + support + failed-generation buffer.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9AF2FF1-4F4F-43E4-916A-C2FD5C52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57875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product может быть дешевым. Weekly video жизнеспособно только как capped paid subscription benefit или token.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2BF5DE7-30EE-45C3-881A-0B902974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859433634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B2C22C-C85A-4DAC-A84E-5DD81978F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3054A9-C17D-4071-985C-F6C8BD9F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2123EA-7BC0-4697-8CFB-1EF08144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8D8D3B-523A-4055-BCA9-A73A2001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223413-48F8-4F56-B645-05657202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Stress-test стоимости видео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E16609-77A4-49AC-8EAA-5B72D90F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9FDE96-9E59-4FE9-AE3B-BD57E9C3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7889D0-9C2B-44EE-B687-0773A232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716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033FEA-E702-4143-9AAA-2A614B02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5049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1A82D6-960C-4F3F-BB02-AE0B210E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5716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 users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E0B92-1DEB-4F56-BB3F-9923357C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049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18F554-E0DC-45E4-83F4-DCA6D55C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5716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1,000 users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71B59F-F426-44E9-A2DE-CA8886A3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049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E07EC6-F001-4F22-8EBE-F49E93FA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716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10,000 users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8C1F3B-DC62-47CE-9FA1-C739723C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049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55AC48-6382-4459-89FF-25507AE5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716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B7BA33-2DF3-465B-A7A0-6B329293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B9AE9C-13CB-4F46-B83F-758F7136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Runway clips / payer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E7D33D-8C70-4564-B97B-2520208A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0574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2365AB-5395-4880-A3BC-03F0502D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1240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518EC7-B2AE-4F62-8091-2705FF6E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71820C-AEB8-4F38-AA5A-115E6FB3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240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D7FF77-53BB-46E6-B5BC-3E57D749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574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51EC21-EF4C-4086-92F8-F3F93731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165A7E-EA42-4C76-91C7-D4686E3E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574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9BC241-503E-47A3-AF7D-4E8708B17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240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жизнеспособно внутри $12.99-$14.99, если paid cohort реальный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B91C40-842B-44A4-BB01-41CB4001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95842E-9F19-4590-9346-5A594CE4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765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Veo clips / payer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922868-63C4-44ED-90CD-C7A253E7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098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27AECB-0D67-438F-8D0B-A3B3E1E0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6765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FBEDEF-33ED-4A97-8077-D8F48908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098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62BBD4-ED86-4797-A47D-B17A01FA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765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6A23DC-78B9-4A36-A6C9-ABE84563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098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8724EB-1D01-4F09-9019-F358E803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765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$160,000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68A4B0-D9A2-49F4-B641-3D2E9450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098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61AAFDA-FADD-4C1D-B83D-F9E5A279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765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жизнеспособно как base subscription bundle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8DB44C3-A2BB-4487-9BD5-F579B809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1A8074-89EA-4F9A-BBBA-8B81B4B2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Runway trial clip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EF40918-9509-4482-8FA1-498B5AA2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1623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C5DA94-4946-4180-A188-AD90B64E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289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 COGS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7A6EA75-8A54-4B27-8AD2-D75CFFF4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623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06DDFF2-A480-4AD4-95BD-954B5279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289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 COGS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E4941BA-4F2F-4168-8F8C-233FE75C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623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44ECE41-B9F3-4A53-8C68-9F386F6B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289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$4,000 COGS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47BC7C-94DA-4017-8809-E5AF1852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623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6362AF4-C175-47AD-84B0-0E4917E5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289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если резко поднимает paid conversion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8C2708F-CC80-43DE-94B8-12780EE7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3D844CB-87B5-4B4F-88D3-8E8DF4E9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premium Replicate/Wan clip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1365C48-A79B-4AE3-A173-8FF75EE9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7147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6D419F5-A0E2-425A-B3F4-09D04A91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7814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$192 COGS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82F5EC0-AE13-4319-8A13-5E834CE4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147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33C0437-8DE4-4F69-8910-4791959A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814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$1,920 COGS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0671CAB-FD5D-4506-8A91-CF2FA359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147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7166F2-9DE3-4199-BDDB-1D58F535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814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$19,200 COGS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D116BDB-D5A3-4111-B7E2-1E7A2A75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BEAB074-4490-4795-AE69-F787BCA9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814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нужен $4.99-$9.99 token или bundle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7867857-71DE-4FEB-89CF-A92B07C2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DDC2391-5E05-4F72-B1CF-410DE8E6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30s HeyGen avatar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BF8C3E0-EC7E-46BA-B91E-1B16CB15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2672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BD07A6A-C1C0-443B-86CA-1FA68AF3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338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$150-$200 COGS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2C4F779-2969-4127-88F7-793D71E7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672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8A858C7-AE83-417B-A0AB-DAB78ED5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338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$1,500-$2,000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8533252-99FA-4300-BB52-D92E406E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00B5B6E-B88A-4A27-A96C-832DAF41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338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$15,000-$20,000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AE9AF7C-6F1B-4926-846A-CBCFF85D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A54084D-DDBC-4562-A2F3-3A176863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338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для premium forecast / assistant moment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09E7056-F012-47E4-97CF-9DCB995BD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5296ACF-CF9A-48AF-A44F-C42280B3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863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Life Canvas images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47A2BB6-D6CA-4CB1-B12A-88B2C7DF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8196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2F5C835-5544-4627-ACD0-307211DE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8863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$60-$120 COGS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FEA570F-BE15-4EEF-BBD9-54BE37F4C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196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BC7A581-524E-4D1B-834C-93E5D30C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863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$600-$1,200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4A2B233-FD53-4E2F-B445-870D825C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8196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95E63C0-F519-4E5F-9477-BF08058C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863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$6,000-$12,000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0EC3E2B-D395-4C4F-95C2-1AAE5266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196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B1D9777-5E23-4BAB-883C-80242A15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863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 только для paid users, capped retries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51D8367-AD85-4C45-91B5-7839F9B6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Решение: Runway может быть weekly subscription video; Veo/avatars остаются premium или later.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D5B7870-8A86-434D-9F40-4B3AB1EB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459800194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ACAB45-3977-4A87-A803-32087219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05C2E-26D9-4F05-A1C8-AE001282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266D9-5095-4557-AEB1-E8455FFB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30E95-20B3-4414-830C-92535C11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AC08AD-95A1-428B-B66C-C04FDDE8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Базовая финансовая модель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90588C-D10B-48D7-B7BC-7F9DF7A6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9BBD00-27C4-4067-9568-928C9FBC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27F18D-A33C-4BC2-904F-9B3E47AC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A5C727-2BBD-486B-B180-63390EAD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2E1FA4-1C07-4AC9-AF80-E508F350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MAU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7A312B-8A0E-484F-83FC-9A6B07E9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AA8976-033C-4A9D-9A19-25AB7B55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50k MAU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573827-D93A-4E21-8463-40FBDF17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462491-294C-4862-9C2C-62A1A311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150k MAU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A1A185-4D6D-4F8B-857E-8B74B33A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572A9F-EE92-464D-951B-52725E67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7B691A-358F-47FF-B612-3809004B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AC2E66-1CF5-4717-ABF1-8732AA3A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A6E9C6-9A4C-48DD-BC49-7D53FC8D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542EE-3893-427B-8843-51A6E6BF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0FED5E-08F7-4677-A20E-AB9674D0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78E8C5-FBD9-420A-8D2B-C2BE5890D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E02955-4CB9-4648-A1CC-76833EC6D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D9C33F-2F7A-4716-A660-952D6BAA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916F98-BC63-4D7C-AB49-49C3225E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434564-97DC-4DD9-BA04-70DAA1F7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36CDAA-D8A9-4F15-AD28-42B5C9EA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1C2DED-132C-448D-B85D-8D2AC76FA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1,500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D69A60-4E2A-447A-AB34-22BB391A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D7FC6E-2B2F-4C67-BA8D-6BF88FAB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6,750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80A1A0-874D-45F0-BD43-4F47ECF7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BF462A-0859-4504-A962-52DE7C51E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Gross subscription @ $12.99 blended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D0F6CF-B6C0-4910-AD3C-26EC2C29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FE74FD0-7F6E-43E8-A3E1-4F64E009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$1.9K/мес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C52E6B-A0B4-49E3-A9C5-C13596C9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9C3BFA-6AE4-41A1-B65D-5C6BA06C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$19.5K/мес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3395C1-0ADA-4DDC-847E-4F14D4F9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05E22A2-B415-4602-99F3-261195F2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$87.7K/мес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9B458C5-F611-47D2-A2E3-11B22A91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6B063BC-5610-4EFD-A737-48FE073C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после 15% fee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42099CA-C7C9-4B6E-AF2B-00D6D547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E2D1E76-B0E7-4A39-9C28-6461852D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$1.7K/мес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2343F9-EC75-4A98-9C63-C900CEA5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8BCFE09-FAC6-4265-A4FA-BCC05A4B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$16.6K/мес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78209E1-8785-4635-AB87-E2EDC226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09EB387-744C-417C-ADA6-07A322C06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$74.5K/мес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4988053-D490-4F30-9503-C285709D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98E0C6A-DDF8-404F-8898-8595C8D6A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генерации paid users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35D0AD6-1D1A-4D6F-8707-75973D08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CA39E08-B814-48B3-BD59-07A30C46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$0.4K-$0.6K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0AE8050-38EF-4799-BA0A-C9225925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5482C79-072F-4329-A02D-22A9E8B9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$3.6K-$6.1K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2EF72D2-CBFA-462A-B2B5-CB479A2C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F2E528D-D446-4696-866C-907ECA49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$16.2K-$27.3K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13C1140-FFD4-49E7-85ED-5BF1238A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2D23848-918D-4BF8-8312-083BAF46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718E111-C7EF-4610-9EEF-0899520F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83E400-18F4-4631-B7E8-EAD17077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тонко, пока не доказана retention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5E38F48-DB44-46DB-8AE5-7B6ADF9A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58BEB9B-75A1-402B-A982-0D2FC289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при capped free COGS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EB6A76F-1CCD-49C9-AB7E-5BCF034C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584080B-A219-454C-B101-03ADBE40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сильно, если annual + token upsell работают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2473BE4-580C-455D-B80D-B98DFBB8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model считает blended price $12.99. $14.99 — верхний тест для полного Visual Plus с 4 видео/мес.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24D7B67-8D83-492A-93DB-8279D6A0C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Нужно пересчитать после prototype telemetry.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E22415F-47FC-4463-B525-D0D21CA2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649106358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4E2F4A-5109-46A2-ABE7-8227767E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E345B4-31D9-409F-BCB4-975ACC59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9FA0BE-43AD-461F-B930-7B7D3B57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0ED156-A85E-4F56-9DD4-5BBF4725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7C7C20-E5B4-486B-AB20-06310A16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Маркетинговые бенчмарки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6129D5-1D5C-471D-83E6-B6E81DFE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E90A88-04A8-4D7B-853B-ADE4E95C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A4785D-C654-49DB-BAB7-FC5E21C7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Конкурент / архетип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AABF5B-5EC9-4F2B-8ABC-0BF2B4F6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57D76C-B90C-4904-A086-3366EB04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marketing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91FB73-5A6E-43E3-AD4A-F6C745B8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B231F8-87B8-4E05-BECA-F8BFB028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094E26-AE67-49EB-A95B-9FF9C153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1EE47A-1EA9-4CEE-A7FF-61F9AFC52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использовать в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B47181-A5E5-4B1E-BFB3-A94F34E4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6AD3F1-9711-4B9D-8AFA-7A3295E3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9B6B72-6658-4CAC-B7C7-1B85106F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5C4545-EBA6-4CDC-B612-59088109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$6.8M/мес estimated YouTube ad spend; 620 creatives; 18.6M visits Jan 2026; 50 landing pages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AE8BB2-1C01-417D-B271-0437E213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3A169B-683C-4F47-AE60-AB4B0059D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scale требует высокий LTV и агрессивную funnel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E48E76-0B31-455E-BCA2-C87AFC5C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8C78C1-92B8-4DEE-A384-0D1E4186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использовать как paid-test inspiration, не MVP operating model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41D286-E431-4DB8-B316-97ADF98F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D0E398-64F3-483F-8402-60FE34E7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prelands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50E9B1-95F6-4302-98A9-6E44DE94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560FA2-208F-44AA-9EE4-B48C0FEE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 10% ad traffic; marriage compatibility 8.2%; aura reading 8%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67FAEF-4CF5-44D2-BF87-95ECF8A8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4CFDA1-4D6B-4293-9F98-57BE4736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curiosity hooks могут выглядеть scammy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32C09D-ED73-4504-A669-EBB98B8E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0186F1-B97B-41F1-86AD-D2320E91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аккуратно тестировать future-self / visual week / relationship hooks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9510B1-D4B5-4095-A232-A6FE0CFE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3756AC-BB3D-4729-8727-E57D697F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199241-115B-41EE-9F2C-E89874FB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080B7A-FF77-4A2F-A4C1-26FA9E8C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20M+ downloads без real marketing spend; 25% young US women 18-25 downloaded historically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D9147B-AB66-493A-8115-B554530C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E2218B4-7164-46BA-86B6-E955999C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virality сложно повторить искусственно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513347-E937-442B-83C0-7B879209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36B37AB-6DEB-46F7-9C34-3F7E33E7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строить shareable identity language и relationship/social hooks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79CD9D-B857-4A45-8A99-34EBF7D59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8C7CEFB-F909-4AEA-8813-C24DCF24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3406440-F84E-4D23-9F34-A02FA835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BF55555-7987-4A72-90CF-8C40EB10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FY25 total expenses Rs 1,129 crore; marketing/tech/ops/talent growth cited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3BFE7D4-692B-4C05-9B1F-374A8627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C90F7D9-8CF8-4899-87DD-C99813E0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marketplace growth дорогой операционно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591602-44E8-4C09-8A39-9ED8BF41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D3F921-C77F-4BA0-8D8D-FE611455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начинать с marketplace/expert model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B392857-CBB7-4046-A553-7E28077D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D202A6A-B807-4409-BD47-39CA2A2F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CHANI / Waking Up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4C6B30A-7E61-44EC-B053-5802049F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5B0B300-3E9C-484A-A41D-A4387617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founder/teacher voice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1B88B72-061C-4CD8-BBF5-56F9295C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DBF9C04-1B5A-4B40-A542-6D714537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требует настоящей authority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23E83C0-14F6-4B2A-8CD8-97E3BB9B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EDF0DD1-5914-41FC-A1A3-975C4E56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использовать экспертизу Алины без guru 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1BF4257-C549-4AFC-9629-A80E53C9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Sources: Web2App World, Axios/TIME, Moneycontrol/ET-style reporting и qualitative product observations.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6FB1FA6-2414-4578-8930-E04D0114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798306357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FE6E4D-62F4-4F2F-91DF-917BCE71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D60D7-6ED5-4908-B314-B395732B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BF215-1E03-4F14-99C6-C9021CBA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1CE07-C83F-45BB-990A-962B5C90F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79209D-8B34-49F5-BC6A-3A693F4D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Модель маркетинговой воронки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57DF0B-7B8F-4F3A-B55A-C2A80FFF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83945D-23DE-458E-A8CA-70077A72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ECB87B-AA4F-4271-96C2-27AA3566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6CCE2F-29E5-4C0B-BEFA-D74E42C3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561A5-A0EF-4F27-8573-64AF06B1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EF66D7-F100-48F3-A1E3-A57AA1DF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E0CBB7-6A3A-4792-BAED-7DB96DE4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D6F6A-361A-477B-A6CF-71286D87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399C5E-2899-47C2-8209-7CE20922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228F55-E43B-48F4-BB88-F055BFD9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3811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A3AFBB-741F-44FB-8452-771937D8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4478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22A375-FDF0-46B0-A738-B4F4A266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73E3BA-F3FC-40AA-8C4E-D4486094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Visitor -&gt; signup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C11E03-F456-453D-9E49-C22FE0B3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12ABBC-2459-416A-998C-D2EAA141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7B642A-BDAE-41EB-949F-D9B1E749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4307AE-D869-4001-B899-F7A12503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869339-E42A-4316-A4FE-17BAF1D3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9821E7-2BF4-4768-929D-F46AC657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5B6EB4-67D0-4D6F-A2E2-1A2B627D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335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C173E0-B4C0-4E97-B729-3A5E2BD1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002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нужно тестировать до ad scale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D5C496-7114-4E2B-8E60-9D166C0F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B96AFA-82D1-45A7-A954-7BD39724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Signup -&gt; activated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EAD0F0-D61C-4689-9B6B-76C84C59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DC232A-FB44-4C3C-9C8D-8A0914FB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0CEA81-6B68-4714-9542-1DD3E768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81EC3D-D3AA-4DF1-9A67-15730A57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7CA31C-5BC5-4F9F-8CD8-6BA3DC7C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1842ED-7159-4C70-B4B1-CA2D1282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65%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F3FF61-9BC5-4E2E-84D9-94EA73E1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860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18090F-B033-432C-A3FE-688A1E16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5527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activation = first completed loop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570D79-3419-423E-A60C-A06A1A0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F01BA3-70F3-4A9B-A8F3-0202A3DE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Activated -&gt; paid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279A55-04A2-4D49-B98B-3B89A888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9561B2-5F9F-4418-A1DC-C6A6ACA7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FD227E6-07EC-4C6A-89AD-C3CA9C8EE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630F64C-9F3A-44A8-B913-2E16BFE58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8F94760-3E27-4517-AC99-9288172C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9B79912-D7EA-4825-856C-3EB16CBB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5.0%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D67F01F-0387-440B-9A63-5B1E37D4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384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C334572-8B90-426D-8462-EA390B91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051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после value moment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EF4CB94-7438-46E1-87E7-5A143D30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39F95CD-F76F-42AD-B9D3-4384E868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activated target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C169245-5F9E-47BB-8AF3-7FA31359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8B187C1-E25B-43D1-9F84-4F334634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&lt;$0.50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E0DD5F1-622B-4B17-A0ED-AF1CFEC8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6E7BE62-84A8-4575-90D2-97E2BB39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&lt;$1.00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C0DC7EB-3D10-4EAC-AB2B-E065E8F6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8334C05-7AC0-4560-A462-A27DDB2B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&lt;$2.00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DF26232-862C-4AA2-AAA9-8447A5A12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909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926623D-01B9-447A-B4BF-10BD52FE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576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основе COGS + contribution margin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6FAB49E-1D21-4151-80F1-E0FD4A4B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53D49C5-93F1-435F-AEB2-21A373D2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test budget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850EDCE-FFD2-430C-BF35-95020F4B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FD3E1B9-2D75-4F78-9D8D-75C56F99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F096317-6E98-4AFB-B8C0-40861163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2600328-57CB-4449-8D9F-7502A8C7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$1,500-$3,000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BDEA326-6D82-4CE8-B086-3264D0A1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C4094F7-47CE-4F65-86F0-53AE0EDF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$5,000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04FB928-1C6A-484C-9300-DC487B8E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433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32E6485-E238-4C52-87EF-28337FCE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100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маленькие тесты до scaling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5298453-055B-48F9-9660-460050BC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642495C-2526-4E3A-9D51-4897DC9B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1,000 users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C7ACF23-8A1B-4474-A8C0-8AB5015B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8E32D9F-C386-4E6F-B50E-E6C4A3F1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warm/interviews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F2212DE-E697-4F2B-8E54-17E2F2A4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F3BE4D5-841E-4C97-8AC8-784472B0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organic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5E9EE4A-D541-441D-A37C-44DCD2AEB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092E71B-3A62-430B-89F7-C6E16879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paid test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D589386-8C90-4A63-8675-7941B6C1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958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65A8994-C9F4-41E7-BDEB-0400A2C6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7625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маркетинговый слой Алины ложится сверху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4E51F66-9FDF-4052-9735-C8D49F62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055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 нельзя считать отдельно от free COGS. Чем щедрее free usage, тем ниже должен быть CAC.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39C17C9-CA10-4A78-AA44-7E8999E6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609643555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275D74-E5A8-4A7B-BF10-A62D7F2D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BB81A1-8BAC-420B-AEA0-AEAFB910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5F4438-3936-47DD-B38B-E440A6DF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001EE-2B2A-4697-A2CB-A36AA9FE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0A45C4-4321-4F66-9A62-E003DD83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Go-to-Market стратегия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1D8B98-7D40-472B-BEF2-D9EB7A1D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FB5FAD-7CF5-4DFB-9A3D-B27CCF9F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1. Первые 100 не покупаются рекламой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41D57A-CC1F-45F3-B6AE-85218BAA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145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 users, interviews, ручные weekly forecasts и concierge cohort. Цель: понять loop, а не installs.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ED5D9B-5DBF-4C5A-809B-1092506C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2. Creator-led proof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A143A-E6E2-4BAD-8063-F17442FA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479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micro creators в astrology/self-growth/visual AI проходят 7-day season и показывают опыт, не generic ad.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440499-95F0-4B70-BBF2-E5C8B4B1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3. Short-form hooks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1989C2-52FC-4865-825D-A5F83481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814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future-self, weekly forecast, avatar transformation, “not horoscope”, before/after Life Canvas и paid-intent CTA.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ED2B16-2215-4615-93B6-B6ED55BD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4. Shareable artifacts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6B4D2D-2E87-4601-B27C-307FB5B2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148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card, season recap, future-self poster и trailer week как viral layer после value moment.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14CAB4-F309-4AFB-8F6B-672AD151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003130125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0512B2-22D5-4EA7-AF32-674F1B4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B749F-504A-4522-A247-B97FFA65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667481-8C7C-442D-ABC4-20D64022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13429-F7F9-4025-99BE-E7F243CE0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A7C62-4BD0-4802-A505-90820154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30-дневный план проверки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C1C1B-C7AE-4D01-9CBB-9FB0E732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0788B6-393F-45B5-9124-B4501970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AC7204-242D-4B00-BEEA-2FB47B67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B52CB9-EE68-4289-92D5-00935E14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 interviews + ручной weekly forecast concierge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AE51E3-1153-4C10-BB98-9C5A9A46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91397A-6398-4C69-8B48-D7B9EED8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D5D4DF-493C-4AC6-96EF-71615D13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10-screen prototype + 2 visual styles для Life Canvas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F6F5A3-694A-43E0-8F2A-80627EE3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82BA22-481D-4C72-861F-97F374AE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DDCD5D-7471-494B-93A1-2691E8E5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price test $9.99 / $12.99 / $14.99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6A9114-BD46-415E-8DB0-58F1A36E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9224C9-E9E5-4031-A130-C30C15C5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D9FFBA-640D-4DDA-958F-A59B923C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30-50 users через 3-7 дней + paid-intent 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84BBE7-C691-47A5-8232-128035B4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Метрики успеха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8AA1A3-FC52-4CCA-B854-484B22EE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7205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 понимают категорию  /  &gt;50% объясняют Canvas change  /  D1 &gt;20%  /  paid intent &gt;5%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193619-CC30-4E9A-AE1D-41A14E4E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83489857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234E16-C881-421A-ADB3-57EC3E79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392912-6BA0-4B60-B17D-1873A2A5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B56B25-B070-489A-A5F3-F0ABDC11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0834CA-3DBD-4B76-95C3-5F0EF185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BD8D27-0930-41DF-8A40-0E496D27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Scope продукта: MVP vs Later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23B9FB-7D33-44C4-AEC4-97192072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975573-2B32-4502-9145-87CA9816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8110CC-541C-49D4-9D5F-25332E0B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C290B5-C9A8-4D91-BB2C-35933165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CB0C3E-48C6-4B09-A9A4-2C63B075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9388F4-E1AC-4923-8AF0-63C41B21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451299-D8C5-4945-8250-3EB71CB6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9ED486-CBFE-4DB5-9323-5AE7667A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8879B2-A4F5-41D7-A651-F66D60B7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8E9522-7ADA-4609-8A96-C381991A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06E74D-1D07-46DF-9242-9D13C0DF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loop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D4F88E-97E2-48F8-ACA8-6F31BB1A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7633E6-A375-446F-B6A4-3BFF9936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Episode → Action → Reset → Reflection → Life Canvas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056AF0-3F77-49C4-B795-C6A4DE9B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95922A-5023-48E0-AC6A-4A1A79A0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branching и deeper memory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1DD713-80C3-4618-AC97-1D7266BC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2DEF1A-2274-4520-99D0-6F81782B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нужно доказать causality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0E7F01-F023-4DED-821A-0C2F0950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E738E0-DCBE-4232-B230-2C1C28C2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673EB2-196E-4891-89F6-B72D2D5F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BD6D05-6D4A-4EAB-A156-E1C9452C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chosen tone + weekly context + memory summary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04658C-F763-4ED9-BB10-358D403B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953735-27AC-46CF-B52C-04A95359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voice/video assistant, creator voices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9F8522-7566-4D9B-B676-CAEEB698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1F8661-E609-47A0-B818-D608F089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 memory дешевле и быстрее валидировать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BA8C9A-EC9F-4A94-80A3-49D1FD0B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96F9C1-6A66-47CD-9AFD-EC9A1ECE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layer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C50D99-DE93-4184-A759-0626105E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0EB1A2-5398-46F1-9E4E-64792A11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Life Canvas + avatar style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BA2D26-067A-4A2C-9BCF-B9BF411F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D897EB-CFC9-4263-91E3-6B4DA2C01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video, talking avatar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4B41A2E-5A36-4653-B1D6-DD7E87A8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EABF5F-72B9-4761-A761-6CFE5522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— premium COGS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BBC7D88-D9EB-413F-B3D9-6C980450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BE9924D-0187-4946-BEB0-1CDD8F59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Monetization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FC134B-EEB7-4D3D-AE98-71E543ED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685427D-0563-44D7-97A2-B909571F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annual + one token test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7A343BE-E2CD-4876-93EF-A4383E6C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3BF4A64-882D-4716-BCC0-39BA65D1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seasons, expert layer, marketplace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58E7026-F498-4E2C-B402-603395E9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9C6EABE-E04F-480B-81BF-36489832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избегаем complexity до retention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024CAE7-39EB-4519-B439-C9783827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F8876E7-8173-468B-ACD2-A9E06064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Community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5D0E1AA-63F2-41B9-AFCA-6E16331C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18661C2-248A-406E-9456-3DBED526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в MVP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75A5B51-789F-4B0C-8FC4-47F5E2E0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2CE5DB4-5F9E-492C-9E48-F8C6B5FC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sharing, social, cohorts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BB89FEC-33D2-4778-B80F-AC8D56FB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9A02D6-FE58-4177-8BEA-BCAABDA1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строим social network до доказанной core value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CEBFE31-EAA4-4ABB-B7E8-369112BA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503254031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4C1F8D-0A8B-40E4-9608-2BE2AA43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9DA59F-A6DC-47D7-972E-98C1128A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FAF20-3ED7-40A8-A514-05E96606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BE0BA0-DBEC-4109-B888-B645336F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4F8B49-690E-45E5-AFF2-F0843BB5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Риски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FF3F21-F1E7-4C01-8234-3155D4A7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2878E1-58AE-4FB4-B664-FE606603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F43D54-82A9-47FF-A978-F86E1B11E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623001-CF39-4D99-B88A-E55F9CED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14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29ACD2-EF4B-4D11-9371-E9234EDB1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81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ломает продукт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1F4EEE-0673-478B-AF9A-96AE06F7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8894E0-A906-484E-B594-E4E88E82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Митигация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C7A28F-8EBB-442C-8D31-F1456C60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9F1FF1-C8E8-4AE7-BBA1-963F7E7B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669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Похоже на гороскоп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4E476D-9F66-42F7-9D5D-E2661EE2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03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9A9002-8DD3-473C-9979-D2B38444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669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thinks it is generic astrology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FC2D12-8271-41CF-9A08-AD277193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003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A629E9-2FB9-4B2D-8A05-C6D6FC1E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669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позиционировать как weekly life-series и action, не fate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E1102A-5177-4C0B-A390-EB507931A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825373-B7E2-4E82-9944-39BA11BC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feels random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8AE800-6205-4939-A6E1-800AA37D3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ABB-049E-4293-A70B-F46E62E8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527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cannot explain visual change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297347-74C1-43FF-9065-7B5A6C43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861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30162A-46F7-4937-83BF-A63F7F9A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527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показывать cause рядом с Canvas и связывать с action/reflection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32B103-D8DF-4BC7-A24D-DDC07BB59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23149E-9EBA-475F-87CF-597485BD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cost kills margin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1A23CC-A053-4770-AA2E-98DED749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419B22-D430-47DD-A060-6C437DE3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385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generate expensive clips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BCA90F-6B3B-47A4-BF27-8F2F752F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719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6FCF97-3343-459E-987C-22C9E29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385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premium/token video only; log COGS per asset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B8167C-96DD-458A-ADF4-030853A11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67FD3C-2575-4B09-9D3E-DA421184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sounds generic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483952-11FC-4A2E-9068-4A401D8D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577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58D842-F6A2-4ED4-B8BA-248A6C0D2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5243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trust and no return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E09798-164F-4158-B4F7-77DA5E55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57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EA5BB1E-E0F6-4607-8306-871475C8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5243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prompt QA, user feedback и memory guardrails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04983E-1541-4775-B672-E6FAEC89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DD173AB-0848-4969-ACD4-0B736215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 paid intent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E6190A-BB5F-4141-9E45-EFD12BBF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43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D26342E-D5E7-4180-8DE7-F6797242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5210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like it but do not pay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F848F5-F90B-406F-9D5F-C5ACAC60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143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3587ABB-B6E1-44D1-8BD9-4A99EFEB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0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after first completed loop и price tests by cohort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616D662-4774-4536-8DD2-6ADA5A7D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515864283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0ECCFA-5804-4666-A6A5-5666A7C2D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797182-DAC4-4649-B6D4-2F3DC7B3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BEAB51-9D63-4E93-97AA-55A97C60F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434AA0-5A2B-4539-854A-267166D3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3B24F2-5253-43E7-8320-F0787DBB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роста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BAE143-0165-471E-A71A-B3C16671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2574A0-23C2-4118-B1EB-2E2CBF4A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9525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444B34-7050-45F5-942E-F1CC7776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6A4FC9-1B72-4B92-B341-AA01276A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FF4EF6-F804-4E6A-9337-FD963058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forecast + avatars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135C73-96BB-4C78-A99A-7A5E8FD22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E14CA3-F410-4A24-8B66-B22A5B64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76AFF-AD31-42FF-8C81-A9118ABB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season + Canvas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554DE9-4963-42ED-A431-A9EBCAAC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B727ED-D09E-4792-B66A-E89934B3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19B8AF-C2A8-4FBD-BB36-D753AF90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first token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481E43-32A1-44AD-B89F-DEB0CFF1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A8C4F9-B296-4BEA-A8DB-7C3FBB52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11FF60-0712-498A-A461-B9A1D8AD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D7 / season recaps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C09274-8CE4-40CF-A407-813BEDB0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7E91-9A6A-41D8-ADF4-B82D143CA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0810B7-953B-4A99-B622-7E516761D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creators + paid tests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726316-91FA-498E-A92D-9E483E65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D89DC6-0FDF-4752-9877-C5A7873B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$1M ARR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031729-E742-4B22-8340-D1432127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engine + annual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F10DDD-B59D-485A-82C7-47C005BF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53000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Roadmap остается узким, пока loop не доказан: сначала causality, затем retention, затем paid scale.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56909B-382E-4853-9881-B007355E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9842538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4FB617-5707-4799-810D-099B7BE2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817281-6340-4658-A31C-89E24A96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77442-56C2-430C-AE86-E69A8B2E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C743BC-2C2D-44B3-94C5-4B602CCD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9DBD2-0B4C-49C9-BF27-40E85773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нужно строить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CCF747-8E05-40C9-9376-1507ED77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EE01B-E801-4D20-91D6-71CAE077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9F0F4E-9782-4AC9-80AD-F68EC718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visual self-guidance app: пользователь вводит birth data/context, получает прогноз, делает daily micro-actions и видит, как развивается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0BD919-20A6-4594-A9E5-0543C3B2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5D5F2F-AB0A-4905-9DBA-42A34046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Text-first assistant, weekly season, daily episode, action/reset/reflection, image-first Life Canvas, Plus paywall, один premium video token test.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70865A-38CF-4562-B6C5-DC08C597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Pricing 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6304DF-41AC-4C66-92AE-B0B07DDD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 стартовый тест, $12.99 blended/base, $14.99 visual bundle с 4 видео/мес, $4.99-$9.99 premium tokens, no unlimited generation.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117A8F-C5A0-46C5-A312-CBE33948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 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7BB5B5-DB86-46E7-87BA-95F54EEB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Начать с interviews и concierge cohorts, затем creator-led proof, затем маленькие paid tests вокруг visual week/future-self hooks.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CFAB40-E4F5-4959-95EB-79A4A0BC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Kill criteria 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14F90F-7601-4070-9A22-C1B234CA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Stop/pivot, если users не объясняют Canvas causality, D1 ниже 20%, paid intent ниже 5% или video COGS нельзя контролировать.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EE7D44-6B28-43D1-AE40-AB5B49C9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 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8FBEF6-950F-4439-B60E-189A2D8D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Сделать 3-5 visual examples, clickable prototype, 30-user cohort и один pricing/token experiment.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5893EB-3B26-4388-B7EB-5D5FA3ED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7102415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8288CD-6E45-40B1-8173-B1DECAEA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1F7B2A-A246-49A3-8023-521B8A4B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C7F70D-8335-4EA6-BEEF-F4D04F42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EAA754-AB53-460D-B03C-C522C127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79374C-4BF7-494A-92F2-4835424D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Оффер на разработку: Phase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442B2-A709-4D98-852E-DC29A28C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F3A11-EA49-48D1-B7DE-9304C932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23336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6C9AB2-2A65-427C-87C1-4BA9E776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0025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€5,000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3363D4-2288-42C0-BDA3-A71CC580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57500"/>
            <a:ext cx="1666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Phase 1</a:t>
            </a:r>
          </a:p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proof sprint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BB92C5-744C-4BA7-B43C-A16499E1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21005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full-scale app build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ED80F1-06A9-473E-8806-16AB53B7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3811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280375-3F4C-4DB1-BC0D-41AE366C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4478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Блок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3D9BBF-076C-4BBB-AF29-430B0E93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3811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D95272-62E0-4D97-9A13-28C8EE3B4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4478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в €5,000 Phase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6C6E05-8348-4864-9948-EC3A71A3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3811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767895-B213-466D-A166-0590D163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4478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пока не входит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485E3B-6D2A-4CE9-A7D3-D49FD2F9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9145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509A2D-6C1B-4E8F-817E-957027A9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9812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2A873F-F6D9-40F9-A63B-C2EF7B71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9145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5330FF-0A1F-424C-B02A-F14406B4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9812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clickable Figma / логика экранов / product flow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53DA4F-D5A1-43EA-A454-1AA080F0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9145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0D3E66-4D74-46AF-99D8-36EB8F51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9812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полноценное native mobile app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07EE4D-6200-4ABE-8349-9AB01B11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4479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930869-8DDB-4A98-A5FC-7E25FBFC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5146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pipeline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E9A14B-4375-4711-B6C7-F72D13E6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4479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40B9A8-D8B2-4D09-83D6-86DCF496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5146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ручной или semi-automated Runway/image workflow для 30-user test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F82211-E344-4201-96EC-E08AAB4C1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4479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DE1874-8F9C-4CF8-84EB-07708200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5146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scaled backend с unlimited generation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BB0362-3760-4004-A418-98DBE794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9813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0317DA-E4A8-43FE-83FA-4C8F5473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0480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Content logic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2E61FC-AD99-4448-9365-45D214FA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813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1B6141-B427-45DA-B218-511F2EF4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0480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 prompts, daily card structure, объяснение Life Canvas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422359-EF0B-4C2D-81F4-8AB8CE96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813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3C1A7-6E4E-41E1-AD49-C3C489A3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0480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большой content marketplace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F77149-3DB1-402C-84BF-AF94501E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5147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26BC10-5A17-4144-AD3E-8DFB596E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5814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/ test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6BA3BD-6937-4330-9411-8A0A6F13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5147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68E2EC-5FFD-471C-8365-AAB4D581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5814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simple landing, price test, lead capture, analytics events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EF0A76-9570-4051-802D-CC5E7EE8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5147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39709C-5843-4C08-A23C-6ED1796B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5814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крупная paid acquisition campaign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05F463-7DDA-4662-95CA-BCE8A615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0481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2A0607-6DCF-4B87-8F67-F52E0383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1148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Validation pack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F28036F-9EA0-488D-BD79-C3DF0124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0481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29276F-9839-4A29-9E73-A4620452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1148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30-user cohort plan, metrics, interview script, results template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748E305-BEC5-461C-9360-F31F07FA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0481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93F1BBF-9C56-4621-9B17-B9B6815D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1148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гарантированный revenue или scale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C054009-EBB2-41CF-9F4A-E509CB0E8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815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FDA24E-D45A-47A3-8E74-A4FDF8DB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6482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Alina side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6CD36EA-EA08-4F83-A370-DC621417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5815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2A3A754-3F18-4FF6-B52A-C0D184E6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6482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marketing/creator distribution и expert content layer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7426065-211B-4A36-9B5B-7F18FAF9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815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0478A4-6143-41DA-B23F-E764F42D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6482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 пределами development budget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460C773-2EBC-4B8D-80C6-D0A65C98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оффера: не продавать огромную разработку. Продать узкий proof sprint, который проверяет product loop, generation cost и paid intent.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E578003-D05E-4E97-9940-A05C5AE6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676425707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170274-5001-4A0F-8549-F541028B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117EE4-8402-40E9-9B04-932E4FFC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08CD5-501E-4DD0-B9E2-1CF330C9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FDFF1-4553-4CB8-B557-970DD13A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E840CB-282A-4E8D-98BD-3E1DA94A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Контакты / следующий шаг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A4A786-9106-4C27-BBFE-C68EFB9D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77C0AD-AC22-4F56-BFD9-AF2A3168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2E99A4-8F8B-4371-85BB-4EEB69DD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Следующий шаг: сгенерировать visual examples, собрать clickable prototype, протестировать первых 30 users и проверить, понимают ли они causality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DF081-FC42-4957-90A8-9B46DEDB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 → interviews → concierge cohort → paid intent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78007A-9B5A-4387-9561-6E6EA9EC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990808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2026-06-05T04:52:42.9270000Z</dcterms:created>
  <dcterms:modified xsi:type="dcterms:W3CDTF">2026-06-05T04:52:42.9270000Z</dcterms:modified>
</coreProperties>
</file>