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0e9001f1014939" /><Relationship Type="http://schemas.openxmlformats.org/officeDocument/2006/relationships/extended-properties" Target="/docProps/app.xml" Id="R60cf19db7c8a45a0" /><Relationship Type="http://schemas.openxmlformats.org/officeDocument/2006/relationships/officeDocument" Target="/ppt/presentation.xml" Id="R57f29e89f6d64c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5cefc90e8446a2"/>
  </p:sldMasterIdLst>
  <p:notesMasterIdLst>
    <p:notesMasterId xmlns:r="http://schemas.openxmlformats.org/officeDocument/2006/relationships" r:id="R000c24e41f80416d"/>
  </p:notesMasterIdLst>
  <p:sldIdLst>
    <p:sldId xmlns:r="http://schemas.openxmlformats.org/officeDocument/2006/relationships" id="256" r:id="R12cd2a0c4cbb472d"/>
    <p:sldId xmlns:r="http://schemas.openxmlformats.org/officeDocument/2006/relationships" id="257" r:id="R423f442117c14e4b"/>
    <p:sldId xmlns:r="http://schemas.openxmlformats.org/officeDocument/2006/relationships" id="258" r:id="Rb079ef7abf2b4d70"/>
    <p:sldId xmlns:r="http://schemas.openxmlformats.org/officeDocument/2006/relationships" id="259" r:id="R0b42f3fd487242e9"/>
    <p:sldId xmlns:r="http://schemas.openxmlformats.org/officeDocument/2006/relationships" id="260" r:id="R3d0bd0e8b0a84ed0"/>
    <p:sldId xmlns:r="http://schemas.openxmlformats.org/officeDocument/2006/relationships" id="261" r:id="R713a5ae2a3be418a"/>
    <p:sldId xmlns:r="http://schemas.openxmlformats.org/officeDocument/2006/relationships" id="262" r:id="R56dbd9f0727f45e1"/>
    <p:sldId xmlns:r="http://schemas.openxmlformats.org/officeDocument/2006/relationships" id="263" r:id="Rc8784f80ac534999"/>
    <p:sldId xmlns:r="http://schemas.openxmlformats.org/officeDocument/2006/relationships" id="264" r:id="R947dd535c8d947e4"/>
    <p:sldId xmlns:r="http://schemas.openxmlformats.org/officeDocument/2006/relationships" id="265" r:id="R4e9c79e6d0a24504"/>
    <p:sldId xmlns:r="http://schemas.openxmlformats.org/officeDocument/2006/relationships" id="266" r:id="R8ca6a012f37d4f4c"/>
    <p:sldId xmlns:r="http://schemas.openxmlformats.org/officeDocument/2006/relationships" id="267" r:id="R5654ffc0aa1d4296"/>
    <p:sldId xmlns:r="http://schemas.openxmlformats.org/officeDocument/2006/relationships" id="268" r:id="R21172c35f8aa43bc"/>
    <p:sldId xmlns:r="http://schemas.openxmlformats.org/officeDocument/2006/relationships" id="269" r:id="R2dca069e7f32486e"/>
    <p:sldId xmlns:r="http://schemas.openxmlformats.org/officeDocument/2006/relationships" id="270" r:id="Rbb962423d6ca49d4"/>
    <p:sldId xmlns:r="http://schemas.openxmlformats.org/officeDocument/2006/relationships" id="271" r:id="Raabab61dec544e99"/>
    <p:sldId xmlns:r="http://schemas.openxmlformats.org/officeDocument/2006/relationships" id="272" r:id="R6f0e9702746349cc"/>
    <p:sldId xmlns:r="http://schemas.openxmlformats.org/officeDocument/2006/relationships" id="273" r:id="R18d5a85c2b7941bd"/>
    <p:sldId xmlns:r="http://schemas.openxmlformats.org/officeDocument/2006/relationships" id="274" r:id="R2747e4991c6545e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5cefc90e8446a2" /><Relationship Type="http://schemas.openxmlformats.org/officeDocument/2006/relationships/theme" Target="/ppt/theme/theme1.xml" Id="R17e55ba3d80645ee" /><Relationship Type="http://schemas.openxmlformats.org/officeDocument/2006/relationships/notesMaster" Target="/ppt/notesMasters/notesMaster1.xml" Id="R000c24e41f80416d" /><Relationship Type="http://schemas.openxmlformats.org/officeDocument/2006/relationships/presProps" Target="/ppt/presProps.xml" Id="Rb1461c027e924953" /><Relationship Type="http://schemas.openxmlformats.org/officeDocument/2006/relationships/viewProps" Target="/ppt/viewProps.xml" Id="Refa72a011e0b4d42" /><Relationship Type="http://schemas.openxmlformats.org/officeDocument/2006/relationships/tableStyles" Target="/ppt/tableStyles.xml" Id="Re620331e28ab4832" /><Relationship Type="http://schemas.openxmlformats.org/officeDocument/2006/relationships/slide" Target="/ppt/slides/slide1.xml" Id="R12cd2a0c4cbb472d" /><Relationship Type="http://schemas.openxmlformats.org/officeDocument/2006/relationships/slide" Target="/ppt/slides/slide2.xml" Id="R423f442117c14e4b" /><Relationship Type="http://schemas.openxmlformats.org/officeDocument/2006/relationships/slide" Target="/ppt/slides/slide3.xml" Id="Rb079ef7abf2b4d70" /><Relationship Type="http://schemas.openxmlformats.org/officeDocument/2006/relationships/slide" Target="/ppt/slides/slide4.xml" Id="R0b42f3fd487242e9" /><Relationship Type="http://schemas.openxmlformats.org/officeDocument/2006/relationships/slide" Target="/ppt/slides/slide5.xml" Id="R3d0bd0e8b0a84ed0" /><Relationship Type="http://schemas.openxmlformats.org/officeDocument/2006/relationships/slide" Target="/ppt/slides/slide6.xml" Id="R713a5ae2a3be418a" /><Relationship Type="http://schemas.openxmlformats.org/officeDocument/2006/relationships/slide" Target="/ppt/slides/slide7.xml" Id="R56dbd9f0727f45e1" /><Relationship Type="http://schemas.openxmlformats.org/officeDocument/2006/relationships/slide" Target="/ppt/slides/slide8.xml" Id="Rc8784f80ac534999" /><Relationship Type="http://schemas.openxmlformats.org/officeDocument/2006/relationships/slide" Target="/ppt/slides/slide9.xml" Id="R947dd535c8d947e4" /><Relationship Type="http://schemas.openxmlformats.org/officeDocument/2006/relationships/slide" Target="/ppt/slides/slide10.xml" Id="R4e9c79e6d0a24504" /><Relationship Type="http://schemas.openxmlformats.org/officeDocument/2006/relationships/slide" Target="/ppt/slides/slide11.xml" Id="R8ca6a012f37d4f4c" /><Relationship Type="http://schemas.openxmlformats.org/officeDocument/2006/relationships/slide" Target="/ppt/slides/slide12.xml" Id="R5654ffc0aa1d4296" /><Relationship Type="http://schemas.openxmlformats.org/officeDocument/2006/relationships/slide" Target="/ppt/slides/slide13.xml" Id="R21172c35f8aa43bc" /><Relationship Type="http://schemas.openxmlformats.org/officeDocument/2006/relationships/slide" Target="/ppt/slides/slide14.xml" Id="R2dca069e7f32486e" /><Relationship Type="http://schemas.openxmlformats.org/officeDocument/2006/relationships/slide" Target="/ppt/slides/slide15.xml" Id="Rbb962423d6ca49d4" /><Relationship Type="http://schemas.openxmlformats.org/officeDocument/2006/relationships/slide" Target="/ppt/slides/slide16.xml" Id="Raabab61dec544e99" /><Relationship Type="http://schemas.openxmlformats.org/officeDocument/2006/relationships/slide" Target="/ppt/slides/slide17.xml" Id="R6f0e9702746349cc" /><Relationship Type="http://schemas.openxmlformats.org/officeDocument/2006/relationships/slide" Target="/ppt/slides/slide18.xml" Id="R18d5a85c2b7941bd" /><Relationship Type="http://schemas.openxmlformats.org/officeDocument/2006/relationships/slide" Target="/ppt/slides/slide19.xml" Id="R2747e4991c6545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25cb01e73ba4a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2e84e274d5447e" /><Relationship Type="http://schemas.openxmlformats.org/officeDocument/2006/relationships/notesMaster" Target="/ppt/notesMasters/notesMaster1.xml" Id="R91b8355b4a5841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dea23b2d6744f6" /><Relationship Type="http://schemas.openxmlformats.org/officeDocument/2006/relationships/notesMaster" Target="/ppt/notesMasters/notesMaster1.xml" Id="R563ca439d01447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97b23e1cd34dee" /><Relationship Type="http://schemas.openxmlformats.org/officeDocument/2006/relationships/notesMaster" Target="/ppt/notesMasters/notesMaster1.xml" Id="Raeb45fd11d6a42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3c568d7d56420e" /><Relationship Type="http://schemas.openxmlformats.org/officeDocument/2006/relationships/notesMaster" Target="/ppt/notesMasters/notesMaster1.xml" Id="R50922036e8b947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6b8ca0965149c9" /><Relationship Type="http://schemas.openxmlformats.org/officeDocument/2006/relationships/notesMaster" Target="/ppt/notesMasters/notesMaster1.xml" Id="Ra992bb48de9649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f749e1e5284d33" /><Relationship Type="http://schemas.openxmlformats.org/officeDocument/2006/relationships/notesMaster" Target="/ppt/notesMasters/notesMaster1.xml" Id="R3b44f6831d3c49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b5c9d3af70469a" /><Relationship Type="http://schemas.openxmlformats.org/officeDocument/2006/relationships/notesMaster" Target="/ppt/notesMasters/notesMaster1.xml" Id="R67698ec8fcb14a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f61801f7e14ef6" /><Relationship Type="http://schemas.openxmlformats.org/officeDocument/2006/relationships/notesMaster" Target="/ppt/notesMasters/notesMaster1.xml" Id="Ra03c9e2603cd44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ea0f69e5bf46e2" /><Relationship Type="http://schemas.openxmlformats.org/officeDocument/2006/relationships/notesMaster" Target="/ppt/notesMasters/notesMaster1.xml" Id="R5015dcd63e7b4a5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0b89ad409c46f2" /><Relationship Type="http://schemas.openxmlformats.org/officeDocument/2006/relationships/notesMaster" Target="/ppt/notesMasters/notesMaster1.xml" Id="Rb6c05ec600e848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00d5d0f5fc4d3b" /><Relationship Type="http://schemas.openxmlformats.org/officeDocument/2006/relationships/notesMaster" Target="/ppt/notesMasters/notesMaster1.xml" Id="R7a656bd633cc4e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85243da7e6b48d0" /><Relationship Type="http://schemas.openxmlformats.org/officeDocument/2006/relationships/notesMaster" Target="/ppt/notesMasters/notesMaster1.xml" Id="R389f127575a848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cf799dd8e2428e" /><Relationship Type="http://schemas.openxmlformats.org/officeDocument/2006/relationships/notesMaster" Target="/ppt/notesMasters/notesMaster1.xml" Id="Ra1494ae9756d41c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7a7ce686f57404d" /><Relationship Type="http://schemas.openxmlformats.org/officeDocument/2006/relationships/notesMaster" Target="/ppt/notesMasters/notesMaster1.xml" Id="R055c65884c114c4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5bc13e27b2a4239" /><Relationship Type="http://schemas.openxmlformats.org/officeDocument/2006/relationships/notesMaster" Target="/ppt/notesMasters/notesMaster1.xml" Id="R1cc526b816e6496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64e8e0276864b04" /><Relationship Type="http://schemas.openxmlformats.org/officeDocument/2006/relationships/notesMaster" Target="/ppt/notesMasters/notesMaster1.xml" Id="Rf6b38014f56e474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9ef7278e87c40bd" /><Relationship Type="http://schemas.openxmlformats.org/officeDocument/2006/relationships/notesMaster" Target="/ppt/notesMasters/notesMaster1.xml" Id="R7489b33f6fd04d9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2a49c97495d4d71" /><Relationship Type="http://schemas.openxmlformats.org/officeDocument/2006/relationships/notesMaster" Target="/ppt/notesMasters/notesMaster1.xml" Id="Ref1682bffa1f4f4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36ae37c1ab4457a" /><Relationship Type="http://schemas.openxmlformats.org/officeDocument/2006/relationships/notesMaster" Target="/ppt/notesMasters/notesMaster1.xml" Id="R4f6ea48806d149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bf9d9d4b2c42a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6166884d7fb4e0e" /><Relationship Type="http://schemas.openxmlformats.org/officeDocument/2006/relationships/slideLayout" Target="/ppt/slideLayouts/slideLayout2.xml" Id="R8324dc7e11354f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24dc7e11354f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aa4758599948c6" /><Relationship Type="http://schemas.openxmlformats.org/officeDocument/2006/relationships/notesSlide" Target="/ppt/notesSlides/notesSlide1.xml" Id="R025076eafdc645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64bc13a4b44cb8" /><Relationship Type="http://schemas.openxmlformats.org/officeDocument/2006/relationships/notesSlide" Target="/ppt/notesSlides/notesSlide2.xml" Id="Rdb940a087c0542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39067707f74ff2" /><Relationship Type="http://schemas.openxmlformats.org/officeDocument/2006/relationships/notesSlide" Target="/ppt/notesSlides/notesSlide3.xml" Id="Ra28eb76879a54d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bae97169464e5f" /><Relationship Type="http://schemas.openxmlformats.org/officeDocument/2006/relationships/notesSlide" Target="/ppt/notesSlides/notesSlide4.xml" Id="R9e4b18e141d544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62bb35cfa64bb5" /><Relationship Type="http://schemas.openxmlformats.org/officeDocument/2006/relationships/notesSlide" Target="/ppt/notesSlides/notesSlide5.xml" Id="R2509c06470a440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e3629ed8324b0d" /><Relationship Type="http://schemas.openxmlformats.org/officeDocument/2006/relationships/notesSlide" Target="/ppt/notesSlides/notesSlide6.xml" Id="R3d2cbe892f5f4e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06cb3ca0ac4fdb" /><Relationship Type="http://schemas.openxmlformats.org/officeDocument/2006/relationships/notesSlide" Target="/ppt/notesSlides/notesSlide7.xml" Id="Re1e9abc384ac40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d331ad68dc44ef" /><Relationship Type="http://schemas.openxmlformats.org/officeDocument/2006/relationships/notesSlide" Target="/ppt/notesSlides/notesSlide8.xml" Id="Re3361533c98b41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ceb2ec44d2494e" /><Relationship Type="http://schemas.openxmlformats.org/officeDocument/2006/relationships/notesSlide" Target="/ppt/notesSlides/notesSlide9.xml" Id="R26cdcb51b15041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5d93df1306421e" /><Relationship Type="http://schemas.openxmlformats.org/officeDocument/2006/relationships/notesSlide" Target="/ppt/notesSlides/notesSlide10.xml" Id="R767b4d0c7e10458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2142d086584dc3" /><Relationship Type="http://schemas.openxmlformats.org/officeDocument/2006/relationships/notesSlide" Target="/ppt/notesSlides/notesSlide11.xml" Id="R9e4eec1a76014dd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b297e2fac74ac8" /><Relationship Type="http://schemas.openxmlformats.org/officeDocument/2006/relationships/notesSlide" Target="/ppt/notesSlides/notesSlide12.xml" Id="Ra26230d2837d47f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849ad4dc1d4325" /><Relationship Type="http://schemas.openxmlformats.org/officeDocument/2006/relationships/notesSlide" Target="/ppt/notesSlides/notesSlide13.xml" Id="R4a22342ecfb245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c59473f65b4478" /><Relationship Type="http://schemas.openxmlformats.org/officeDocument/2006/relationships/notesSlide" Target="/ppt/notesSlides/notesSlide14.xml" Id="Rae66f492e1ba44b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6893f7b5d143f9" /><Relationship Type="http://schemas.openxmlformats.org/officeDocument/2006/relationships/notesSlide" Target="/ppt/notesSlides/notesSlide15.xml" Id="R42cf84a790754f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5cd46abf9141d9" /><Relationship Type="http://schemas.openxmlformats.org/officeDocument/2006/relationships/notesSlide" Target="/ppt/notesSlides/notesSlide16.xml" Id="R6a19ccb3f548401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e12dc8d52e4874" /><Relationship Type="http://schemas.openxmlformats.org/officeDocument/2006/relationships/notesSlide" Target="/ppt/notesSlides/notesSlide17.xml" Id="R4aed9d8644db499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d06f9d3d994c4e" /><Relationship Type="http://schemas.openxmlformats.org/officeDocument/2006/relationships/notesSlide" Target="/ppt/notesSlides/notesSlide18.xml" Id="Rb7c793a41f9443b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a599f5b5e944d5" /><Relationship Type="http://schemas.openxmlformats.org/officeDocument/2006/relationships/notesSlide" Target="/ppt/notesSlides/notesSlide19.xml" Id="R87a7ca9582774f7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B6D20-237B-4DC3-AB18-00E79232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7DD82-03AB-4CAD-B6E8-D3BD1AD8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99EE6D-17C7-4392-A33E-0D67BEB8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01739-C90E-4043-8DFD-B4F4FCD7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F21BD-6247-4C03-9E82-37F98E55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385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Product / Investor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7DEA8-DE85-43F6-9257-FC6A52BE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557571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B5E85C-3EAE-4AB0-A775-C2944D5A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2ACEA-45EA-4794-89C3-7C9F7CED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14E7BE-B7F0-4C03-9CF7-1DB85CB7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AEE18-B091-49AF-8AAF-D9A62A76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A95B45-783E-47C7-9E50-0CDF8D5C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Project Overview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83F72-2C59-4995-BC90-A162BE1B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Target audience 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BD8E23-54D6-4EB2-8352-1FF4F5E1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люди, которые хотят персональный прогноз, мягкий ежедневный ритуал и видимый образ своей траектории без тяжелого трекера привычек.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C9BA9-4B3A-4947-88F1-91E210F9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Current alternatives 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8EAB19-8A5D-47D0-BAEB-8AEDB49B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астрология, self-care apps, AI companions, habit trackers, заметки, Telegram-каналы, ручные консультации и генераторы картинок.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C96861-24D4-479C-8B61-631017F4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Problem 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F7165A-8754-4745-A4D8-75F85864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получает смысл отдельно, действие отдельно, визуальный образ отдельно. Из-за этого нет ощущения личного сериала и накопления изменений.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3F5FF-587D-4009-8C4A-26B3AB69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Solution 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E497A3-078F-4485-BB87-BA056094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превращает дату рождения и текущий запрос в недельный прогноз, daily episode, маленькое действие, reset и avatar / Life Canvas, который меняется по ходу недели.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413711-1E69-42F9-A9CD-A8DA9854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How it works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78D6C3-5A76-444D-AAED-6B27035C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вводит дату рождения, выбирает состояние и стиль помощника; система собирает недельный сценарий, daily prompts, визуальные аватары и premium video moments.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D8BA7-8B8C-4CF9-A31C-8D916934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Key differentiation 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56D26C-3983-4618-A05F-EB740F40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продает не “гороскоп” и не “AI-картинку”, а карманного прогнозиста и визуальный сериал о своей жизни.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A91B4-9261-4447-875B-6C453C51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187740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BE6A6F-4474-4A2B-80A2-EE2692AD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910DAD-44B6-405C-89F4-A1774B74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E2FBD-D97A-4C88-840E-87595D84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049369-BBC5-4BC1-97E8-BC02D86A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4E612-6B25-432A-AE3C-DEAEE409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Solution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C89277-C6E1-4858-8936-5D1F63F4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приходит не за приложением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D376D-11BC-45B6-ADF1-3D94602DE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D5382-3030-4C92-9D01-67678CAB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Хочет понять, что с ним происходит сейчас.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47031-F99A-4648-B7DF-0BBADA17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6BF28C-4F63-4205-A618-4687ABB5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Хочет прогноз на неделю, но без жесткой фатальности.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D4626B-A8FD-4463-B657-6DE3A2F6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AA66C-33AE-4AF0-B1C8-D7C9D2D9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Хочет красивую визуализацию себя и своего периода.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8166AD-6ED1-41ED-B27D-29DE558E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4009BD-7AB4-4D5D-8868-0EF0EB6B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хочет еще один сухой список задач.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A5B665-E192-4368-96FF-D5EB4816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превращает это в продукт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0BCCC4-ABE6-4D21-A2B0-9FA5990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F29A9A-0A31-4F16-9841-FE35C8DB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Недельный прогноз как season.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E7EB0B-153F-442D-AA71-D57D00CF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30E4AE-E176-4AB1-8A0E-8364113D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 и маленькое действие.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D9FC41-105F-4847-83F9-C4513F3B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6C97B9-D4F0-4392-A20F-53620169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Настраиваемый AI-помощник / avatar.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4D1E98-CB77-42A0-AF4B-CD984B88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C6D406-5C32-4E8F-BED3-247ADFD2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Canvas, который объясняет визуальные изменения.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6E9262-BEB7-45F2-8AF0-2A4CED62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276323-05F1-4F03-906A-ECD4912C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как дорогой wow-момент, а не бесплатная ежедневная норма.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37BC03-7DD4-478E-8A40-AC8B12E37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E18FDC-DC08-47C2-B0BB-159FA101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3191986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EA5C2D-A5E7-4D68-88A8-E40E9B47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F53B2-EEB4-4CE3-BD79-8153D830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95DC8-FC21-47EE-9340-51B9E704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EFF45-3AA0-471E-9072-EFB0DB4D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FA74D-4DEA-4744-9C64-3EF914E9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7389A-B57B-4B75-B033-85F6BDCF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151C44-BF4C-4809-82B8-D68E8A20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24B7A5-0D1C-461C-9762-9C9E665B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1B+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9FBC3C-9D43-4787-909E-27B4D92F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 users interested in wellness, spirituality, AI entertainment and self-improvement globally.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F9D91B-33FF-4E92-8E8E-2314BDD8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A0CC7-208F-4F03-9DBA-575C538F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F309FF-CA10-49B4-A1E6-68977AA9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200M+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5333BD-8880-467C-B7A7-C6531673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already paying attention to astrology, mindfulness, AI companions, avatar apps and habit products.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C0288B-16C4-45B9-8FA4-CD6B4FF3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75BD4-3173-44AB-92DA-2B49934E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57C59C-FCFB-4BDF-A947-45E16C75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20-40M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419E20-4B59-4B02-8C55-73A7460C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self-improvers, visual identity users and habit/progress users reachable through mobile channels.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392857-88D8-44F0-812D-253D47B4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117978-2A6C-48C6-A1AC-066182DC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E4F282-3B38-4371-BE5A-75DFD836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58E8C3-098B-4740-B84B-974D8594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realistic 3-year reachable user base with creator-led GTM and subscription-first product.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98A81F-DC2F-421F-B416-804A79F8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BCAE82-706B-436D-816E-821979FF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E3BA29-B867-47F8-9EAA-A285E798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FA2431-A12F-4C4E-9794-378856A7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upside through subscriptions, premium visual moments, creator seasons and team/coach packs.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74BFAE-B754-49B7-AEF6-5F007C7F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считается как пересечение рынков, а не как узкий horoscope TAM.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7008D9-C165-4A9C-9CF8-4CE8C08E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1761986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3AF965-7082-421D-A444-86601BBC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2C0395-B1A5-4DE7-A486-3D543506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261F2-6D2D-4BBF-9D6F-FC899574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A18B0C-FF55-43EF-9F8F-277F2836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9B757-94BB-4C6C-87B8-CCBD3B56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Size ($)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F18D3-2B3B-4324-B07C-11A2AE4F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727E9B-FB20-4DC9-8C09-A471C608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A2CC6C-6D71-49C6-B4E8-29CE8C1F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9B43A-61A2-45A9-91B1-11574FDC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7430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$300M revenue / 2023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D350D5-0C46-4208-817C-F15E3459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6764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BB81EF-58F3-4C28-B313-C560A405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17430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$70/year subscription, 4M+ paying subscribers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D584D-FDE9-406A-8835-F8628A73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6764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863AC-6714-4B98-91FE-6E4B595D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7430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subscriptions can become large consumer businesses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658B1B-6E2E-4268-AD05-703A00E9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288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85431-B55B-43CB-A84E-9B338B11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955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D3267-00E6-4DE6-8352-DF800E79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288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07858-768E-449D-883B-77A07991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2955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 run-rate / 2025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2B490D-FA36-4B0A-8FF9-CD4AC99E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B23E17-1C18-46A6-A3F7-E160D868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2955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$9.99/month c.ai+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88690A-E4EC-4306-93F8-C230F3F5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228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C41894-87EC-4C29-9EF2-CD4ECA6A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2955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companions monetize heavy engagement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FFF4FE-17CB-48F4-A0DD-CB5C06B7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7A79E3-27FC-41D4-824C-D96F2F50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479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664F24-34D0-442B-A3A7-B702BB9F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813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16FA8A-C081-4266-8EBF-953BA0A6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479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$2.36M/month Android est.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EB53BC-1206-444A-8FB2-A4C3A864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813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89E0FC-273F-4494-8541-5B015039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8479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~$17.23/month subscription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9459D3-A477-4131-AF4C-699F9FE2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7813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A0D8C7-767F-4BB6-BE20-7FB89D1A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8479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+ avatar layer has proven paid demand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640AF2-FB64-4E23-ACB5-3E061C64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CC48FF-26A7-4700-822B-5CC43CCA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6C6A53-18A1-4DFC-B3BC-65121035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337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CF6CF3-EE29-49F5-A5D3-533685CE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004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$1.5M/month iOS est.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F0A219-434A-4343-AD7A-E7DEBBA9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3337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FDAA5D-0D7B-4682-848C-78C129D4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4004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 + subscription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B6C09F-6FBC-40D8-8CBB-7A7BD8A3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3337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087E6B-9938-4AD7-959A-1A040D76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4004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soft companion + habit loop can monetize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78E02A-E2FA-456D-A253-90AFE33B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FFA0D2-7B94-44B7-B179-3F8293DD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528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FB528D-7511-41B9-A215-385348A4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862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678648-83DC-4D84-8C09-904873D6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9528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$300k/month est.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9C2FB3-4867-4165-A4EA-91323295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8862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2C7E8F-E49C-4E7C-9077-B060F43F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9528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IAPs and paid readings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DEBFD9-CE1C-4F42-BB40-E80531A0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8862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F2EB31-C794-4769-83DE-CC254E85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9528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can monetize through personal depth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4F2212-EB49-4FC1-85CB-26D16642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095875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есть в соседних категориях. AURA должна взять не одну категорию, а их связку: personal meaning + companion + visual progress.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85779B-E1A5-4951-AA8F-9C600ED6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Sacra, Adapty, Rev.now public estimates. Figures are directional public proxies, not private company P&amp;L.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043FDF-E0D4-40F2-B27E-48A206BB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7178761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71F692-AD0E-4D5F-835E-A057B17A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06272-7EAD-4C50-849B-59D4ADA2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A4E64-89FF-47F7-BF91-D98F6CBA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67AD1-4735-4214-97E4-A548D071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739E5-024A-4994-A87F-95757656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Customer Segments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358B91-E9BF-4830-BB16-CBBAB0D6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8967F-9E0E-408C-8B5E-41D823BF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self-improvers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EB033A-71AF-4A82-83F7-F269DF5D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954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4DE1D8-AE3E-4926-80EB-1B743E0A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17621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Ищут смысл, символы, прогнозы, мягкую персонализацию.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A9BD87-E8E5-45BD-8311-FA814DC1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954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CF2F29-3215-409B-9FDB-954BD135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17621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недельный прогноз + daily episode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6655F-0071-496D-9894-E523C3C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4A198-454B-45F4-AF20-BDC67D50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146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/ future-self 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D29486-7D63-4AA9-AE88-6A7441EB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479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76AAF5-898D-4492-A41B-386F627A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7146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Хотят увидеть себя в другой версии и красивом визуальном мире.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4894D0-674F-4729-95A7-C3F36321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479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0170CF-F6F7-46B0-BC20-B700EC87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7146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+ avatar evolution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408097-6DC6-4707-97EC-2591A74B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D47AF1-3F46-4CAD-A2E5-110809F9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671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Habit &amp; reset users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6C19EC-A4A9-404E-87B6-3A289EB6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004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F6E899-F49C-4F91-9363-EC8F39BE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6671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Хотят действие, но без жесткого productivity-трека.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4B36D0-6A7D-4170-BF1E-E7B6B203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004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36FD1D-A032-46CB-9CF3-85AF8CFD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6671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маленький шаг + reset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E2EA53-7ADA-4136-BAB4-876C93AC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2714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7FF268-B2E5-42C3-8A18-03ACD608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9625"/>
            <a:ext cx="25622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users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4D1E9A-7D07-4543-843F-9CD7DC8E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52950"/>
            <a:ext cx="4286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E42A44-A223-4811-BF0F-DBACF270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619625"/>
            <a:ext cx="4133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Хочется персонального помощника, который помнит контекст.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8D6741-1D3A-49F1-8026-4912EEFC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5529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469C17-3384-4750-AAA6-8B1FB954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619625"/>
            <a:ext cx="2705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2D459A-B77D-458C-BFA9-EC005864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0133134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678F08-F3B1-42AF-8BB2-6CC66E35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9944A-9770-4F41-BE1C-81B981E1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AE5F8B-AB8B-49B5-8A2E-185AE58C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CDDAB3-6DBA-4868-8E3E-5DDE8045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E5C99C-8CC1-4BDF-A5DD-875292ED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Why AURA Is Needed by the Market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49E1A-A95A-4F52-B4D3-B26E623D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75CCE-F1F2-4B56-9A2F-6B3BD4544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09750"/>
            <a:ext cx="592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Соседние рынки уже доказали готовность платить за смысл, self-care, AI companionship и визуальные identity-механики.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BFAC5F-14C4-45D6-BC0B-23158F1C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CF19B-1721-409E-875A-DD692B66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592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Но пользователь часто получает либо прогноз без действия, либо действие без образа, либо avatar без личной причинности.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191070-B6D4-4F1B-B9C4-1DD16D19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6FD29D-6BDB-4755-B83A-CCA90CE5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81350"/>
            <a:ext cx="5924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закрывает разрыв: недельный сценарий, ежедневный контакт, avatar-помощник, визуальная история и понятный повод вернуться.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A749E3-324C-422F-B559-DAABF3A1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EE7672-F6F4-4182-9BBD-4E7B064B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28875"/>
            <a:ext cx="3143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не решает “астрологическую” проблему. Она решает проблему личной ясности, регулярного контакта с собой и визуального ощущения движения.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2BD70C-DA3A-46B7-B7B7-9BAA0D49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6746835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6294EA-766D-49B5-84E0-C1D4B376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DF8398-C56A-42D5-B7F7-F7CA07A7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AA904-B5BD-43ED-852C-6D045239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77FA9B-20FC-4613-92C5-E083026E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08065-CC9A-4401-9387-3BE15F3A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1152F8-A8FE-4643-BBF5-A6F18785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85875"/>
            <a:ext cx="190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55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30DBD5-DF1E-49AB-B3E2-34CA22C0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62375"/>
            <a:ext cx="781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556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34D24-8165-47EF-92FD-9319379C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381375"/>
            <a:ext cx="1238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Depth of personal meaning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3083D3-76D6-43B4-90BD-AE698CD8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10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/ companion experience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48F0FB-67A4-4FD4-BD19-943A9D65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624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24D9C6-117E-421C-859D-286122E1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624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2EBA67-C25D-4D05-AB0E-1AFBBF39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33875"/>
            <a:ext cx="152400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9D211-95CF-4AC3-8D8A-4982FB45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533900"/>
            <a:ext cx="1371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213681-4395-4DC3-9AD9-3A0BA39A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16192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8212A-9B9E-4BE3-BE02-D1DA0835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581275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8DAFC2-1A59-46EE-AB82-5759CF53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52750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52542D-2424-442C-954C-BA3B9290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52775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68B28D-216F-471C-9470-E742C1FF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33625"/>
            <a:ext cx="247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546BF7-F8E5-4C34-AB5A-A4ECF983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400300"/>
            <a:ext cx="2324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081909-3516-4574-9D40-12A0C82E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0375"/>
            <a:ext cx="2228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+ assistant +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6AEDAF-2B41-4BBA-A73C-737CDC02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762000"/>
            <a:ext cx="271462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BD2CD3-0A10-40A0-B734-9B9F13BC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952500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 должна отвечать на вопрос “что со мной происходит и каким будет мой следующий шаг?” — не просто “что говорит мой знак” и не “какую картинку сгенерировал AI”.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889DA3-8C22-4A3E-9140-E16CDD24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4585514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AEB501-B475-482E-877D-8394B5EA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01738C-E7A4-4F4C-82D4-A963EF67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986EE3-B21C-4371-87A8-C826C1C4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424F0-FD83-42F5-8899-64D43B98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F145E-DB46-45BD-A90C-F16A4C3D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Competitive Analysis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418BB-9D0B-4662-BBFB-A9478364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91CFD-9D23-42DA-B95A-43777A43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D7A6D5-0F35-443D-BF47-98A6A868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2E6276-8EB0-413C-A0A6-B0791D09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mindfulness, sleep, reset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B816BA-6290-426C-AC85-2852716B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98EA2F-77A5-446B-AC63-94644F93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контент и ритуал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E14A30-EA5B-468F-B9AF-F3E2E702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F686D-A61F-473A-83FF-78359440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слабее персональный прогноз и визуальная 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D6E31C-D8C6-4D02-BDDF-5DC07821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AF817-0E52-4A89-93B2-9D4B34C0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/ Nebula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130B5-D2A0-409C-A1A4-0EDF856C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301434-0AF1-421F-AD9D-7486F47E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and spiritual guidance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016C1-60DA-4E4F-9CE1-7EC446EC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E42B2D-4F4D-4188-8DA1-E975B669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персональный смысл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B74BCE-C4F8-4EB1-83B8-AD706A56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0BF96D-BCDE-4BC2-A9B5-3E9A5B01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 фатализма, мало действия и visual progress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9F47CA-DAAB-4C9D-B546-27975F96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644673-09C1-4383-AA7C-E472D6F4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/ Character.AI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C6E78B-423E-4E69-AF86-32EBD494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4C8C18-A7FF-462C-8881-D624C3EC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B386A7-D077-424B-AFDF-174FA39D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A2C858-4B07-4543-A1DD-E012D0C3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диалог, память, эмоциональная связь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7EA3FA-4996-48FF-84D5-501077B0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33AD7F-E9C3-4D05-A8AB-1B4936B5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недельного life-series и действия в реальном мире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CD76D2-E618-434B-B0B1-ADC826BE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39C6AC-C316-494E-B8D8-035A7C87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FFDD3C-C88A-4756-A560-A61C77BF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9605CA-4797-4E5B-BFF2-E528B49F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 + tasks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E4CE69-0926-4D64-9237-1490E883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91E345-C1FA-4748-8DA5-0330FE33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мягкий habit loop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EA0F97-DFD9-41D3-8E6A-C5EBDC5C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D35511-2D9B-4108-B9F2-2AB006C7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детский образ, меньше “взрослого” визуального сериала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7BBDF2-8D45-462D-A6A9-FE0A3736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D52F8D-0008-4AEA-98ED-0674E3CD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A64EA4-D051-43FC-A0DF-AAE82DF3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3BAD43-3A5D-4100-ADA4-8C876B80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+ avatar + action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99284B-E1CB-4FD9-A89B-825CB3B5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CEF138-26AD-4A6D-AC7A-FAD1CEB2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смысл, действие, visual evolution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AB3ACAC-3F63-440A-AD5A-1F793DAE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4785F97-91BD-4573-96BD-CD518A2A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нужно доказать причинность и экономику видео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0C00713-8163-4886-B71E-1BD4EF9C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976267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054A5D-2F99-4810-B07B-B86483CF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7532E-EDC5-48FB-BE6F-27FFC596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1C42A-83E5-4950-90AD-D307050B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40913-8BA4-4A64-984A-BABE1225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8502E9-D71C-4A02-BC70-65689371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 Analysis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EBA18-DFBF-4824-9F18-DC8DB213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EF529-318F-478C-A684-1BD021E4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6A10A-E83A-4974-AC43-6606CCA4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56A7-5DFB-4C20-9EAC-3AC54B5A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$14.99/mo or ~$70/yr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8B8C02-0641-42FC-813D-23C8B367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0C603-253B-42EE-AFCF-B4C5FE04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sleep, meditation, content library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645BA-5E59-4728-96A1-191673E7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872E7-0913-40D4-9792-FF7395D6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subscription anchor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13AD00-3119-4E0F-ACD3-23676F09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09451-ACF7-4D7F-8A25-72B80BA3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03CB80-E82F-43D2-9819-9804C1AD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5EFE4D-49FA-465A-9460-27F44702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$9.99/mo or $94.99/yr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1E899F-E9B3-45E9-AE2D-88131632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BFA5C1-F164-4CF9-B34F-CAB5D781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better memory, voice, premium models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C8E77C-823D-47FE-A516-63F7AEA9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F862B5-277F-4455-96F4-D5E49EA7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subscription ceiling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C1169C-3A14-4036-AC3D-4A15A413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F8CBF-CFCC-4FB9-9815-3DACC241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0C9654-A270-495A-9ABA-F1C8B467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1F4B82-ECD4-43C9-84B5-DA79484E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$7.99/week, $24.99/mo, $29.99/3mo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00122A-7784-4DB0-B319-1C177B4E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7DC602-4CE2-427B-A228-4DD872B7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guidance, astrology depth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DD6094-9B3B-43A5-B34D-13C837FF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AADA70-18E5-4A24-8021-C43BDF10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 willingness to pay for personal insight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52B5D9-1597-4B4B-8272-605AC2FC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7FF3F5-A041-4CD7-8D91-3E9DA44A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E4B3E2-62B8-44A9-8453-C3BA4ADB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CF54DA-4154-4265-AF4A-750D914E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~$17/mo proxy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8C51C3-DCFB-4196-9F16-79AEFA5E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EDEE69-7D8A-4F10-9450-6C54045F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voice, memory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E5A16-3B62-4692-9F44-4DA32AC4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BD6618-103C-472E-A3CA-CA9ED007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paid intent, but pricing risk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D67F5E-4E23-4C0E-8E94-BF4CDF5A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AA48FE-3B5E-4E8E-9FA9-B4FC35C3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46D660-4CE8-4A3C-B8B3-C33DBEC9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631F89-9845-4B70-92FD-2CB76357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$9.99-14.99/mo target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AC5456-E50F-4EE9-AD05-E6D8AD21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A0068B-8DE4-4F13-ABD7-41BE5373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season, memory, Life Canvas, premium moments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BF2B24-8895-4DE2-8514-7AD39457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03AA8F-8FAF-46F5-99CE-6B643EE6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start below high-friction astrology/companion pricing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4AC0D0-0027-4CBC-BFC4-F4B66ED1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3635399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07CF6D-2EED-44A1-8D55-4A6B49ED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D00E1-534D-45F7-8D4A-99782870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E0F2A-C1C6-4736-85E8-8F47248F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1B079-F898-45F8-9833-AF2E6790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92799E-D25B-440A-B9C0-E89416DD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FCB08E-E8AF-4613-AC66-EA925E35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609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is not sold before the first value moment.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56CB69-7AD0-43E0-AAEB-1C7C1701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6C733C-48AA-495A-9CED-A5F51B5A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812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start with a free first loop: дата рождения, первый прогноз, первый episode, первое visual change.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9BEA1-3004-4425-912E-00BF53B8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6F9F0-5466-4D1D-9F20-CEBB6D48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subscription sells weekly seasons, memory, recap, advanced avatar styles and assistant continuity.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9F810B-470B-470C-8B78-973FE13F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5BA3BB-4EB9-4322-8E01-8D82FE485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moments sell AI video, cinematic future-self scenes and limited creator seasons as tokens or packs.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29A72-E959-4B52-AE83-8F7545FA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63A234-6416-4FE0-AE94-F3CD79AF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38650"/>
            <a:ext cx="6115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must be a paid event, not a free daily feature.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3EB6F9-93D8-44E2-9A43-3AD0AA8D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00250"/>
            <a:ext cx="23812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15BF12-512F-4939-B6AD-CD25288A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193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first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FA53FA-DDDC-4D3A-ABFF-E0F3DDBC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48000"/>
            <a:ext cx="28575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06537-5A31-4ECD-B4E2-BD1323F6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9565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subscription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F473A4-E074-4BB9-BF1B-6224C5FB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38625"/>
            <a:ext cx="31432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6AD13D-7E68-4C52-9097-F652E5E9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514850"/>
            <a:ext cx="2990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/ tokens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246DB1-9D65-4ED8-8C25-67CE3A1D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1515119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CDCE54-601F-4E25-9564-23E3A693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F05AE7-720C-46B2-8E93-2101DAF4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35139C-0865-4405-8E51-68EEA617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214F7-F285-4E74-ABB4-86470EFA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315394-C7D7-4AD7-B8A6-81257408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8410A-0B40-447B-8255-17C6869E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18D65-2854-47CD-AE94-61FD2657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CFD38-9B4C-453E-951E-E36D133D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D7BB9-1DFD-4BBE-B49B-C9B0B880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995C24-9E79-4AF8-B954-BA2B3191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4AD52B-83F5-4D95-9C91-C90D83A4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Early scale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E5260-6548-41AC-86D7-CF863F3C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4E0367-586D-46DB-A07C-4C9E61E5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Growth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C4650F-19F7-4A3D-BAB1-E54C86FA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8D7C12-A972-4736-87C0-2AE12DF5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276F2A-9F19-4CF2-94DB-3089D29F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AA2C14-89F5-41E5-BA8B-4C53EBC1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5F5A90-FF85-4441-B0C5-D3C63A06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E64F3F-F297-425B-B2D1-A79BB395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77943D-3CA1-4DAE-8807-02611007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AAAB9-6AE6-4C31-8B99-C7716D7B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100,000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DA939E-9ACF-4CE1-964B-EABCD39F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DF3DD0-8916-4801-9E07-7CAD56B3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A532A1-1DE7-4FD7-B725-84A4D1FE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D9902A-B598-4216-A87B-C8094E69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6FEBC9-1071-4B24-A92B-4FE46C1F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D509C8-248F-451E-8E7F-48F60060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5FD13D-0234-4475-96D2-C2F9A52A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047E87-34EE-4853-946F-0CB9E212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E85C97-D745-437D-88B4-9DE7E119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DDE8E1-A780-433C-9D87-54DED7AF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ARPPU / month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44AAE1-8CB5-4651-949C-7D875FD6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29C404-1CBF-403C-93A9-CBD02EA6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199C5F-39F5-4127-BC27-0D9C9983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B70996-C30A-414D-9F3B-1F17CEC7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0EF1FB-C2DB-47CC-8E48-FC930E8F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C16201-315C-455D-A0C4-8F9ED43B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BAE549-EACC-4AD1-92F9-AF2E779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7BF45E-A10A-4D46-B43E-494D0A54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month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0D752A-A343-4E2E-923F-81CEF9F6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C5D663-D991-46AD-92FE-5D0CC2CC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D4C5746-2DDD-4F11-9BB8-BFD3A2CC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0AD91EB-ACB7-45AC-9834-CAC59041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$6,000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0FAF18-5502-4207-9056-663DDAFE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292CE21-5A62-4E80-A724-BACA904D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$98,000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82E1F5-D2BC-4B4A-8FDB-23D978A4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71E19F1-257D-4100-A533-AA335652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COGS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360322-497B-404C-A8FE-56D4995B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0A398A-0A64-4A73-B3B2-6AB0BDC0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$80-250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93BDDDF-F985-4FAD-9BF0-7495F276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308BE0E-B287-46C5-B1B5-97B15365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$1.5k-5k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8179C9F-DDEA-4EF0-865C-4D32D752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A53D05-CD44-4FA7-B52C-8E2FEB6C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$18k-45k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C24674F-639C-4E96-BFBD-BE989DD2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AB074BE-97AF-488A-9B53-03140447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margin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9703567-7C84-40C1-BD7A-679E96C0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1F6EEB-4A83-47EB-B063-5E273D68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/ learning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DD57197-22EA-4A77-935F-C98071BC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48F7F1E-6783-48DB-B287-08F0A4437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50-75%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872F79F-BD42-4C1D-972D-187DD8C5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6DAD80F-22F6-4EE3-842C-D4419D62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60-80% if video gated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3AA761D-06F8-42D9-AFE0-919A7C37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Model is directional: text + images are viable; daily AI video destroys margin unless sold as premium.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32AB800-5C14-4085-BCA4-4AFAF150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58ABCC7-EF10-4C43-8C73-63E23580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1230787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063C32-FAB6-44BB-A88A-2EBCD6F5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0C27E2-7B7D-4030-BEC0-A231EB5A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B52C78-8F30-4091-8C12-92C22347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94701-4EF9-4E16-8E72-639939C7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A7FDC-BAF5-4DA1-9D56-9F09E17C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Strategy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E31B5-D5F4-46C5-87DB-DCC97930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Spiritual / self-growth creators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0B599-9B53-4539-A4F8-8FA761AF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creator-led demos: “я прошла 7-дневный сезон AURA” with honest reactions and visual before/after.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3F45D-4C1E-4CDA-A292-E09D5AF3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TikTok / Reels / Shorts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C49EB-C9FB-4F94-BC22-6BE4E85E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hooks around future-self, weekly forecast, avatar transformation and “not a horoscope” objection.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EA5B23-68D2-406D-98CE-3A47B3BD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Concierge 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6AB384-D2D3-4662-A38B-5BC057BC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30-100 users manually guided through the weekly forecast to collect language, objections and paid intent.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383CE7-ED33-41F2-900D-B50B8D2F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Referral / share cards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8FB97-227F-4248-9738-34C5A5DE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cards and weekly recap as shareable artifacts after value moment.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DAC93-70E1-4E43-A2D5-9076E3B1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6173465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10C6BB-08F3-496D-A72C-CDAD255A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2DFCD-CB0E-4BFC-8CDA-B709A01F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E5319E-9250-4ADB-9497-32E6987D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5AC14-9A18-48E4-AC13-74927D88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42EFC-B7A0-4995-A393-60BEE97C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Growth Roadmap (Post-MVP)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5A6AE-7672-4A84-87F1-F644246A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33375" y="4762500"/>
            <a:ext cx="12192000" cy="476250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47625">
            <a:solidFill>
              <a:srgbClr val="9B85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EA2E5-7A6D-4B2A-B16A-79207091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146187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5D0B85-24C3-481B-9B70-78547717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6212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thesis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A65810-D0A4-4CA7-8BEA-E05C0222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078702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633C69-EC7C-48E3-B5B2-16736797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278727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+ avatar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462AC6-26B4-4D97-9B92-D3542F8F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62389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7275E-78A4-4D71-AA9F-2A12C01D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662414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sales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season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DE5F89-731B-4770-9A17-9EA64FA3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462389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02F059-200C-4459-88D2-A45B0A2A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662414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Optimization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 + paywall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C68D2F-1948-47C8-A1AE-CFB2C0AD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78702"/>
            <a:ext cx="1381125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DA1FDF-74A2-49A0-B8C0-557C7EC6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78727"/>
            <a:ext cx="1228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Scaling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AI pipeline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24C91B-BDF9-4193-901B-58A07545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146187"/>
            <a:ext cx="1619250" cy="809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2FE7A8-A22C-448B-B356-1708CC14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4176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 milestone</a:t>
            </a:r>
          </a:p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visual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9BAEE2-389F-4731-B3BE-AA19425D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9682549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0B2AE8-ECFC-4940-A0BF-24355B19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9BEC3-C3DC-41E1-A91E-259E55A3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342434-33F7-41DB-A03B-5F4A97BF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B3E7C4-54E6-49B1-9D3C-3F77033B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B74EF3-D48D-45E0-96D7-B11CCA44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Background &amp; Evolution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A50880-E3E9-40BA-AAEA-6AE23E85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B479EB-F58A-4ED3-B8C5-63E387E4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09750"/>
            <a:ext cx="506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Исходная идея: специалист по astrology / смыслу + цифровые аватары + визуальная версия другой жизни.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16B091-F22E-489F-95DA-C9FA1899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1F55DA-9EC2-47FA-8B26-5AA14E29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506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После исследования продукт сужен до weekly life-series: forecast → daily episode → action → avatar / Life Canvas.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07ADC-EFB6-467C-8BB7-565897B6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9AE612-07FF-48B7-BE04-EAB07C25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5067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этап: не новое исследование, а prototype, examples of generated video/avatar, interviews and paid intent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8A33A-A15B-4D56-A9F5-49ABC053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955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Evolution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DB428C-FE86-4A2C-8E2B-41B287C9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7AAE2D-72F1-4A16-A5B9-8578BE0C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865FA9-1D50-40B2-8FFB-04B4C3D3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861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E95B6-025B-477B-B526-4A29C36A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051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thesis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E89811-A10C-4195-B3A4-18FAEB4A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052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F5885-FD45-45D6-81FE-A5662A43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242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spec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E83E6C-AC96-415D-A746-37EC7F15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47C2A4-AF47-415C-BADD-B961DECC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B45E9C-6664-4EFE-B9FA-99164C45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43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26BB31-8E8A-4705-89F3-324F0C48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624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B8BC93-E67E-448F-90C2-D62E09A3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625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E6CC28-D795-4C5D-8BA4-EFB618E8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81550"/>
            <a:ext cx="3067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cohort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390987-4FED-48D4-975B-0DC52AF9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4194636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CAF45F-E213-4134-9A69-AF132F64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6DDDE-C64B-4A70-9AAF-308D3EED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42698-6D5A-4B0A-B481-8BFFEC69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84E03-8543-47B7-ADED-D1177866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6ECFF4-3B0E-49CC-96BE-6EB84CB0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AI Avatar &amp; Video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8D694-5C70-4674-86E5-08FDA650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F1C7B-FD22-4236-86D9-80B5F707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13BA0A-5A6A-47F9-8C70-2C49DE61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3039B-B58A-4A01-BCD2-D7E07D0C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91528-F15E-49AD-B229-78674E8F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426E5F-1C44-4E22-A025-B9738D88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logic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0D5CFA-9F49-42DA-84FC-9A755EEE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27F9C5-E050-4943-9E35-33FEA323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assistant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A78AAD-1C78-4B49-87A5-50BAC42D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/ voice dialog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6DE8C4-5764-4DE9-8598-524D8740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9A9222-C73A-4EEF-BEC9-ABBC450E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/ Canvas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DCB0AC-EF4C-4202-94B3-5E3FE3D0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evolution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701F0C-C19E-49B5-93C6-3F4CAAA2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628FAF-54FD-4DD0-AE82-E0A65890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AADFA5-D536-475F-A791-E1C89014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 / video model as paid wow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FD93A0-CA50-4254-86B3-CA030627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Veo-class video is expensive: official Vertex AI Veo 2 pricing is around $0.50/sec, so video should be gated.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DD8EDB-53D7-469E-8785-8A7350E5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Source: Google Vertex AI pricing page for Veo 2; exact video model pricing must be rechecked before build.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77BBC9-EB0E-4EDA-BE58-DEDD50F1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5669368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52A8A7-7988-42A2-9DA1-15425E78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7E6325-E429-414E-9207-343E1C7A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BB144-7FA2-42BA-8F7B-0CC90F97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6484C-3E89-4192-9E9C-5B365E27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3A65D-7502-4E6C-8A6E-F7CA2B9A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8B8F59-5E47-4128-BD1F-3D62B76C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AD4E9-D6B6-49C9-9E30-B1072F69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Looks like horoscope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C3EA0-10DB-4E59-8547-47CC2440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286E6-2DA5-48FE-813F-90A74688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5550BF-A2CB-4633-8114-F543FB22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CEEF6-4F13-48C1-A367-FC0783D0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position as life-series and action, not fate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C0FB5C-7C1D-41C2-B9A5-2846CB49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5F12A3-1F4D-4065-9CAC-EB7974E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49890A-F7AC-4698-9D1D-E41745BB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67F324-191C-48C8-9BF1-F2A5E0D9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5F0D8E-7CA3-4374-839D-2B566D07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4E117A-2151-4D17-A048-6D108D41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show cause next to Canvas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0F9B3F-4FE9-47CD-B6EB-D5B87A46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5F12C3-E7AC-414B-982E-85E87041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D7542-FB7A-41FF-A517-05C10BBB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E59E21-6055-4D8F-9FAA-4302537B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530633-087A-45CE-9175-85C8C408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0BEC84-5DE6-41F5-B5D1-314EB4A9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357B08-9C39-4DDF-8D23-2F9625DB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FDD6FC-2167-4B35-BC6E-1E323D34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300D9E-F4A4-45A9-B471-38318C07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CE1814-3B8B-4045-924F-B7F81234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C7A300-9649-4361-8BC3-0557699C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09A71D-91EC-436B-951C-0E05DEB1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 + feedback loop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3140B0-1B9E-4F5B-9F9E-1C0C9EAC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DF18E2-67DB-4378-BB18-9D4CE41F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33D495-F67B-4512-97FC-731AC3B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015AC1-A0A5-40BE-9EC0-19787D6B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10B802-0A72-4102-8EF2-C13EBC66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8A3ABB-987F-4D6A-984D-10C4E8C3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7405ED-E37A-446A-B4F0-A3274A61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88996561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D04352-32ED-46FE-AC7B-AFFB4518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8CB8B-87D7-4599-BECF-0853CA5B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2E7CB-319C-467F-A85A-7EA20F33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857A5-61B3-42D1-8995-E4746E78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966B2A-7667-4059-BF23-A41BE059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30-Day Validation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C5BBA-F61F-424D-BF9F-C37D1C38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B6E8C-DB0A-4A97-B7DD-511E1BB9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C276A-446D-4428-9469-2D73C371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+ 20 interviews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FAE724-E896-4329-8262-C5625461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71EC2C-783B-44B4-A207-A66349DB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F9E49F-9710-4ACE-B3DF-A8533D21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manual weekly forecasts + avatar examples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54621F-D16B-446B-83A0-5DBDF4BC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F982B-931A-4812-8228-7AEC8710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612F2-E5DB-4C15-8638-01F037F8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concierge cohort: 30-50 users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6A7F3D-5FB1-4326-9BEA-F578D70F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9AD5E7-8FFC-4BEE-B0B3-7404C3D0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43610-8BF7-4188-A1F4-4856131B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intent, pricing test, final go/no-go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5B557-4D80-491E-AE78-66E51503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Success metrics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48EB0E-80C1-43A1-A640-A56E74B1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understand category  /  &gt;50% explain avatar change  /  D1 &gt;20%  /  paid intent &gt;5%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9B7680-A10F-4D61-970C-235D8850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3469358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414647-48BC-4621-A044-528CAB7F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6ABB1-DA0F-408E-8D09-0DC2B7DB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B1E5C3-501D-496C-800A-F9FDCC2A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FDF30-34BE-4E1C-9676-70AD1CDA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587AF-382C-4ADF-B94C-CA4E8C96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Contacts / 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D7F22E-C435-4F0F-AA12-906020BA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356168-8D56-45E9-B0F5-0EB75D32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step: generate 3-5 visual examples, assemble clickable prototype, and validate the first weekly season with real users.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A3C818-E350-4A8F-B98C-DEE585FA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F5EE1-F29D-4752-B390-BC7F7BE8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7156607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2026-06-02T16:38:49.0630000Z</dcterms:created>
  <dcterms:modified xsi:type="dcterms:W3CDTF">2026-06-02T16:38:49.0630000Z</dcterms:modified>
</coreProperties>
</file>