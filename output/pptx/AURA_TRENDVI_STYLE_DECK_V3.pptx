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af0c1098434dae" /><Relationship Type="http://schemas.openxmlformats.org/officeDocument/2006/relationships/extended-properties" Target="/docProps/app.xml" Id="Rf0070ff29c54407a" /><Relationship Type="http://schemas.openxmlformats.org/officeDocument/2006/relationships/officeDocument" Target="/ppt/presentation.xml" Id="Rf0fe03ea440443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59af814bd745a3"/>
  </p:sldMasterIdLst>
  <p:notesMasterIdLst>
    <p:notesMasterId xmlns:r="http://schemas.openxmlformats.org/officeDocument/2006/relationships" r:id="Ra786a63c8f5044b2"/>
  </p:notesMasterIdLst>
  <p:sldIdLst>
    <p:sldId xmlns:r="http://schemas.openxmlformats.org/officeDocument/2006/relationships" id="256" r:id="Ra0317a48ad074e79"/>
    <p:sldId xmlns:r="http://schemas.openxmlformats.org/officeDocument/2006/relationships" id="257" r:id="Rb6f1c50687c24fa6"/>
    <p:sldId xmlns:r="http://schemas.openxmlformats.org/officeDocument/2006/relationships" id="258" r:id="Ra88cc8fe6f454886"/>
    <p:sldId xmlns:r="http://schemas.openxmlformats.org/officeDocument/2006/relationships" id="259" r:id="R0fea6c63593e4276"/>
    <p:sldId xmlns:r="http://schemas.openxmlformats.org/officeDocument/2006/relationships" id="260" r:id="R97ea99a99e3448ac"/>
    <p:sldId xmlns:r="http://schemas.openxmlformats.org/officeDocument/2006/relationships" id="261" r:id="Ra41041b51c304c6a"/>
    <p:sldId xmlns:r="http://schemas.openxmlformats.org/officeDocument/2006/relationships" id="262" r:id="Rf7286c356a7d4da4"/>
    <p:sldId xmlns:r="http://schemas.openxmlformats.org/officeDocument/2006/relationships" id="263" r:id="Rf5ea6cf5cf1340b1"/>
    <p:sldId xmlns:r="http://schemas.openxmlformats.org/officeDocument/2006/relationships" id="264" r:id="Rbb21418f6ef84569"/>
    <p:sldId xmlns:r="http://schemas.openxmlformats.org/officeDocument/2006/relationships" id="265" r:id="Ra13f4b2edb3a4e62"/>
    <p:sldId xmlns:r="http://schemas.openxmlformats.org/officeDocument/2006/relationships" id="266" r:id="Rf69eec2514804fd1"/>
    <p:sldId xmlns:r="http://schemas.openxmlformats.org/officeDocument/2006/relationships" id="267" r:id="Rd7987f71e54842b4"/>
    <p:sldId xmlns:r="http://schemas.openxmlformats.org/officeDocument/2006/relationships" id="268" r:id="R2df034f66b5243b5"/>
    <p:sldId xmlns:r="http://schemas.openxmlformats.org/officeDocument/2006/relationships" id="269" r:id="R85eed8cde20f4763"/>
    <p:sldId xmlns:r="http://schemas.openxmlformats.org/officeDocument/2006/relationships" id="270" r:id="Rc303b456f1494275"/>
    <p:sldId xmlns:r="http://schemas.openxmlformats.org/officeDocument/2006/relationships" id="271" r:id="Rfd2d8deefa364c0c"/>
    <p:sldId xmlns:r="http://schemas.openxmlformats.org/officeDocument/2006/relationships" id="272" r:id="R200f877e920e480b"/>
    <p:sldId xmlns:r="http://schemas.openxmlformats.org/officeDocument/2006/relationships" id="273" r:id="R5749e89b1f4a4db4"/>
    <p:sldId xmlns:r="http://schemas.openxmlformats.org/officeDocument/2006/relationships" id="274" r:id="R49790e090d534ad6"/>
    <p:sldId xmlns:r="http://schemas.openxmlformats.org/officeDocument/2006/relationships" id="275" r:id="R18fe4430edb74c99"/>
    <p:sldId xmlns:r="http://schemas.openxmlformats.org/officeDocument/2006/relationships" id="276" r:id="Ra88aa59926f14a13"/>
    <p:sldId xmlns:r="http://schemas.openxmlformats.org/officeDocument/2006/relationships" id="277" r:id="R0e8f4e9ac6e44712"/>
    <p:sldId xmlns:r="http://schemas.openxmlformats.org/officeDocument/2006/relationships" id="278" r:id="Rdd0e7c83f9de4a54"/>
    <p:sldId xmlns:r="http://schemas.openxmlformats.org/officeDocument/2006/relationships" id="279" r:id="Rb40875487ee64ddd"/>
    <p:sldId xmlns:r="http://schemas.openxmlformats.org/officeDocument/2006/relationships" id="280" r:id="Re0bb150d968340c0"/>
    <p:sldId xmlns:r="http://schemas.openxmlformats.org/officeDocument/2006/relationships" id="281" r:id="Rd6dd0c625be349a6"/>
    <p:sldId xmlns:r="http://schemas.openxmlformats.org/officeDocument/2006/relationships" id="282" r:id="R150e2ec01a3f4a22"/>
    <p:sldId xmlns:r="http://schemas.openxmlformats.org/officeDocument/2006/relationships" id="283" r:id="R70011e9c2f5b4b74"/>
    <p:sldId xmlns:r="http://schemas.openxmlformats.org/officeDocument/2006/relationships" id="284" r:id="R85809a2cceff4301"/>
    <p:sldId xmlns:r="http://schemas.openxmlformats.org/officeDocument/2006/relationships" id="285" r:id="R8a273375504c414b"/>
    <p:sldId xmlns:r="http://schemas.openxmlformats.org/officeDocument/2006/relationships" id="286" r:id="R6ab5275130344553"/>
    <p:sldId xmlns:r="http://schemas.openxmlformats.org/officeDocument/2006/relationships" id="287" r:id="Raa3995f57ae44849"/>
    <p:sldId xmlns:r="http://schemas.openxmlformats.org/officeDocument/2006/relationships" id="288" r:id="R3cfce803bd7d4e34"/>
    <p:sldId xmlns:r="http://schemas.openxmlformats.org/officeDocument/2006/relationships" id="289" r:id="R71ee1af9feeb4071"/>
    <p:sldId xmlns:r="http://schemas.openxmlformats.org/officeDocument/2006/relationships" id="290" r:id="Rcdae9626a5904072"/>
    <p:sldId xmlns:r="http://schemas.openxmlformats.org/officeDocument/2006/relationships" id="291" r:id="Rff23adcbb0a343c3"/>
    <p:sldId xmlns:r="http://schemas.openxmlformats.org/officeDocument/2006/relationships" id="292" r:id="R4560583a42094a9e"/>
    <p:sldId xmlns:r="http://schemas.openxmlformats.org/officeDocument/2006/relationships" id="293" r:id="R70002f83b34e4951"/>
    <p:sldId xmlns:r="http://schemas.openxmlformats.org/officeDocument/2006/relationships" id="294" r:id="R927c5b9bfbe64664"/>
    <p:sldId xmlns:r="http://schemas.openxmlformats.org/officeDocument/2006/relationships" id="295" r:id="R0dac67b1caac40ec"/>
    <p:sldId xmlns:r="http://schemas.openxmlformats.org/officeDocument/2006/relationships" id="296" r:id="Rc0f44edd98d64a54"/>
    <p:sldId xmlns:r="http://schemas.openxmlformats.org/officeDocument/2006/relationships" id="297" r:id="Rbfd513df4304440a"/>
    <p:sldId xmlns:r="http://schemas.openxmlformats.org/officeDocument/2006/relationships" id="298" r:id="R6ac317fa75ff42f9"/>
    <p:sldId xmlns:r="http://schemas.openxmlformats.org/officeDocument/2006/relationships" id="299" r:id="R1eaf939363ae49e1"/>
    <p:sldId xmlns:r="http://schemas.openxmlformats.org/officeDocument/2006/relationships" id="300" r:id="Rbbe0bd55216f4d65"/>
    <p:sldId xmlns:r="http://schemas.openxmlformats.org/officeDocument/2006/relationships" id="301" r:id="Rd2ff5e5fed024e0e"/>
    <p:sldId xmlns:r="http://schemas.openxmlformats.org/officeDocument/2006/relationships" id="302" r:id="Rb7d3cd40c6c34a97"/>
    <p:sldId xmlns:r="http://schemas.openxmlformats.org/officeDocument/2006/relationships" id="303" r:id="Rab36dddede504996"/>
    <p:sldId xmlns:r="http://schemas.openxmlformats.org/officeDocument/2006/relationships" id="304" r:id="R01c8490556624abd"/>
    <p:sldId xmlns:r="http://schemas.openxmlformats.org/officeDocument/2006/relationships" id="305" r:id="R4d99dde08cf94e17"/>
    <p:sldId xmlns:r="http://schemas.openxmlformats.org/officeDocument/2006/relationships" id="306" r:id="R1ed50d656f08435a"/>
    <p:sldId xmlns:r="http://schemas.openxmlformats.org/officeDocument/2006/relationships" id="307" r:id="R0027c12cbde64104"/>
    <p:sldId xmlns:r="http://schemas.openxmlformats.org/officeDocument/2006/relationships" id="308" r:id="Rfc70c8e0af7049a1"/>
    <p:sldId xmlns:r="http://schemas.openxmlformats.org/officeDocument/2006/relationships" id="309" r:id="R4d30b93e976545de"/>
    <p:sldId xmlns:r="http://schemas.openxmlformats.org/officeDocument/2006/relationships" id="310" r:id="R7c7e308c06994bed"/>
    <p:sldId xmlns:r="http://schemas.openxmlformats.org/officeDocument/2006/relationships" id="311" r:id="R42f9b837acf349d8"/>
    <p:sldId xmlns:r="http://schemas.openxmlformats.org/officeDocument/2006/relationships" id="312" r:id="R9ddc64bc990a4546"/>
    <p:sldId xmlns:r="http://schemas.openxmlformats.org/officeDocument/2006/relationships" id="313" r:id="Re35fbb1cf80c4f53"/>
    <p:sldId xmlns:r="http://schemas.openxmlformats.org/officeDocument/2006/relationships" id="314" r:id="Rb46a945578924c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9af814bd745a3" /><Relationship Type="http://schemas.openxmlformats.org/officeDocument/2006/relationships/theme" Target="/ppt/theme/theme1.xml" Id="Re7e94eff2ab94bbb" /><Relationship Type="http://schemas.openxmlformats.org/officeDocument/2006/relationships/notesMaster" Target="/ppt/notesMasters/notesMaster1.xml" Id="Ra786a63c8f5044b2" /><Relationship Type="http://schemas.openxmlformats.org/officeDocument/2006/relationships/presProps" Target="/ppt/presProps.xml" Id="Rf900e8adf3ff4c4f" /><Relationship Type="http://schemas.openxmlformats.org/officeDocument/2006/relationships/viewProps" Target="/ppt/viewProps.xml" Id="R17bbb09f9cc24523" /><Relationship Type="http://schemas.openxmlformats.org/officeDocument/2006/relationships/tableStyles" Target="/ppt/tableStyles.xml" Id="Rf52dc271f69546c3" /><Relationship Type="http://schemas.openxmlformats.org/officeDocument/2006/relationships/slide" Target="/ppt/slides/slide1.xml" Id="Ra0317a48ad074e79" /><Relationship Type="http://schemas.openxmlformats.org/officeDocument/2006/relationships/slide" Target="/ppt/slides/slide2.xml" Id="Rb6f1c50687c24fa6" /><Relationship Type="http://schemas.openxmlformats.org/officeDocument/2006/relationships/slide" Target="/ppt/slides/slide3.xml" Id="Ra88cc8fe6f454886" /><Relationship Type="http://schemas.openxmlformats.org/officeDocument/2006/relationships/slide" Target="/ppt/slides/slide4.xml" Id="R0fea6c63593e4276" /><Relationship Type="http://schemas.openxmlformats.org/officeDocument/2006/relationships/slide" Target="/ppt/slides/slide5.xml" Id="R97ea99a99e3448ac" /><Relationship Type="http://schemas.openxmlformats.org/officeDocument/2006/relationships/slide" Target="/ppt/slides/slide6.xml" Id="Ra41041b51c304c6a" /><Relationship Type="http://schemas.openxmlformats.org/officeDocument/2006/relationships/slide" Target="/ppt/slides/slide7.xml" Id="Rf7286c356a7d4da4" /><Relationship Type="http://schemas.openxmlformats.org/officeDocument/2006/relationships/slide" Target="/ppt/slides/slide8.xml" Id="Rf5ea6cf5cf1340b1" /><Relationship Type="http://schemas.openxmlformats.org/officeDocument/2006/relationships/slide" Target="/ppt/slides/slide9.xml" Id="Rbb21418f6ef84569" /><Relationship Type="http://schemas.openxmlformats.org/officeDocument/2006/relationships/slide" Target="/ppt/slides/slide10.xml" Id="Ra13f4b2edb3a4e62" /><Relationship Type="http://schemas.openxmlformats.org/officeDocument/2006/relationships/slide" Target="/ppt/slides/slide11.xml" Id="Rf69eec2514804fd1" /><Relationship Type="http://schemas.openxmlformats.org/officeDocument/2006/relationships/slide" Target="/ppt/slides/slide12.xml" Id="Rd7987f71e54842b4" /><Relationship Type="http://schemas.openxmlformats.org/officeDocument/2006/relationships/slide" Target="/ppt/slides/slide13.xml" Id="R2df034f66b5243b5" /><Relationship Type="http://schemas.openxmlformats.org/officeDocument/2006/relationships/slide" Target="/ppt/slides/slide14.xml" Id="R85eed8cde20f4763" /><Relationship Type="http://schemas.openxmlformats.org/officeDocument/2006/relationships/slide" Target="/ppt/slides/slide15.xml" Id="Rc303b456f1494275" /><Relationship Type="http://schemas.openxmlformats.org/officeDocument/2006/relationships/slide" Target="/ppt/slides/slide16.xml" Id="Rfd2d8deefa364c0c" /><Relationship Type="http://schemas.openxmlformats.org/officeDocument/2006/relationships/slide" Target="/ppt/slides/slide17.xml" Id="R200f877e920e480b" /><Relationship Type="http://schemas.openxmlformats.org/officeDocument/2006/relationships/slide" Target="/ppt/slides/slide18.xml" Id="R5749e89b1f4a4db4" /><Relationship Type="http://schemas.openxmlformats.org/officeDocument/2006/relationships/slide" Target="/ppt/slides/slide19.xml" Id="R49790e090d534ad6" /><Relationship Type="http://schemas.openxmlformats.org/officeDocument/2006/relationships/slide" Target="/ppt/slides/slide20.xml" Id="R18fe4430edb74c99" /><Relationship Type="http://schemas.openxmlformats.org/officeDocument/2006/relationships/slide" Target="/ppt/slides/slide21.xml" Id="Ra88aa59926f14a13" /><Relationship Type="http://schemas.openxmlformats.org/officeDocument/2006/relationships/slide" Target="/ppt/slides/slide22.xml" Id="R0e8f4e9ac6e44712" /><Relationship Type="http://schemas.openxmlformats.org/officeDocument/2006/relationships/slide" Target="/ppt/slides/slide23.xml" Id="Rdd0e7c83f9de4a54" /><Relationship Type="http://schemas.openxmlformats.org/officeDocument/2006/relationships/slide" Target="/ppt/slides/slide24.xml" Id="Rb40875487ee64ddd" /><Relationship Type="http://schemas.openxmlformats.org/officeDocument/2006/relationships/slide" Target="/ppt/slides/slide25.xml" Id="Re0bb150d968340c0" /><Relationship Type="http://schemas.openxmlformats.org/officeDocument/2006/relationships/slide" Target="/ppt/slides/slide26.xml" Id="Rd6dd0c625be349a6" /><Relationship Type="http://schemas.openxmlformats.org/officeDocument/2006/relationships/slide" Target="/ppt/slides/slide27.xml" Id="R150e2ec01a3f4a22" /><Relationship Type="http://schemas.openxmlformats.org/officeDocument/2006/relationships/slide" Target="/ppt/slides/slide28.xml" Id="R70011e9c2f5b4b74" /><Relationship Type="http://schemas.openxmlformats.org/officeDocument/2006/relationships/slide" Target="/ppt/slides/slide29.xml" Id="R85809a2cceff4301" /><Relationship Type="http://schemas.openxmlformats.org/officeDocument/2006/relationships/slide" Target="/ppt/slides/slide30.xml" Id="R8a273375504c414b" /><Relationship Type="http://schemas.openxmlformats.org/officeDocument/2006/relationships/slide" Target="/ppt/slides/slide31.xml" Id="R6ab5275130344553" /><Relationship Type="http://schemas.openxmlformats.org/officeDocument/2006/relationships/slide" Target="/ppt/slides/slide32.xml" Id="Raa3995f57ae44849" /><Relationship Type="http://schemas.openxmlformats.org/officeDocument/2006/relationships/slide" Target="/ppt/slides/slide33.xml" Id="R3cfce803bd7d4e34" /><Relationship Type="http://schemas.openxmlformats.org/officeDocument/2006/relationships/slide" Target="/ppt/slides/slide34.xml" Id="R71ee1af9feeb4071" /><Relationship Type="http://schemas.openxmlformats.org/officeDocument/2006/relationships/slide" Target="/ppt/slides/slide35.xml" Id="Rcdae9626a5904072" /><Relationship Type="http://schemas.openxmlformats.org/officeDocument/2006/relationships/slide" Target="/ppt/slides/slide36.xml" Id="Rff23adcbb0a343c3" /><Relationship Type="http://schemas.openxmlformats.org/officeDocument/2006/relationships/slide" Target="/ppt/slides/slide37.xml" Id="R4560583a42094a9e" /><Relationship Type="http://schemas.openxmlformats.org/officeDocument/2006/relationships/slide" Target="/ppt/slides/slide38.xml" Id="R70002f83b34e4951" /><Relationship Type="http://schemas.openxmlformats.org/officeDocument/2006/relationships/slide" Target="/ppt/slides/slide39.xml" Id="R927c5b9bfbe64664" /><Relationship Type="http://schemas.openxmlformats.org/officeDocument/2006/relationships/slide" Target="/ppt/slides/slide40.xml" Id="R0dac67b1caac40ec" /><Relationship Type="http://schemas.openxmlformats.org/officeDocument/2006/relationships/slide" Target="/ppt/slides/slide41.xml" Id="Rc0f44edd98d64a54" /><Relationship Type="http://schemas.openxmlformats.org/officeDocument/2006/relationships/slide" Target="/ppt/slides/slide42.xml" Id="Rbfd513df4304440a" /><Relationship Type="http://schemas.openxmlformats.org/officeDocument/2006/relationships/slide" Target="/ppt/slides/slide43.xml" Id="R6ac317fa75ff42f9" /><Relationship Type="http://schemas.openxmlformats.org/officeDocument/2006/relationships/slide" Target="/ppt/slides/slide44.xml" Id="R1eaf939363ae49e1" /><Relationship Type="http://schemas.openxmlformats.org/officeDocument/2006/relationships/slide" Target="/ppt/slides/slide45.xml" Id="Rbbe0bd55216f4d65" /><Relationship Type="http://schemas.openxmlformats.org/officeDocument/2006/relationships/slide" Target="/ppt/slides/slide46.xml" Id="Rd2ff5e5fed024e0e" /><Relationship Type="http://schemas.openxmlformats.org/officeDocument/2006/relationships/slide" Target="/ppt/slides/slide47.xml" Id="Rb7d3cd40c6c34a97" /><Relationship Type="http://schemas.openxmlformats.org/officeDocument/2006/relationships/slide" Target="/ppt/slides/slide48.xml" Id="Rab36dddede504996" /><Relationship Type="http://schemas.openxmlformats.org/officeDocument/2006/relationships/slide" Target="/ppt/slides/slide49.xml" Id="R01c8490556624abd" /><Relationship Type="http://schemas.openxmlformats.org/officeDocument/2006/relationships/slide" Target="/ppt/slides/slide50.xml" Id="R4d99dde08cf94e17" /><Relationship Type="http://schemas.openxmlformats.org/officeDocument/2006/relationships/slide" Target="/ppt/slides/slide51.xml" Id="R1ed50d656f08435a" /><Relationship Type="http://schemas.openxmlformats.org/officeDocument/2006/relationships/slide" Target="/ppt/slides/slide52.xml" Id="R0027c12cbde64104" /><Relationship Type="http://schemas.openxmlformats.org/officeDocument/2006/relationships/slide" Target="/ppt/slides/slide53.xml" Id="Rfc70c8e0af7049a1" /><Relationship Type="http://schemas.openxmlformats.org/officeDocument/2006/relationships/slide" Target="/ppt/slides/slide54.xml" Id="R4d30b93e976545de" /><Relationship Type="http://schemas.openxmlformats.org/officeDocument/2006/relationships/slide" Target="/ppt/slides/slide55.xml" Id="R7c7e308c06994bed" /><Relationship Type="http://schemas.openxmlformats.org/officeDocument/2006/relationships/slide" Target="/ppt/slides/slide56.xml" Id="R42f9b837acf349d8" /><Relationship Type="http://schemas.openxmlformats.org/officeDocument/2006/relationships/slide" Target="/ppt/slides/slide57.xml" Id="R9ddc64bc990a4546" /><Relationship Type="http://schemas.openxmlformats.org/officeDocument/2006/relationships/slide" Target="/ppt/slides/slide58.xml" Id="Re35fbb1cf80c4f53" /><Relationship Type="http://schemas.openxmlformats.org/officeDocument/2006/relationships/slide" Target="/ppt/slides/slide59.xml" Id="Rb46a945578924c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57a9d28daa4d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629a17ffdb424c" /><Relationship Type="http://schemas.openxmlformats.org/officeDocument/2006/relationships/notesMaster" Target="/ppt/notesMasters/notesMaster1.xml" Id="Rcb10fe7a3d0f40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9c98eafa1436f" /><Relationship Type="http://schemas.openxmlformats.org/officeDocument/2006/relationships/notesMaster" Target="/ppt/notesMasters/notesMaster1.xml" Id="Re9180ec63d374c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74ac012464171" /><Relationship Type="http://schemas.openxmlformats.org/officeDocument/2006/relationships/notesMaster" Target="/ppt/notesMasters/notesMaster1.xml" Id="Ra8c5c9507d7845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3cc0a05fb1446e" /><Relationship Type="http://schemas.openxmlformats.org/officeDocument/2006/relationships/notesMaster" Target="/ppt/notesMasters/notesMaster1.xml" Id="Rdd42fdb37e74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3d335b477f4573" /><Relationship Type="http://schemas.openxmlformats.org/officeDocument/2006/relationships/notesMaster" Target="/ppt/notesMasters/notesMaster1.xml" Id="R24dc8fd366674d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f6c861cf004689" /><Relationship Type="http://schemas.openxmlformats.org/officeDocument/2006/relationships/notesMaster" Target="/ppt/notesMasters/notesMaster1.xml" Id="Raed3411238ad4a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7bb5fd91414707" /><Relationship Type="http://schemas.openxmlformats.org/officeDocument/2006/relationships/notesMaster" Target="/ppt/notesMasters/notesMaster1.xml" Id="R6389ca5cd84e4e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e24f5ba67846d8" /><Relationship Type="http://schemas.openxmlformats.org/officeDocument/2006/relationships/notesMaster" Target="/ppt/notesMasters/notesMaster1.xml" Id="R27810afa680942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68a2611a0b4cdd" /><Relationship Type="http://schemas.openxmlformats.org/officeDocument/2006/relationships/notesMaster" Target="/ppt/notesMasters/notesMaster1.xml" Id="Rc76708ea3b9d43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b69bd323fd47c2" /><Relationship Type="http://schemas.openxmlformats.org/officeDocument/2006/relationships/notesMaster" Target="/ppt/notesMasters/notesMaster1.xml" Id="R58cc70e39b984f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ef0382fbeb4ee3" /><Relationship Type="http://schemas.openxmlformats.org/officeDocument/2006/relationships/notesMaster" Target="/ppt/notesMasters/notesMaster1.xml" Id="Re83df4154f3d4f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50de70b4df47f6" /><Relationship Type="http://schemas.openxmlformats.org/officeDocument/2006/relationships/notesMaster" Target="/ppt/notesMasters/notesMaster1.xml" Id="R935b6d1338b748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0284b54e594547" /><Relationship Type="http://schemas.openxmlformats.org/officeDocument/2006/relationships/notesMaster" Target="/ppt/notesMasters/notesMaster1.xml" Id="R52fd6dbeaac24f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c3419f4dbc4591" /><Relationship Type="http://schemas.openxmlformats.org/officeDocument/2006/relationships/notesMaster" Target="/ppt/notesMasters/notesMaster1.xml" Id="R42659bb44f6f46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068143a34c4229" /><Relationship Type="http://schemas.openxmlformats.org/officeDocument/2006/relationships/notesMaster" Target="/ppt/notesMasters/notesMaster1.xml" Id="Rca517331abf34c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d392171d764e93" /><Relationship Type="http://schemas.openxmlformats.org/officeDocument/2006/relationships/notesMaster" Target="/ppt/notesMasters/notesMaster1.xml" Id="Rf657409638a94a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7d313e34a946db" /><Relationship Type="http://schemas.openxmlformats.org/officeDocument/2006/relationships/notesMaster" Target="/ppt/notesMasters/notesMaster1.xml" Id="R6f1a461563e549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de40fb14934a63" /><Relationship Type="http://schemas.openxmlformats.org/officeDocument/2006/relationships/notesMaster" Target="/ppt/notesMasters/notesMaster1.xml" Id="Ra52ce3f7ce6d4e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1ab5803d864706" /><Relationship Type="http://schemas.openxmlformats.org/officeDocument/2006/relationships/notesMaster" Target="/ppt/notesMasters/notesMaster1.xml" Id="R0b3b400d744148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b96c21de9a4627" /><Relationship Type="http://schemas.openxmlformats.org/officeDocument/2006/relationships/notesMaster" Target="/ppt/notesMasters/notesMaster1.xml" Id="Rb9c03cea47944f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cef0e5ace648bf" /><Relationship Type="http://schemas.openxmlformats.org/officeDocument/2006/relationships/notesMaster" Target="/ppt/notesMasters/notesMaster1.xml" Id="Rdd4f6d149f8e4ad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c727a9cd5246e8" /><Relationship Type="http://schemas.openxmlformats.org/officeDocument/2006/relationships/notesMaster" Target="/ppt/notesMasters/notesMaster1.xml" Id="R8b7c01c0655548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6879594deb4cf6" /><Relationship Type="http://schemas.openxmlformats.org/officeDocument/2006/relationships/notesMaster" Target="/ppt/notesMasters/notesMaster1.xml" Id="R063543984eb645d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071015bae344e60" /><Relationship Type="http://schemas.openxmlformats.org/officeDocument/2006/relationships/notesMaster" Target="/ppt/notesMasters/notesMaster1.xml" Id="Ref80801a30794e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f2b93637fc54964" /><Relationship Type="http://schemas.openxmlformats.org/officeDocument/2006/relationships/notesMaster" Target="/ppt/notesMasters/notesMaster1.xml" Id="Rd28e764237c44e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7ae2990117d47be" /><Relationship Type="http://schemas.openxmlformats.org/officeDocument/2006/relationships/notesMaster" Target="/ppt/notesMasters/notesMaster1.xml" Id="R4391ca3b1962446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d5ce02ce12e4ba2" /><Relationship Type="http://schemas.openxmlformats.org/officeDocument/2006/relationships/notesMaster" Target="/ppt/notesMasters/notesMaster1.xml" Id="R548fd28170d64b6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ae99cc3f1b44f0" /><Relationship Type="http://schemas.openxmlformats.org/officeDocument/2006/relationships/notesMaster" Target="/ppt/notesMasters/notesMaster1.xml" Id="R69b4025a14194c4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211ff49bf34d48" /><Relationship Type="http://schemas.openxmlformats.org/officeDocument/2006/relationships/notesMaster" Target="/ppt/notesMasters/notesMaster1.xml" Id="Rdd4e06ddbcb042a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57006f991f04cdb" /><Relationship Type="http://schemas.openxmlformats.org/officeDocument/2006/relationships/notesMaster" Target="/ppt/notesMasters/notesMaster1.xml" Id="R489e0c3e7d8a4c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448de5239644a3a" /><Relationship Type="http://schemas.openxmlformats.org/officeDocument/2006/relationships/notesMaster" Target="/ppt/notesMasters/notesMaster1.xml" Id="Rd87d7c68b9c5451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e8caac085c84531" /><Relationship Type="http://schemas.openxmlformats.org/officeDocument/2006/relationships/notesMaster" Target="/ppt/notesMasters/notesMaster1.xml" Id="R94ad19705974482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118580f4a274eb6" /><Relationship Type="http://schemas.openxmlformats.org/officeDocument/2006/relationships/notesMaster" Target="/ppt/notesMasters/notesMaster1.xml" Id="Rb9e849f700f5434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d39b7c1bde64ede" /><Relationship Type="http://schemas.openxmlformats.org/officeDocument/2006/relationships/notesMaster" Target="/ppt/notesMasters/notesMaster1.xml" Id="R817a9dc71d58440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90b491ae26342c7" /><Relationship Type="http://schemas.openxmlformats.org/officeDocument/2006/relationships/notesMaster" Target="/ppt/notesMasters/notesMaster1.xml" Id="R286a6553649744c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3785ecd14b741e4" /><Relationship Type="http://schemas.openxmlformats.org/officeDocument/2006/relationships/notesMaster" Target="/ppt/notesMasters/notesMaster1.xml" Id="Rdc9512eb1bd548c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8313df43ba84108" /><Relationship Type="http://schemas.openxmlformats.org/officeDocument/2006/relationships/notesMaster" Target="/ppt/notesMasters/notesMaster1.xml" Id="R579505136b3e4c0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e5eee4bf0674bf9" /><Relationship Type="http://schemas.openxmlformats.org/officeDocument/2006/relationships/notesMaster" Target="/ppt/notesMasters/notesMaster1.xml" Id="Rd83a97eaea0f43d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1f87167b88a4634" /><Relationship Type="http://schemas.openxmlformats.org/officeDocument/2006/relationships/notesMaster" Target="/ppt/notesMasters/notesMaster1.xml" Id="R76e8ab8cf100420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e22851656554e36" /><Relationship Type="http://schemas.openxmlformats.org/officeDocument/2006/relationships/notesMaster" Target="/ppt/notesMasters/notesMaster1.xml" Id="R550b11005758420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6f9594eed624f46" /><Relationship Type="http://schemas.openxmlformats.org/officeDocument/2006/relationships/notesMaster" Target="/ppt/notesMasters/notesMaster1.xml" Id="R5a873f87c533425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80cb8c99f844860" /><Relationship Type="http://schemas.openxmlformats.org/officeDocument/2006/relationships/notesMaster" Target="/ppt/notesMasters/notesMaster1.xml" Id="R88e2f03699254dd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11e9c332b9f4d3f" /><Relationship Type="http://schemas.openxmlformats.org/officeDocument/2006/relationships/notesMaster" Target="/ppt/notesMasters/notesMaster1.xml" Id="R64aa1fe18ca641e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e8fd53daa5d4832" /><Relationship Type="http://schemas.openxmlformats.org/officeDocument/2006/relationships/notesMaster" Target="/ppt/notesMasters/notesMaster1.xml" Id="Rc23c54c713ac4d7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94f7a35681248d2" /><Relationship Type="http://schemas.openxmlformats.org/officeDocument/2006/relationships/notesMaster" Target="/ppt/notesMasters/notesMaster1.xml" Id="R578bb345798643d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70cb2d38cdb42e9" /><Relationship Type="http://schemas.openxmlformats.org/officeDocument/2006/relationships/notesMaster" Target="/ppt/notesMasters/notesMaster1.xml" Id="R11f4f158fee9438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d99930d32e845cf" /><Relationship Type="http://schemas.openxmlformats.org/officeDocument/2006/relationships/notesMaster" Target="/ppt/notesMasters/notesMaster1.xml" Id="R80bae59231be416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effc1466b464ec4" /><Relationship Type="http://schemas.openxmlformats.org/officeDocument/2006/relationships/notesMaster" Target="/ppt/notesMasters/notesMaster1.xml" Id="R062c3c478fac43d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fe53c3a19f54d69" /><Relationship Type="http://schemas.openxmlformats.org/officeDocument/2006/relationships/notesMaster" Target="/ppt/notesMasters/notesMaster1.xml" Id="Rc19ecd2d56034c3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e676f7e6d314c84" /><Relationship Type="http://schemas.openxmlformats.org/officeDocument/2006/relationships/notesMaster" Target="/ppt/notesMasters/notesMaster1.xml" Id="Rc6ba8b7997bb44f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afecaa131324fa8" /><Relationship Type="http://schemas.openxmlformats.org/officeDocument/2006/relationships/notesMaster" Target="/ppt/notesMasters/notesMaster1.xml" Id="Rdc734fc5e0544b3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93cf7a3f09847ae" /><Relationship Type="http://schemas.openxmlformats.org/officeDocument/2006/relationships/notesMaster" Target="/ppt/notesMasters/notesMaster1.xml" Id="Ra7b7bb8b6b1d427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a63388d1c47497a" /><Relationship Type="http://schemas.openxmlformats.org/officeDocument/2006/relationships/notesMaster" Target="/ppt/notesMasters/notesMaster1.xml" Id="R178058deb6fc413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3ab6e3ba54746b5" /><Relationship Type="http://schemas.openxmlformats.org/officeDocument/2006/relationships/notesMaster" Target="/ppt/notesMasters/notesMaster1.xml" Id="Rdeb5a962a817470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d6afd810a774808" /><Relationship Type="http://schemas.openxmlformats.org/officeDocument/2006/relationships/notesMaster" Target="/ppt/notesMasters/notesMaster1.xml" Id="Rcf47915a9dd1418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67fd50753d24acd" /><Relationship Type="http://schemas.openxmlformats.org/officeDocument/2006/relationships/notesMaster" Target="/ppt/notesMasters/notesMaster1.xml" Id="R5b0dc0bfaebb4c0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08f6a2707f24050" /><Relationship Type="http://schemas.openxmlformats.org/officeDocument/2006/relationships/notesMaster" Target="/ppt/notesMasters/notesMaster1.xml" Id="Rb27ea864e7b5489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d271d5dcc3f4003" /><Relationship Type="http://schemas.openxmlformats.org/officeDocument/2006/relationships/notesMaster" Target="/ppt/notesMasters/notesMaster1.xml" Id="R1801c651a20d4ea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f4126c60ba594c06" /><Relationship Type="http://schemas.openxmlformats.org/officeDocument/2006/relationships/notesMaster" Target="/ppt/notesMasters/notesMaster1.xml" Id="R8aee2f5d5bc3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7cbf513b944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e18a907f91421b" /><Relationship Type="http://schemas.openxmlformats.org/officeDocument/2006/relationships/slideLayout" Target="/ppt/slideLayouts/slideLayout2.xml" Id="R258590e38e2746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590e38e2746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b2ac19214f4b29" /><Relationship Type="http://schemas.openxmlformats.org/officeDocument/2006/relationships/notesSlide" Target="/ppt/notesSlides/notesSlide1.xml" Id="R5a645c846240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e7d4c60b3948c4" /><Relationship Type="http://schemas.openxmlformats.org/officeDocument/2006/relationships/notesSlide" Target="/ppt/notesSlides/notesSlide2.xml" Id="R1da7836bbfc34c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f45bc24cb0491a" /><Relationship Type="http://schemas.openxmlformats.org/officeDocument/2006/relationships/notesSlide" Target="/ppt/notesSlides/notesSlide3.xml" Id="Ra52a16046a8643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517088d46b49b0" /><Relationship Type="http://schemas.openxmlformats.org/officeDocument/2006/relationships/notesSlide" Target="/ppt/notesSlides/notesSlide4.xml" Id="R1cfeaf3792834a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a56f96c01e4530" /><Relationship Type="http://schemas.openxmlformats.org/officeDocument/2006/relationships/notesSlide" Target="/ppt/notesSlides/notesSlide5.xml" Id="Rbb005c543b3e4c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0b7e822b6e485b" /><Relationship Type="http://schemas.openxmlformats.org/officeDocument/2006/relationships/notesSlide" Target="/ppt/notesSlides/notesSlide6.xml" Id="R03a6fe93494246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d2ba5313ac472f" /><Relationship Type="http://schemas.openxmlformats.org/officeDocument/2006/relationships/notesSlide" Target="/ppt/notesSlides/notesSlide7.xml" Id="Ra5b12485792940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cdf9a65f1b41c8" /><Relationship Type="http://schemas.openxmlformats.org/officeDocument/2006/relationships/notesSlide" Target="/ppt/notesSlides/notesSlide8.xml" Id="Ra6e57b89217f40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d891b3a7ba4332" /><Relationship Type="http://schemas.openxmlformats.org/officeDocument/2006/relationships/notesSlide" Target="/ppt/notesSlides/notesSlide9.xml" Id="Rf4c64d815ddd4c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caea9e4a24679" /><Relationship Type="http://schemas.openxmlformats.org/officeDocument/2006/relationships/notesSlide" Target="/ppt/notesSlides/notesSlide10.xml" Id="R6cdb9b70379447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7219849332459a" /><Relationship Type="http://schemas.openxmlformats.org/officeDocument/2006/relationships/notesSlide" Target="/ppt/notesSlides/notesSlide11.xml" Id="R7202c7abb1f846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d19c513c83481d" /><Relationship Type="http://schemas.openxmlformats.org/officeDocument/2006/relationships/notesSlide" Target="/ppt/notesSlides/notesSlide12.xml" Id="Rac9a731af55940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2a1eaf4f6d48ef" /><Relationship Type="http://schemas.openxmlformats.org/officeDocument/2006/relationships/notesSlide" Target="/ppt/notesSlides/notesSlide13.xml" Id="Reb379910b9c84b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d1afcff2a44573" /><Relationship Type="http://schemas.openxmlformats.org/officeDocument/2006/relationships/notesSlide" Target="/ppt/notesSlides/notesSlide14.xml" Id="R48552698969b4b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6738c5d64e48ca" /><Relationship Type="http://schemas.openxmlformats.org/officeDocument/2006/relationships/notesSlide" Target="/ppt/notesSlides/notesSlide15.xml" Id="Rf22bb62f913f4d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44cf001f6b43ef" /><Relationship Type="http://schemas.openxmlformats.org/officeDocument/2006/relationships/notesSlide" Target="/ppt/notesSlides/notesSlide16.xml" Id="Rfaee4b33ff2c4a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6a42a20e84631" /><Relationship Type="http://schemas.openxmlformats.org/officeDocument/2006/relationships/notesSlide" Target="/ppt/notesSlides/notesSlide17.xml" Id="R06292706807341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c89f25f3a04be0" /><Relationship Type="http://schemas.openxmlformats.org/officeDocument/2006/relationships/notesSlide" Target="/ppt/notesSlides/notesSlide18.xml" Id="Rfcac7f121ae246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2534a44d3a454d" /><Relationship Type="http://schemas.openxmlformats.org/officeDocument/2006/relationships/notesSlide" Target="/ppt/notesSlides/notesSlide19.xml" Id="Rc8fb97e8a67b426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24fe46c2bd4c84" /><Relationship Type="http://schemas.openxmlformats.org/officeDocument/2006/relationships/notesSlide" Target="/ppt/notesSlides/notesSlide20.xml" Id="R482ace39b37d40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7ebd2217464785" /><Relationship Type="http://schemas.openxmlformats.org/officeDocument/2006/relationships/notesSlide" Target="/ppt/notesSlides/notesSlide21.xml" Id="R0e656e3c071448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0fb3bf36884572" /><Relationship Type="http://schemas.openxmlformats.org/officeDocument/2006/relationships/notesSlide" Target="/ppt/notesSlides/notesSlide22.xml" Id="Rdc6dabdb28454d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bccd69eb740e5" /><Relationship Type="http://schemas.openxmlformats.org/officeDocument/2006/relationships/notesSlide" Target="/ppt/notesSlides/notesSlide23.xml" Id="R09a57d52d07b4a1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2c0be69bd4279" /><Relationship Type="http://schemas.openxmlformats.org/officeDocument/2006/relationships/notesSlide" Target="/ppt/notesSlides/notesSlide24.xml" Id="R576074e6ce62406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73d53c33d54ead" /><Relationship Type="http://schemas.openxmlformats.org/officeDocument/2006/relationships/notesSlide" Target="/ppt/notesSlides/notesSlide25.xml" Id="Rb1a7e94339954c8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1d1feafe34f22" /><Relationship Type="http://schemas.openxmlformats.org/officeDocument/2006/relationships/notesSlide" Target="/ppt/notesSlides/notesSlide26.xml" Id="R2dadbc79bfb44d5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fdc6a5daa437a" /><Relationship Type="http://schemas.openxmlformats.org/officeDocument/2006/relationships/notesSlide" Target="/ppt/notesSlides/notesSlide27.xml" Id="R43cb64b7ce78476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209ef7cd1f4bc1" /><Relationship Type="http://schemas.openxmlformats.org/officeDocument/2006/relationships/notesSlide" Target="/ppt/notesSlides/notesSlide28.xml" Id="R061439d4862d4c7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b60c0a78c0465b" /><Relationship Type="http://schemas.openxmlformats.org/officeDocument/2006/relationships/notesSlide" Target="/ppt/notesSlides/notesSlide29.xml" Id="R1a4c5d1027d5470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10927a8f824353" /><Relationship Type="http://schemas.openxmlformats.org/officeDocument/2006/relationships/notesSlide" Target="/ppt/notesSlides/notesSlide30.xml" Id="R0f7fdb5466ce411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c2a3dabac543f5" /><Relationship Type="http://schemas.openxmlformats.org/officeDocument/2006/relationships/notesSlide" Target="/ppt/notesSlides/notesSlide31.xml" Id="R6c9ba24e8bbe43c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96dc4a0e004a28" /><Relationship Type="http://schemas.openxmlformats.org/officeDocument/2006/relationships/notesSlide" Target="/ppt/notesSlides/notesSlide32.xml" Id="R6ac4ad44b22d494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8a754af774ebf" /><Relationship Type="http://schemas.openxmlformats.org/officeDocument/2006/relationships/notesSlide" Target="/ppt/notesSlides/notesSlide33.xml" Id="R692ecca6e8454d2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6cf64bcec44347" /><Relationship Type="http://schemas.openxmlformats.org/officeDocument/2006/relationships/notesSlide" Target="/ppt/notesSlides/notesSlide34.xml" Id="R6048481d6cf64fa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ae6c44fcf4cff" /><Relationship Type="http://schemas.openxmlformats.org/officeDocument/2006/relationships/notesSlide" Target="/ppt/notesSlides/notesSlide35.xml" Id="R4a296b1bfbd24e8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39589328e94cf9" /><Relationship Type="http://schemas.openxmlformats.org/officeDocument/2006/relationships/notesSlide" Target="/ppt/notesSlides/notesSlide36.xml" Id="Rcbbfbeb3839b439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2d5cf3ee8843f6" /><Relationship Type="http://schemas.openxmlformats.org/officeDocument/2006/relationships/notesSlide" Target="/ppt/notesSlides/notesSlide37.xml" Id="R27f0c3fb087d4bc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c2ae1ed290454f" /><Relationship Type="http://schemas.openxmlformats.org/officeDocument/2006/relationships/notesSlide" Target="/ppt/notesSlides/notesSlide38.xml" Id="R0953b665b06f478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4d577891694d58" /><Relationship Type="http://schemas.openxmlformats.org/officeDocument/2006/relationships/notesSlide" Target="/ppt/notesSlides/notesSlide39.xml" Id="R5017f97e40fb4d1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a47da925324011" /><Relationship Type="http://schemas.openxmlformats.org/officeDocument/2006/relationships/notesSlide" Target="/ppt/notesSlides/notesSlide40.xml" Id="Ra5909a68b14a4a0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7914b69e6a4c34" /><Relationship Type="http://schemas.openxmlformats.org/officeDocument/2006/relationships/notesSlide" Target="/ppt/notesSlides/notesSlide41.xml" Id="Rf9ee1e33636d4e3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c66df5dc54581" /><Relationship Type="http://schemas.openxmlformats.org/officeDocument/2006/relationships/notesSlide" Target="/ppt/notesSlides/notesSlide42.xml" Id="R7f09922608ac4ed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1bf34c9629490f" /><Relationship Type="http://schemas.openxmlformats.org/officeDocument/2006/relationships/notesSlide" Target="/ppt/notesSlides/notesSlide43.xml" Id="R7f41a2067028413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4653ded61f482b" /><Relationship Type="http://schemas.openxmlformats.org/officeDocument/2006/relationships/notesSlide" Target="/ppt/notesSlides/notesSlide44.xml" Id="R24a30b3d8aac4e3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063ed8dad499d" /><Relationship Type="http://schemas.openxmlformats.org/officeDocument/2006/relationships/notesSlide" Target="/ppt/notesSlides/notesSlide45.xml" Id="R2d95bace1a2647a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ba2c320f6475a" /><Relationship Type="http://schemas.openxmlformats.org/officeDocument/2006/relationships/notesSlide" Target="/ppt/notesSlides/notesSlide46.xml" Id="Rb208cf8ee753476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c1299a8c5248cb" /><Relationship Type="http://schemas.openxmlformats.org/officeDocument/2006/relationships/notesSlide" Target="/ppt/notesSlides/notesSlide47.xml" Id="Rda5ed521ab0844c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175d393cd44447" /><Relationship Type="http://schemas.openxmlformats.org/officeDocument/2006/relationships/notesSlide" Target="/ppt/notesSlides/notesSlide48.xml" Id="Rfb4046a046954f6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0cf7329e30435f" /><Relationship Type="http://schemas.openxmlformats.org/officeDocument/2006/relationships/notesSlide" Target="/ppt/notesSlides/notesSlide49.xml" Id="Rf02100643425471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6539fc600a44d0" /><Relationship Type="http://schemas.openxmlformats.org/officeDocument/2006/relationships/notesSlide" Target="/ppt/notesSlides/notesSlide50.xml" Id="Rc98ca658495d4c3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e3e08abfb4481a" /><Relationship Type="http://schemas.openxmlformats.org/officeDocument/2006/relationships/notesSlide" Target="/ppt/notesSlides/notesSlide51.xml" Id="Re06f3bd203e1487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32592f360344c8" /><Relationship Type="http://schemas.openxmlformats.org/officeDocument/2006/relationships/notesSlide" Target="/ppt/notesSlides/notesSlide52.xml" Id="R9bbd4ffb882b4ab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0c4711ed146f6" /><Relationship Type="http://schemas.openxmlformats.org/officeDocument/2006/relationships/notesSlide" Target="/ppt/notesSlides/notesSlide53.xml" Id="R5d37f37ce16d475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b5c19eab8430b" /><Relationship Type="http://schemas.openxmlformats.org/officeDocument/2006/relationships/notesSlide" Target="/ppt/notesSlides/notesSlide54.xml" Id="Rbc087d602a88498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2ee83da2141c2" /><Relationship Type="http://schemas.openxmlformats.org/officeDocument/2006/relationships/notesSlide" Target="/ppt/notesSlides/notesSlide55.xml" Id="Rc04d779f670c48b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2431ac46194bc7" /><Relationship Type="http://schemas.openxmlformats.org/officeDocument/2006/relationships/notesSlide" Target="/ppt/notesSlides/notesSlide56.xml" Id="R20c8f02c5abb4dc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3d1e18c5db49c6" /><Relationship Type="http://schemas.openxmlformats.org/officeDocument/2006/relationships/notesSlide" Target="/ppt/notesSlides/notesSlide57.xml" Id="Ra967fa296067445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21fa5b1ae149ed" /><Relationship Type="http://schemas.openxmlformats.org/officeDocument/2006/relationships/notesSlide" Target="/ppt/notesSlides/notesSlide58.xml" Id="Rf1942f5c9aa3421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81907f2404275" /><Relationship Type="http://schemas.openxmlformats.org/officeDocument/2006/relationships/notesSlide" Target="/ppt/notesSlides/notesSlide59.xml" Id="Re95ca8ff122e41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02D5F-5F22-4596-A952-49C16E3E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F1955-DED9-409D-AAEF-947AEAA1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D1963-896D-44E3-BA02-DEACA197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C826A-73D7-446D-BF4A-4DD69D67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D0406-65C6-46A0-B0D6-B7DCB9BC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/ инвесторская презентация · V3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2248B-8C9C-4701-B304-809812F5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60678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1F795-4F7D-43D3-8956-1D69D439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A0D57-EF7F-4527-9FA2-8E6B986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2505D-B60A-4762-8FBE-933D55C1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CB51E-1730-4B2A-A51A-10FF43A4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11CBC-42F9-4F01-9438-933B21CC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0F16B-5461-45E4-86AC-6C9D698F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77AC3-460C-4DF1-83B3-1B44FA80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ED5B4-70F9-4D8F-9C6B-6BE5D1F0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56078-15FC-4CD1-84DC-BE5A0150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559CC-4EAE-4D10-BA22-AF0A8624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2506C-30F9-4CF0-A44F-E9535656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E5C5B-C9F0-48F0-A729-B3617C9D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2B80D-4F78-42F6-9D9D-FA7F9823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3CC9C-3EAF-4E9C-9CB5-9E4FF9E9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A8FC7-E3A1-41BF-8822-A3BDE638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A80FA-4592-466B-B19A-34EB6AD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68EE7-019C-4C49-8904-A838D5B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F9505-C7BA-4AF3-8453-8406E5E4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C0248-9EF6-49A2-A08C-89B37B72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43C49-2172-4153-9036-4D446941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F6A03-9889-4152-92B2-111E42F5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625FB-1244-4DBA-8B3D-EDA4421E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E7DF5-FF55-4C3D-A4C3-4273345F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74084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F4EE6C-5334-4696-927B-A3DE8E3F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6538A-BDF6-468E-8EC0-E84009F7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5ED7E-59BF-4A83-B7C2-CC7B1F75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291AF-D245-4CA4-ABC6-D2C20AAA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C1FF5-FE7D-4924-8B81-74A4A03E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читать презентацию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2A5F0-350B-45B1-A9B7-657B9C68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50A05-673E-4081-95F7-87AEA6D1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просмотра должно быть понятно: что строим, почему это может заработать, сколько стоит проверить и по каким метрикам остановиться.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D5E91-9524-458B-9180-2EB4B46D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725EC-C9B9-4FCB-9C11-7D124ADD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D2EAC-99CF-41E0-8C88-42405806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0C23B-7BB0-42E4-8D9F-D5A1B376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F3D5F-36FC-41C4-A157-69E8AB00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лидеры рынка и белое пятно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76540-26FA-4A90-AE72-2A4E7DCF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EB91F-85AE-4DEB-A738-E5132BD1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D7479-F1D9-47A1-94AC-02FF9B7A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106F8-99EC-47E8-BBD4-9F6C232F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петля, Canvas, экраны,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F9631-DFEF-45CD-B4A3-4AA06B20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48F1B-1E29-4E3E-8FD1-13B9843D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9D634-2688-468F-94C6-150DF966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E4D6F-9F0C-46C5-9DD6-7D390620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pricing, COGS, free user, break-even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50C0A-CED0-466E-AB2E-C0DC4077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93F46-EAE6-4FD4-8492-7B72D900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DB874-F70D-4C46-ABEF-E22EC45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Запуск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50FE1-FFFC-4610-BE4C-85BC0CFB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маркетинг, roadmap, go/no-go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7C243-DF68-43D3-9631-259CA924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24EE5-D37F-47C6-87FD-7F4F3181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054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Принцип V2: сначала смысл и решение, потом доказательства и таблицы.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06EB4-F8D8-453D-BC18-13E6997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27903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E4D9D4-A9C0-442A-8C26-0840E54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C3103-56A6-428D-8247-98DDD91C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EDAE2-EFCB-4652-A8ED-1906F5A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62BA3-7428-4D91-A2AC-DEC1DCC1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CE2CA-100B-40A1-B33C-AD117D74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Компас показателей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F0563-DED9-4CA2-979B-EC36219E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F0ED4-6B9B-4B0B-9F8E-32AB9737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каждом финансовом или рыночном слайде важна не сама таблица, а показатель, который меняет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4CBD7-109E-46F2-88B8-C290CB2A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800E8-BD9D-411B-990A-45F93A41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8D716-EFDD-4E18-8DDB-CC74B7B2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D1/D7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58672-C30E-4C25-B3DD-DF85F09C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 ценность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F4BC5-7BDE-439F-A55F-0C12CC14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DEDD7-58AC-4159-945C-5B0DCFC3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Money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F1E98-91B4-42CA-9AC1-70DE2236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Conversion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ARPPU / ARPMAU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5B119-80BC-4BBE-9164-0804B45D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платная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BFF2E-A680-40C0-B2D3-D8B0EB8C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F640D-906A-4E37-93A8-4A3676EB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8B4C4-E3C1-44C8-9F10-1042FCD2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COGS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10335-0039-4230-8EF1-0E14FD8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съедает ли AI маржу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C997E9-4820-46C4-8DB1-89FFDC6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5BA05-4770-4EC9-B793-3CB1DD3B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89333-F4AF-439A-B210-CEE090F7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signup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02B33-BEC1-443B-AE8C-4780965A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приводить людей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39F41A-216C-45D8-B71D-E2E98D8F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71169-A3B9-4934-B3B8-54AC2213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34050"/>
            <a:ext cx="714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Каждый блок ниже читается через один вопрос: какой показатель меняет решение по продукту?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CCE49-C68C-4868-B619-EB40F8F4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74218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1BCFB6-A96B-4BBA-AA95-B19C2C08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BBCA-5EFC-4910-BD41-48D7F6DC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C46FD-D0D4-4410-BCB5-6C9FC02C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4AF63-4157-4CEA-83CD-9C4A91B7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0C275-CFF3-4596-9D30-52014F6E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Цветовая логика решений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543AF-2598-4511-8EB3-FDA6718C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335D3-4D6C-4891-B76D-7121324D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20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Чтобы презентация читалась быстрее, каждый визуальный тип имеет свой смысл: возможность, решение, доказательство или gate.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A074C-5E70-4F29-9535-2C9F3DC5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9BA68-2779-4A8C-B432-82D02F08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DCE50-6579-438C-9836-7D6CC2DB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71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Фиолетовый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26436-4C86-41E1-817D-05227EF0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стратегическая возможность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4A194-9BE9-4467-8CCD-FD466042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432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рынок, позиционирование, белое пятно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59C8B-F5CE-4E7F-A944-C81D031C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6F14A-5B97-4F5F-9A9B-7653296C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383A6-6A7D-45B5-8C79-A901125A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71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Зеленый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ED161-E322-46D8-9A0F-CEC508F5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/ хороший сигнал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7AF56-B8F0-412C-A401-E723042A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берем в MVP или считаем рабочим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48BCF-B448-4E27-A909-DCD025FC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05E20-CC56-49BC-9954-6F9803E9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8677E-3538-4306-BDF8-830D3B16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90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Серый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DF432-41DE-456E-B781-A42FD776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7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доказательная база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7EAEB-91C7-40B8-B08A-6425B46C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таблицы, источники, бенчмарки, raw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07A6D-31E0-4A08-BADA-B4F1090D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4429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85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89DD5-F53D-4880-A568-6F7FBBDB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671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9BFBC-E281-4AA1-A9A0-3B6158A1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Контур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542AE-FD87-4598-B7F0-9D976723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условие /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D08626-3163-4DE3-9B85-93ECEDCE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метрика, без которой нельзя идти дальше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011AF-4194-40CC-AEE1-BB9EC4EA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Так презентация перестает быть набором таблиц: каждый цвет показывает статус информации.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1A0CD-63CC-417D-AF17-FD883D2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51580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1C8F00-CF10-4585-9BD8-3FA3BAF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88C71-0AE3-4097-B341-B7E35459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95C3B-CA04-4731-9EB9-6B70AF05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095F2-B592-464C-A7FB-704DF54C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D1152-874F-429B-A039-AC95C243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100FA-3019-427A-A653-B494D74C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983CC-A1CC-44CF-8D15-2FAE07CA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03310-029B-4E22-ADE6-53CA4130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A2ABB-6F47-4F48-A9B0-461F66E1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18218-AB97-4519-A1E1-3FA09494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05264-C3F2-410F-9234-BDAE3CF2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144E3-7840-4467-B68D-D3A243DF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16C8C-8841-4826-BFD7-8558E295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5F20F-98C2-4DA4-93A0-3F3FD58B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4A0BB-B495-4F68-B8FC-59B526B6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8E066-6C63-4896-A854-847B5367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C3DD6-0C72-4AC5-A43A-F5020F43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470E3-A249-4FC5-BED2-A16A61F7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0725A-3925-4F12-A074-52C3ADC5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54774-4DDB-4423-9E4E-096F0261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EA914-8D83-407D-B49D-D8EA70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B0799-3B40-4999-81B8-8829D71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43C92-350C-40F6-B16E-F230A1B7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20C8D-2DE4-4BDD-95C3-B247E2B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E5F67-3D44-49CE-9031-3DB5AD73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D80ED-CF5B-4DC5-9B7C-EC112BBB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12B3E-4C43-4F7A-91FF-7609E750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A2FE9E-3B7D-4C8D-961E-DAB91696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415398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10558-B3D6-4761-BF61-AB88A63A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AFBD9-A4B4-4490-A7CF-CC4EA346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76C1B-D7C0-465D-BF32-C6947FE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698BC-0F24-48C9-8BDA-C7B02BB2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76867-1757-4BDD-AAE7-66B0899A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A27FB-41C2-4878-81F9-DC1BD99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58790-C31D-4387-941D-A4A92BEE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62767-6438-440F-B0DF-006FD05A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1D924-58E0-40F6-BEAD-9D7CDEF0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66812-4406-443E-B430-400386DC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87202-9563-4047-A741-D54ECAB6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76CC0-05DC-4955-8B00-FA0C2D7A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D4FBE-99A5-4B54-BD40-8F106F6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163F1-E6C8-4218-914D-3E9FA001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7DE97-3975-45CD-96CF-B36FB53E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A0C35-213D-4108-BC4A-F6F66CD8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5B0E3-8AC7-41F3-8E58-0B8C1DC5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08295-DF8F-4403-906A-4EE0A9B4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EB8ED-CDF9-41E5-A862-A7DDFB9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49C02-8158-4393-9381-B184E2A2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0CD00-60CD-467D-8A43-D489C620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EB796-077A-496B-8A77-3251945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4471A-30C9-48D1-A24D-F883F2B7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82740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48366-E7A0-4251-A334-27DC896C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2049C-9813-4D5C-9F5D-57CE904D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1D672-1831-48A1-8705-1F15BDBA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8D2B3-A8C4-48F3-8228-C3AA1939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351F3-404B-44CE-8F95-89A73912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мы выводим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E6D11-5B55-41F3-8CAA-29CC0E62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896BB-B5F5-4BFB-A417-5F7BF04E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F0E18-4A92-407A-BBBD-3762CB21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EEEC5-34B1-4672-8872-2D096E4A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0AE77-3070-4CD2-A59D-D0609F9D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Смотрим лидеров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F0800-7AB8-4E1A-ACD2-9D68DE85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Nebula / Calm / Finch /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CAE92-4E13-4715-BCBD-35233956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смысл, ритуал, память и визуальный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5880D-D8D8-4894-BD16-CE36AB83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C52C0-6911-4460-94B9-75D03E46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63DD2-7374-451D-BEFA-28CA2A9D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Находим разрыв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E0B3E-4E20-4C63-BFD5-075F6081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приложения дают куски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16EC-418D-4611-8378-BA167322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формата, где смысл превращается в действие и видимое изменение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F41D0-FF2D-43D4-8475-479DEE91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65E34-525E-4856-89E6-5D9A57FD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D41BB-78FA-49C3-A48E-B20E05A3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Формулируем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96A72-34A7-4808-BD23-6426F89D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weekly visual self-guidance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38A40-453D-4F52-81ED-D0A00BF2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становится личным сериалом, а Life Canvas показывает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005B3-5A31-4267-A578-79FE3DCC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D09E1-BD99-4888-BE2E-D8D9EFA5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068A7-23DD-4714-BFA5-6E18EF4C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Собираем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F9096C-61E3-4376-8FE5-235D86C8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Episode → Action →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C580B-8044-4269-A78D-422C7F00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проверяем не рынок вообще, а понятна ли пользователю причинная петля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A0844F-91B1-4665-A710-DC83D734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презентации: не “мы придумали приложение”, а “из существующих платных паттернов появляется новый формат”.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9B655A-584E-45E7-92FD-F313391C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2991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F7975-916D-4329-92D9-A838BF3E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EA064-B3DC-4666-8006-4C15F90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944F4-C088-439A-96FE-110B2D34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1A816-7B13-43F6-86B8-35E9005F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CF74F-081F-463E-8D2B-E667B757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ACC42-9B36-4D90-A441-C496727C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DCFA7-4819-403A-8338-8368FE77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8E008-0422-442F-919E-6F2BAB43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57E63-91DD-438D-ADF2-042D8405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3BC62-1FB0-4CBC-ADF1-3DF55A46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1B96D-706D-4055-AA84-77C89753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0F0D5-489B-4B98-BFD7-19B3AF9E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EB8FB-CA25-474B-9D58-A7E0B8BC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725C4-3D08-40F7-BADB-0E5D7018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EBC02-19C3-4958-86F3-D492B13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06FB2-5AC2-482E-87DA-7A8A479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94BA4-8AC0-49C9-8F2F-FA815DA1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E5262C-F537-4474-9AA9-B865F76D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5CED5-DAFD-44D9-B09B-024B6C5E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C68D3-E7A8-4E5F-8985-E02F6211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31827-B7C7-43F9-BF64-ED7FF33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704A4-7B55-46C4-B344-B1E5A04A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1284B-1E32-4931-B04C-B109AC9E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7C38F-6C54-40D8-BD66-3F621B0B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67A56-A969-4980-B9E5-F5F8D721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D18C4-9A4B-4B23-93E5-666377ED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F180AB-A403-460E-B9C1-9E73ED01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E44036-4E81-457B-B9B8-359AFA8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80927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84F421-3B6F-40CF-9618-116D999C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B266D-5C82-4937-8AF4-C0D8D8FC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028AA-1193-4EEC-880C-FF8EC35B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C7492-D618-4485-B892-57AA8EFD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509E4-EDD5-4174-BFB9-FDF6CC3D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 рабочие продуктовые концепции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F9360-60FE-470A-A2AB-B9405B95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1AE8F-97E2-4057-AA06-1D076F65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957AF-4FC3-420F-87AE-6C49AE03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7EF44-3E6C-41F3-A9E6-05C60B5E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25ADE-17B2-477F-9953-C784CD4A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выглядит для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E943F-3E0F-4BB2-8983-0CA677A2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8A093-305E-4FF6-B087-9136E97D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Вау-момент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DBFBB-54C4-4FCE-B10F-1A726E98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42218-1C64-46AC-AC2E-F232FEFB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проверяет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75482-8BCF-45E7-8F8E-BE8B000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C74BF-9A87-40B1-A78E-D4F59AF3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Life Trailer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63ED2-9681-4021-9206-342C2BA6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84A95-CF1F-4A60-B042-2E0D17B2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раз в неделю пользователь получает визуальный трейлер своей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93351-5F82-42E4-BB3C-1986C761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4C9A7-0061-41CA-A77D-166B7F1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“моя неделя выглядит как фильм обо мне”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CC761-731E-472A-92AC-D7CF16B6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A8104-4616-407E-97E1-4959B12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 ли пользователь платить за premium visual moment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D00AE-B71F-4EC0-8E3D-B5A96953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D1E4B-00A9-403A-ACA8-8CBBDAB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Self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B879DA-0D03-430B-B6B8-F658865D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EC727-B11A-4182-8E14-23833024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ежедневные действия меняют образ будущей версии себя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864C6C-530E-4F15-AFD3-B8DD0B13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50FD1-CCEE-4F52-B5FB-DEB17C85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“картинка изменилась, потому что я сделал действие”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0A5878-F7EE-453B-9678-2816D0C9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CB150C-1F77-4BD9-9A11-F8AFEF59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 ли причинность 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3496F0-7D53-47C1-A2B0-EFA0A339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A60D14-F6DA-4DD6-86F3-1E505AB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Pocket Forecastist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8F847-7E77-4D75-ADE2-0C2CBED7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586B60-9BE1-4B5C-8DE7-F5446EAE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 помнит контекст и ведет через неделю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E48D25-453B-4A6F-8C74-851D4277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0254B-37F7-4B5E-8BC9-E80DB11E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“он понимает мою ситуацию, а не просто пишет гороскоп”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3DC7BD-BEFA-424F-BE19-A1F23C4E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9F11AC-511B-43C8-B9BB-5595D9E3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ли trust + memory + weekly guidance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0C32B0-5469-4138-8C91-E4C5F8CF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81460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9160B-2A73-4C20-95A8-0E99FA41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676D4-91AF-4115-9E3C-C615E968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7E4ED-CB3B-4BD3-B7EC-3C251AFE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B717F-BB06-47A1-8230-124ED14B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DD507-DBB8-42E2-91B1-1969509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такое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50EBB-6743-4D38-8D13-06D5BF3F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F31C3-5334-42E6-BF8C-CB51BA7D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0B772-7737-4E32-B049-E820106D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4ED7E-C337-44A2-B70D-D390C94B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00B10-89D8-4055-BC41-D858A5EF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18A9D-90CF-48FC-BB07-E6A1C163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4A41E-370F-49F6-BEE0-3FC69554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282CB-B82F-4EFB-B092-4F30FCF1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43F59-2844-4C73-859A-809578B5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292BF-96EB-4FBD-92C3-70BDAA95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7A5A2-B319-4B39-AB95-C342E94C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47918-4D38-4D39-BB0E-F459DBB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874B0-4E23-4373-B6C8-43C6D542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7BEFC-D9C3-4C87-BAB7-49217340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84065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C3A188-74DF-4E77-BBF4-1F32D899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2965D-97D5-4F14-A0CE-080EC14C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5695A-D17E-47EE-9983-B00D2A22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67E5E-3CF7-49C0-8E93-B4B3F8BF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2F38D-0B97-482F-AB67-4CAB9BB9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2C8CE-D22C-457D-A8F7-9F63168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8ED68-089D-410E-8F7F-8F8DF119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28664-5A60-4EB9-BF1C-0186DEBB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EA617-B929-42B1-AD18-03ACFE0A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9EB62-08C9-4C3B-81E4-45D2B76B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35F23-54E1-4B62-9B33-601510F9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31B45-07B0-4BBD-ACD1-F4FD177F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E0E83-1B90-476F-B77C-E09F4FA0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3C88A-B33C-47FD-AD73-4CF2FA2C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65AD6-FBFE-49DD-B2F3-31FACC6B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320B5-AB05-459B-8DAB-954D1952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89B49-D9C2-427F-8664-5A87F983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031C9-9A14-4952-80FE-4C2C9D61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9DB94-651D-4B05-872F-7A17934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C4708-3726-465C-AB59-F7261A6C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BA303-C21D-4B16-AD35-5603FE14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C00230-7883-4B1B-881F-B259648A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E2222-1B24-46C3-A41E-43427270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3A632-E436-4858-A014-16139BCA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126298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A7DF3-9466-432A-90A1-76A783FC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FD57B-33F0-4AAC-90B6-1CFAEFBE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E6EB8-1BB6-4F34-A539-19325A14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F319E-181B-419B-9B0B-4AD9C665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82749-C11A-431B-820D-3554C155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67F5E-6B72-443A-A827-319F7B0B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92D1E-2181-4C6A-945B-DED5771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FE276-E359-48BD-8F37-E0D22047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D9938-6A3F-41C0-AC5F-2BF3D1A3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C5D69-E88A-440A-8D3E-D3D9AA90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E3D6E-84EF-4653-A1E9-8EE79EBB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AAB4C-9AC7-4836-9A4E-139E024B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1FDBA-A67A-4511-A771-B41736C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1CB4B-B152-4986-88E5-754248B7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DB3B0-2649-4564-9BB8-41007AC2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D4A4C-C12D-4B3E-875F-1848E755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8EAD3-6389-4067-A7BC-16375DD1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1C7AE-E450-48F1-AB3A-7805C90F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01AF1-EA50-46BE-A069-334BE9D4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CE10B-4386-437F-A558-AAC14A2F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B483F-89DB-4A7D-9A2E-3F6CF539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B2BFC-E21F-4816-A477-2FCB8DBF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174DB-3D5B-4F44-AB64-8AD64673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BECE5-6791-4519-B37B-69AB443F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147DB-7F0A-4DB5-B780-63CFE559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461221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39C6E-569E-4115-926B-C04A696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32E6E-53E1-4DAC-B474-3A68E02D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B0B3A-5BD4-489A-BDEA-05E4493E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65191-88EB-4866-8AC8-8B7FE6A9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7A854-3BE6-422F-9EFA-050162C2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Ключевые экраны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4B882-A98F-463B-AA8D-C3EEBA5D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E6A22-A36D-410A-82BF-DEAC5B37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7A3FD-9166-4640-8243-1A2BE031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202AA-F5DB-4D26-A861-E861DFC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DB822-2B48-41E7-8053-BB6B46AE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рождения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8B0C4-8327-4509-A21D-BD3FEDD7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E57D8-2A5A-4B86-813A-0B63454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/ время / место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текущий вопрос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E512D-E41D-43BA-AF28-1F7E0F83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0CFDD-E682-4708-9B3E-4580DCB4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E1E94-CE3E-4CE4-9D03-6F0404A8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08775-6031-4496-954B-2E654B89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FF946-52F4-48D8-A466-ABB32823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AEF17-3144-415B-B239-6ACC79E4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D7063-B522-456F-9F24-624E7791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E32B4-CD71-4F1D-832C-BBD0388D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сезона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напряжения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первое обещание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DC76D-FA13-4E06-A4F6-504A08B2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17355-EA73-4ED4-8E2D-3E779856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55E75-133A-4A4E-8C2A-575E00B6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755D9-460A-4C9C-ADE8-83B9FB79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5CEFF-92BF-4CC8-8C3F-3A76FEFF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7B4A9-7C5D-4DF2-AB0E-4F638C35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904D9-F376-47FE-ADD3-72CE74F1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F7F71-59BA-419B-BE7E-2C7B44B2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сообщение ассистента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карточка действия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90CCA9-2209-4AF0-86BD-BF3E8E8E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7FE21-02FF-49B5-B4AC-81F90A46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E71D4A-0162-43B9-AF78-3EBBB430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3FA07B-EDCA-49E0-A426-840724F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D4B1D3-CF75-45C6-A129-E0346D3A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CC706C-24ED-4483-B760-973861AB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70676C-11DD-437C-B753-85381D22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B9240-D262-4906-B5A8-70DA6031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2-мин практика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рефлексия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завершение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2D4A26-FB50-402F-B819-5A7853A7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B2E0E5-E2A4-44D5-830E-39D6AAF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1FD4BB-DB64-4BDF-841D-0B8F4C55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E6B353-CA27-4FDA-BBBF-9D72B590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B831D8-5DB8-41B1-9300-B060C42B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F06EAE-E0AE-4017-9432-933908B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7B018C-7AA9-463F-8687-D96F1991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5BDCA5-50A4-450F-B3C7-66C7FC0F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/ после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изменилось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изменилось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C51AD5-4D06-4DB3-9AA0-2CBC4E17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E83481-60DB-4A13-BC6F-AF45232C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1708CE-0D79-43E9-BD7D-70ADA84B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B96354-CEBC-482A-8E42-F62692BF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AA0666-1D0B-4011-8E88-8464ABD0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3C9E32-39A9-435B-BF55-DA52B511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E7EE65-C0B7-4FE9-A263-D9DBCDBA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E333F3-F51B-4DAD-A40A-2C280577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продолжить сезон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/ annual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token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C2546E-39C6-437E-8611-17981A28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C9FD90-8A24-48DC-9B2E-B813458A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D0B7F8-D71F-46C5-97CF-EE36A7C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финальный UI-дизайн. Это логика того, что дизайнер должен сделать видимым на экране.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503AE3-024C-42A7-8D3F-69AB4C7B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926222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6E74D1-876A-4741-963C-F949FBF1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33B98-4603-4E79-9941-884FA3B6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9404C-4E60-4C5B-925C-8A903E23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77313-2FBD-4FDA-8FBA-9769E3E7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31535-4847-4719-A33D-78D016CC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8CCC0-BED2-4192-A758-46ECECF9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46E0E-3602-4CF8-84B5-DC7F0875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CEB82-C5B6-4782-B902-CBE2F0AF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95091-5919-4121-B8DE-7AE15167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BE59F-992D-45E6-ABB7-44EC2AD2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BBF2D-DB03-40A6-AD90-6D8372A7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E2A9A-C375-4F4A-AF0C-E46D2691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42729-D3A1-4E43-AE88-F9EB168D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428DC-F409-4099-A36C-5700167A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C6F3A-7F6E-47A1-A2BA-5312581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0D79A-CD88-4BC8-BA5C-62395D21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2B97A-8820-4DD8-89DF-1FD87D4C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A8F0D-BA05-4247-A31E-10277BA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1D7B1-DE75-4CFD-8745-5FF4D362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18CA5-C2BB-4026-8399-F07D41F7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473F6-8DB2-4384-8831-4DE65208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0C0E7-0A25-4D60-9177-AF7261A0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474172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41FB0-7D4C-4DAD-9528-4BE035FF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659E3-D3F6-4EDF-AFCB-A3E120D8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1CB8E-FB40-4A58-951B-4FF295A1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CF0C7-888C-4668-BCDB-FFEFF924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3DE70-8925-4B32-91FB-AA5670B2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14F4C-CD44-4C3C-B36C-AD1C3C70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3C0D1-B577-4363-B1CE-4F70F544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853BA-8EA7-44EC-A667-7D3B2C88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2E519-B591-48F4-B9D5-548B35F7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21D28-7AD3-4A6D-91A2-4675BEA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7B624-F2AD-4449-A81E-E1B0FA9C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12F10-7844-4498-AF39-01C006F9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25281-4506-45F1-9A0A-1C211657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9317D-1D11-422C-9AE7-E81E0B86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A7382-A31A-40E0-82AE-57540D60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36BC7-D0E3-4F8A-B544-42BD3865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FB130-6D4C-46D4-8FDC-7B575828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02C3A-CD95-4602-915E-6A2855BF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3C4C4-23BB-42CB-83D7-659A9300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EE695-466C-446F-9511-87BC1DC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62E87-0F35-431D-B24B-F5E8EF3F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B3ED4-9786-4BA4-9032-9EA3F6EA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B2BC5-4142-403E-8FD0-CCF0D0B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472FC-4439-4D28-98B2-4047DFCD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0D4B1-BEEE-4276-A0B5-252ADF7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E4001-A51B-4EFF-AEFD-690DF73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1E449-E626-4C2C-AE23-28CDB600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0B104-97CD-406A-831D-BCAA6E80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08E2C-7064-4A03-88EE-47D16013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1237768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C1530-7950-41A9-B79B-9FA9A211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EF6EC-8373-4725-AD97-10BD6F03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7AA75-2236-46D4-9694-7B15FE91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731EF-7B3B-4EDB-A731-80D814AB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D5A62-847F-4422-80A7-1ECB6666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70632-76B8-425A-9AAC-A1841C6A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69528-7DEC-4CF2-BE47-E19E68B8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E3BA8-0DAB-4E2F-82BC-D0D84FC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1250F-9F6B-485D-A8D2-9ED04A23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C3C63-15B5-4A2A-921F-67F36D6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6BE65-F87D-49AD-A5A6-87D0E595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7ED0F-F134-4B12-AA41-373A2575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0D5AA-D7E6-4CCB-95A6-EA3D3F6F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C9C2A-1F4D-4110-AECF-14CD0977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188CD-1258-4F9C-8D3A-6E01785D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C1C13-FFF8-4CB0-B0FF-153CE12C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879B7-C42C-4F9D-B288-90302A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270D3-630A-42AB-8B71-7F2FFE91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FE0BD-37F6-43CC-9E7F-D330756F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26FD5-6075-4142-8016-D5E9FD5C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80D1A-FEC5-46B2-969A-0DE102A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8BB54-551B-4548-824D-84B158F6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5E886-AB60-4EC4-889B-5E913A35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320A7-78AE-46A4-A0A5-801D21EC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784D6-795E-4F50-9C9A-C5C55BF1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20572-6A75-43BD-862B-E6ED3799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53256B-B162-43E5-ABFA-CF309A87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FE77B-A537-4A96-9812-C8B22B91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D02819-D370-4F1C-9F76-357E7EFD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CF0B2-B972-45A9-A754-DA4CE4BF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B8B73B-397B-4213-8A48-5502F74E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A986F8-3B38-4F23-894F-D3354F6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4711332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846E6E-CC00-4CF4-AA50-B3ADFACF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D2A95-4BF5-4276-888F-D7F5DE34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90AB0-369D-4F5C-BE57-F587127F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78A2A-0AB6-4E63-9F92-18F66221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9480B-F8A8-42D9-B25E-36D45207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31C02-7880-4CD9-A1A3-4C4A9CEC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E0897-5127-4532-B783-9C3187A6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51BAF-04BC-4D72-AD6A-23EBDE80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EE07A-1829-4779-8C16-A943F798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96B35-7946-40FC-94BA-9B9B686B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6B7E3-24BF-4951-B7CD-E998BE4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633C4-C5FB-4BAE-BE34-2A845274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B6557-D53E-4AD7-8155-0A1961DB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2127B-3733-4356-BF71-437B816D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80B6A-E160-405D-BA95-735643B0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1DAEF-FF8C-4A7F-925B-08FC22F0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01E4F-946B-417E-9036-17A23C72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814F0-4D39-487B-9B6E-75FC5BCE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5CA75-12D1-4ED7-8945-E445C22C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E3F67-82D3-4B63-BD87-99CED191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65886-275D-418E-A123-3400F449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730CA-B28D-4F8C-BF2B-5CC3E74A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846FA-53C8-4005-91CA-C051E565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C716B-2B48-4771-B2A4-9CB5C1EF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C00A7-513D-4C62-88BB-7D47C883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3E185D-B680-4EFE-A9EA-D396B8A6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B73D50-3AE5-4DB0-B7EB-224627CB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56BF42-940F-4249-A6F4-9FB198E5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303586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4FA5B5-BFCD-4DB3-B564-3FDACA7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97B6B-519D-44E9-A03A-3C6FDAC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3069D-9039-4E12-BD39-8C30EF0A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AB279-D35B-46CE-A8DE-A56C1103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FAABA-0DCD-4A7A-837E-A0BE7B94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C14C1-BC65-4158-9BFD-2A261C6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71A10-C14B-421A-B857-3082D415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F061A-C641-4FAD-8433-61DD2639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883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20EA8-87E1-4FAC-AF5C-DD0EE328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consumer mobile apps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8CC4D-BEB0-4A1B-B0AA-4CA78F37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конкурирует за ежедневную привычку открывать приложение ради смысла, reset и самонавигации.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7C8C0-D6C2-4F83-A07B-CF9CDF12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CCB71-B8B0-4B2D-9ED5-A44F3989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4713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A4CD7-9A9F-43A6-96FF-963DF943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платных поведения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41C1C-1044-4B44-A191-742E7FC9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навигация, wellness-ритуал, память AI-companion, визуальная идентичность/avatar progression.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5C6AB-75BD-47B4-91C6-FF57E474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DF52C-9E79-4826-BC22-4037FB08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058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BA3B5-AFF5-4CC5-84AA-34D1CA5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apps + web + AI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76D24-1C09-48B9-9B52-000501C7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исследование покрывает app stores, web apps, paywalls, соседние инструменты и ручной competitor walkthrough.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51DCA-67B8-469E-8B8A-649545C4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13DAE-6CB5-453C-B10B-F7EAE3F6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1362C-845F-4D2D-B1A8-22E1ECE5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1FB3C-C903-4989-8ECC-8CCD43F2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достижимый первый масштаб, если creator-led GTM, недельные сезоны и premium-визуалы работают.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30707-E94F-4CD4-A2C9-F56D2828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E1AF12-E74E-4154-A20B-834DA84E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72AED-14C0-4EBB-A3A7-57E7EBA9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$30-80M ARR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8C18FF-CF2A-4248-8909-EADB4E0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+ annual + premium tokens + creator seasons могут дать venture-relevant upside.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96B8E-3F80-4CEA-BEF5-91DB4EC5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— это не один horoscope TAM. Это пересечение paid personal meaning, daily ritual и AI visual identity.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75282-CF2C-4A99-B337-ABE089BA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5302175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05B28F-4EF7-4FB2-A029-F86E5CAF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FA270-D726-49C3-B178-BC13B85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53BC0-C227-4905-B4AB-8243637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8511D-D156-48B1-8D80-6CAB7726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83986-7EAA-4A31-9B0C-AF115FA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работают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6D725-5F5A-47E4-97F0-D93426E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8DE16-282E-47C6-8F7A-8881DB22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A4445-8318-4B5B-9754-B1BD52A0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B6283-7867-4E50-9D3F-4DE176E4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BBFF7-FF75-4E29-8F6D-67E908A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Внешние сигналы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78AAD-3AF3-477F-89E9-11224128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Rev.now / Sacra / press / API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723D2-C7CA-4F1F-A0AD-1E01C0CB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Revenue, MAU, payers, price, public COGS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62B37-CA9B-4956-AAB4-FC8B931C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A9FF1-9EF1-4FF6-9AE2-198532B0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6009B-6A95-4DCA-B515-7974CDAA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Производные бенчмарки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557C9-AB5D-4536-B2F7-1A798DB7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расчет из открытых сигналов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353FE-C525-42C9-B4ED-762E5563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ARPMAU, paid conversion, CAC bands, COGS per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47700-61B4-4CBE-86B0-EA8360DD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22E5B-ECBF-490D-864F-7461C228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14629-E381-40BC-9CC7-535331A5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13172-FB94-45D0-A5E4-6D84899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conservative / base / strong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05953-1876-4694-97DF-0C9C37A9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pricing, conversion, token attach, no-free-video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F9F4C-EE18-4860-A7A3-5BE18DF9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CCB5D-3646-41B4-9DBC-B346937F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D4394-4D48-4E03-BB23-D59EB11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Продуктовые решения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D50BE-947C-4A16-B89A-C53B47EA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что реально строим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BC8CE-4B0F-4B1A-9197-EA69C52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Plus, annual, token video, image-first Life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4AFE2-EFD6-43BD-9705-E8A0A31A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Презентация не считает оценки конкурентов абсолютной правдой. Она использует их как рамки для гипотез AURA.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BAE1C-361E-42B1-AFAC-A46374F4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0678498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3E89C-90E2-4C4A-8CB0-D0A987A8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FF859-CEBE-4957-8321-13F0264C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C920E-1A45-47EC-A6B4-F6327128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C5B03-1AFB-455D-9F49-6C6C3426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09E09-12F4-403F-A80C-07D262EA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1D1CF-1DDD-47CE-BA5E-B43C3310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D7B07-EAAF-4856-B8E7-7F816120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066ED-4E4B-4C7C-AB06-10B9D738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C4D4F-5FF7-40AC-87C9-3B19071E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34C58-C23A-496A-BCA5-1DE3D965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B7106-F706-4CDB-B243-BDC2F454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A6BC8-C893-4D5A-9735-5AB1272F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B5EA9-63CB-4785-A191-9BF66FA2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2F6B6-93C3-46FC-8CDA-1191D0A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5BF45-AEA9-4E9D-8BA0-1FF3BE5B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B4842-8237-4D6A-8994-05F87A74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6597F-9010-474A-BB58-F1295B84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ED18F-E91E-437C-9646-67B6BA8E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27D62-5508-431A-B828-E703B188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F4E94-305F-4AE6-A095-D74CBD32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DECE3-A09F-4A3E-9EE2-FB403EB7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50F6B-0057-4119-9661-9303337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 должен быть достаточно дешевым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0895E4-2D0C-4CFB-B6AF-DB3A6209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29A0A-ADF2-4E0D-BD34-976D0ED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0476020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EB161B-EB1B-4958-9AC7-8252FAE9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87824-CC21-43BF-86B8-932246EC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DECEC-A321-4B58-8E3E-C384B81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158E7-91D2-477A-9F29-1FCFFD1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F6607-5FE9-45CA-B35C-67401E4C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Пороговые показатели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AD12E-CADE-429F-817F-7337230C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AFFE7-790E-4CDF-8B36-BCE57884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KPI “на вырост”, а gates для решения: продолжаем, режем scope или останавливаем.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3ABB8-75EB-4134-85CF-BE686443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ECE23-B458-4C84-8357-1C21504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7B32E-AB45-48FF-81E3-EF6238C5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34E59-69CA-4EE6-9985-96B21319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Минимум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8B6B5-6B69-450E-AA62-1936AC8B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9D926-E5E2-4AB4-92A8-F43DC5AD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85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Хороший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A571F-A6BE-48BC-8ADD-49268526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51160-F488-4773-9F97-602D1A56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85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E2178-485F-49EB-B035-AB8B9A6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42604-F00B-4E2B-9960-4174221B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4F95D-00C9-4FFF-8245-22E4835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EBD5E-DDE4-4C9C-9EA7-A476A5C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19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2A043-D4B2-4E0B-B9BB-6EBC98AC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804FC-7E54-4325-8145-82D01B18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EE2EF-C0F2-449C-A021-BCDF930E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8D19D-1AD9-4557-8B2E-0A1E2F34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объяснять продукт без длинной продажи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E6BB3-9B45-407F-B889-DB13CF01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AE9D4-7FDB-447D-A579-3C4E1D1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A0B8AF-696A-4899-A4A2-B325A503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1CE93-303C-47F8-916F-EA43F42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527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01DA9-B4C3-4A1A-B190-FA429E49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AAEDB-CB18-4019-AFE4-247D9020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2A1AD6-457C-4F51-B332-489ABF2C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A99A3D-BF60-4EC6-9C0E-8E130761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работает как ядро, не как случайная картинка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818795-57BA-43EF-B14D-9B74EA2E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85E8EC-8679-4467-BB01-2504C27B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retention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E0EB73-D7C8-4F01-B8A5-58150241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BB8D24-EB17-451F-9C8E-C08A51B7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&gt;20%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4E582C-2D72-4DA3-8895-280D2E0A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A7297D-25C7-46B1-A419-571329D5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4E5CD4-7979-41DF-B36A-B5D305E5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360F01-C878-4ABD-B579-00BC16F0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 вызывает возврат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53E486-C309-423F-B55D-E4507751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A7019F-01E0-46D4-91F9-50B561BA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F7A023-6475-47A8-9F95-9EAE9615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5CB187-FAC3-43B1-B8B1-E444ADE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9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7E468A-ADEC-49D7-915A-11F669D3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DE0648-52FB-4FB9-9FAB-72C4E0A4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&gt;8-10%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F1CEED-7A4B-40CF-AB49-E38D94F7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FACA5E-52BC-4C43-8197-9887C3D6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переходить к paywall / pricing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6BB954-45E8-4372-8C25-A4B32130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FA5C7E-C326-4C37-939D-B1FFC25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370A8C-B6D3-4B16-B221-449C10B0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56B6D4-7D9D-4CF0-9768-BC340116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&lt;$4/мес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EAA8D1-712F-44A7-9C77-E77CEDF0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565993-06F7-480A-A941-8C52363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&lt;$3/мес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5C04A7-20DC-4A61-BF2E-5F65A158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57F154-D83C-4CB6-ABA7-0A29EE15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не убивает маржу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0F3916-7B25-4694-9D25-0C09CB0B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2656D4-89EF-4FCA-9DAC-F122F467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AD0A2A-DB4F-46EB-8DDF-D0AB6C0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D79329-C9F3-4882-8A90-A38A7A1F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6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176ABD-AD3F-46C2-AE23-7762B8A7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E17F82-2064-49AC-B181-E1634D1E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 при strong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DA0031-F187-467A-AB3B-6BAC5BD7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B34DB8-EC0F-4153-9F3B-45940902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маленькие paid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C41957-C170-4164-BE8A-CD751F91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ABC8EB-1EE6-42B0-AC6B-5114623F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817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Эти пороги превращают презентацию в decision system: не “верим в идею”, а проверяем конкретные gates.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FE2445-5678-466A-A8FA-A8C28C65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2044193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7D4BC-B474-4FE1-90AD-C4BF36B2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F184C-2B02-49C6-B49D-741784F8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0943A-2337-4691-AFD9-278EDFC3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E0E83-D9FD-4ABB-B3A0-E0EC7577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86C26-4477-4A0A-A392-A4C4D5B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FA9B1-F71D-46A6-8584-E1408A79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1DA78-2038-427D-A029-EA1A9E69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0F466-802F-4642-A078-C7DC0545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9998C-FB2F-4B5C-BCEC-9D8DC9A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CF8EF-C179-473F-8109-26B1C3F4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E4DC8-5797-4674-9FCF-1104DC2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CB365-9923-47EB-BD4A-DAF7B825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D8A89-B837-42B1-AB6E-DE69F89E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4BA40-59B3-4669-9942-58313023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2D9D9-4F66-495F-ACE4-B4A67DE0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B264C-AA60-4410-8667-FECAE465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0A6CE-8481-4979-BF25-7CC84A87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2BD95-6A57-467B-AC41-C4711974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D00D5-DD9D-4850-8911-F6ED59B7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DE581-E588-44F4-B0EF-91FCDFB5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175C8-AF96-49E2-85C9-AF6A4EEA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ED059-F250-4A59-B3FC-9410A14A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DB7E5-2F3F-445A-97CC-389E8296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4A62B-7E30-4353-AFE5-981642EC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66C80-5AB8-49DF-9F2C-57DC0A6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EEE26-CA7C-422B-BDCE-5A06FA30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BB89E8-18BD-4833-808D-F197B3CB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0CED79-DECF-4E45-BB1A-D20D8FA4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E90837-F5B2-4435-87D7-A6CB44B8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45E6D5-09B4-4262-94AD-6685B178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89226C-0131-4515-94E5-113B9F21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65A3B-F0FF-4431-B37F-A83278AB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32BEDB-2F79-460B-ADB7-1BD3CE93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64FFF4-C49B-495A-8554-27B8C8A0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C2077A-2475-40B2-84FA-2061AEA9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4289B8-24F9-436D-A66B-E0467C64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35778B-65EE-4352-97A2-2C18AFEC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7F0506-E55C-483A-BCC3-B0928DC0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DFDF86-2175-4809-8423-4B1D5D9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933EE2-CF5D-436F-BC96-3E22A057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F961BB-3095-4935-A967-E9F7F384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CDFF26-35E0-408E-88D4-DB8393F8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DBAB69-C2B2-41D2-97D1-4DA9B9E7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2D2E94-6099-4506-8B8F-1FBEB0F1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CED857-42EA-4B4C-A481-FE5180BA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01A68C-2AAD-4736-AD5E-AD8117D2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2889C6-C1A2-4AFA-8B25-BCCB5A13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D63DB0-FD3B-44E3-960B-86429400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7011AB-94CE-448A-8597-F5E027A2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9F3823-89E0-46D2-BF88-4AFDB7D9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ED07F3-8E3E-4C03-93BC-A36208AF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026853-3697-472E-B61B-4D2B7D6C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3EC62F-28B7-4515-B61C-CEAF6725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9974A5-B3B9-4A4B-9B29-1C1B1D16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F9BB95-26AC-483E-8519-72D39A43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4E9E7E-02B7-4955-A23D-3E915CCD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4319153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C9D8DA-F489-406B-81D2-3DCD6121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DB8DF-FAC2-42BD-B89F-7317C11B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EE162-23CE-40D1-9030-BCBC5DD7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A825F-45C6-4B1C-86BA-754C0599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79FD9-0B14-4324-8E08-F08FFAA2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astrology-приложений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72E6E-FB3C-4717-BF06-BA1E8F55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E9D79-824A-42FE-975D-C0974739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176A4-5837-4125-A43C-674B5943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revenue / MAU / payers / conversion.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9DB77-E5A9-4974-B8F7-9A35F065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AF9C1-9C15-41FB-BEC3-5E781F0A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2F5CD-D1F7-4AEF-A54F-F0388B2F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BA1B6-0363-46B8-943C-01C96E7B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21E61-CBE1-4CE2-A1BB-09F41750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34F64-C3C6-4AA5-997F-C4EC0C12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42D4E-78E6-42AC-8F23-F445862A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8F3CA-0B66-4146-A65A-5E60FBB7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267DA-E978-4A6A-806E-325763B7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8D680-0DA2-444A-880B-1B3D938B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6FDC2-806C-434E-89AB-ADDD07B6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D8F07-5B89-4839-AC31-CD03384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$797.5K/мес; 2.7M MAU; 64K payers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3787F-1014-45FC-A5D0-9539DC5A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BDECB-3928-4FEC-9E68-D7271266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~$0.30; conversion ~2.4%; $8.99/мес + IAP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1A6C4-0B4F-4387-911F-323487E3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A331B-ECD2-4304-BEB2-54E7766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 должен быть 2-3%, не fantasy 8-10%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E2675-2F07-456F-88F3-37642E39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1EA276-36E6-4FD7-974A-18DA9F9D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1AEBA-3665-41E8-8B06-EDF18432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7C1220-DA2B-4B1C-A8D6-B60C01C3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$718K/мес; 2.2M MAU; 52K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720D4-1A7A-482F-B0F8-F5341A0E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38A1CC-976E-4BA9-A807-4DAB617F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~$0.33; conversion ~2.4%; $9.99/мес + weekly IAPs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5D9C5-614B-4B6F-BE0B-22FED310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0B021-95D9-469D-A9AA-2D64E6BC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guidance монетизируется, но trust paywall хрупкий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CB3631-739F-43D8-9931-93A12B01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FE718F-25C1-4B6D-B259-BE6696D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Pattern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B046AE-05D8-4E0D-8C65-A18DB550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5AB76B-92D4-4C9C-A327-D860B6EA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$36.1K/мес; 160K MAU; 4K payers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C1C4C7-A71F-4EF0-8347-C5198317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AFA414-48F5-425E-8F69-6E692629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~2.5%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BD52A4-5B72-44AA-AC17-F7A9A206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2B101A-0876-40E0-92A5-08A847E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relationship/self-insight работает, но depth сам по себе не гарантирует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5372E4-156D-4F50-9FD9-C4FDB89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992006-A549-4B17-840E-C7F40A4F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AstroSage Android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192A44-4F60-431C-9875-E8A6FC47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387B86-41EE-4792-8F0B-7263AEA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$547.8K/мес; 2.4M MAU; 34K payers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764F49-EB7D-4422-AF1A-016DD2EE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71AF4C-499D-4696-AC52-B093B2B6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~1.4%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6510D9-E30C-4B3D-8322-11DC60EC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397DA7-3BE4-4881-B413-16E0F939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birth-data utility дает большой reach при более низкой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90AAC8-90D9-4163-BCF1-DD27524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FB705B-A2D4-4B02-8C1A-635DEB7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14AAFA-5CA3-44A3-812A-7ABDC959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09A183-A827-451B-9909-6F402CCE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$440.8K/мес; 242K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3BE3BA-B69B-4DEB-9ADC-F5BBED2B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D04ECD-7D31-4DF9-8FF4-EBDE122F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~$1.82; conversion ~4.5%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66BBBB-8918-4D4C-B5B0-A5277C3D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052FD9-35FE-48A5-9221-0A94355D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mechanics могут поднять conversion и ARPMAU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238482-28C1-4A86-AD93-81CEAA55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0DDA82-2356-4B23-9984-FB9B8FE9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 company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EF813B-9CF0-4C3F-AD3E-54E42DA4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25D1BF-614C-4120-A8DD-C8501DAA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Rs 1,214 crore FY25 total revenue reported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EF1AD0-3617-4F83-B1B9-D13BFED7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361B5F-E5CC-4B07-901C-EB73F377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consultation marketplace, не pure app subscription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2A4EAC-8F49-4E96-B923-7FDFF384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082D07-26BC-418F-B329-2CA97CB4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human/expert layer — upside later, не MVP core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742F06-92DB-4169-A171-E832EE7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Источник: оценки Rev.now и публичные отчеты/пресса. Это directional benchmarks, не audited internal P&amp;L.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E4EAFC-386F-47EA-B8E2-A2D174DD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0033636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407CFF-FBFF-4006-9432-E99B3F42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6071D-91D3-4984-B687-ECA949C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4F099-BC1D-4100-8848-9A6D184C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3B345-1B15-4EB6-B6B6-B5E1BEF4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8272B-2AB9-4B45-AA78-02EE19E2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mindfulness-приложений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212E9-B7AC-478E-A469-E192016B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EEBEA-D119-495B-90E6-838CD8B5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4F6B1-D7A2-45BF-8B69-313066C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revenue / MAU / payers / conversion.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2CF58-BB58-44B7-B866-3AEC5112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EDCED-D85E-405C-A74A-4AB170F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22E1F-3C3D-49F1-B3A1-A5C8356C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5BABF-5327-4307-9D5B-132AF08F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4F73F-209F-47A3-ACBF-F9F06AA6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02F4D-4866-47FE-8F9E-C10580BE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C71AC-4F55-47BE-A742-D0EB0D06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22B6C-DFFF-4E26-A51C-F330AB19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3BD5E-537C-4A1D-BD2B-434B4EB6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870F5-A600-4439-9128-8288485E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brand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C8816-2DF0-48C4-87EF-C89AAB06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EF3F6-E75C-40F4-B79A-DD3FFA83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proxy $300M/год; 4M+ paying subscribers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D8479-7822-4ABC-A153-05B7D7E6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891D0-95B4-48F8-84B1-615149FD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$70/год и $14.99/мес price anchors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33733-15EE-4392-BC52-49D1F20C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697E2-40D9-4A91-90BF-BD5604B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wellness subscription может быть большой при доверии и routine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295B5-9281-4BF1-9C84-C62A470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283FF-31A6-46B1-9965-78F09432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8811C-F25D-4939-A759-BF0FAB2F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3B02D-7910-45CC-8200-A94C9793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$2.35M/мес; 3.6M MAU; 85K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7B776-C662-4EB7-BC46-935C6928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84E44D-1D41-4C04-9EA5-1922CF48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~$0.65; conversion ~2.4%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23E463-2BF1-4DCA-89E0-5D7C80AB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8C384D-FCC7-48EB-81F8-8E23B81F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wellness может монетизироваться выше astrology ARPMAU, но нужна retention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996C13-73DD-4065-BAF5-A04360CC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BBD958-E534-4D62-94A9-729E4B49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04D6FD-F72B-49FD-9306-2E938C54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EEEE9E-8380-41B8-8388-01DE7F48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~$200M/год brand proxy; app-store proxy ~$39-40M/год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BBEE6E-6B35-47F1-ABAB-24793637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80E50A-49C7-4869-8661-BAEEFC67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$12.99/мес price 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196E27-8E3C-4C9D-8A11-92C8AD4F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573532-8467-4706-9BE2-A668F6F6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off-store/B2B revenue может занижать видимую app economics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07A6CE-314B-49CA-A809-2CB3F9A6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B9912E-06E9-4D55-8F12-3BBD53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Waking 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527E3-578D-4D06-A4A3-008DFAC4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A44105-AE7E-4851-A9D6-6BB69306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$492.7K/мес iOS leaderboard estimate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C7A7DE-8F85-46F8-90D5-6B84CF62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CBCE09-64A2-4C82-B971-6E16878D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$19.99/мес; $129.99/год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E9384B-5922-4D71-9314-B67EE09C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046D28-A2D3-4D0F-93CD-C55E4871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teacher voice может оправдать premium pricing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F0BDF9-C74B-4277-BB01-5AA248D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A565D9-176E-447E-BDF1-483BC1F5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2C8CC5-478C-424E-96A4-ED13C4B4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AB92B1-7A2F-4C1E-966F-D019118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$180K/мес; ~317K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70B21D-45E3-44BB-AF30-84CBD62D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C942E3-3E83-4735-AB22-543D34DB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~$0.57; conversion ~3.5%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FF883C-1841-4F72-A8BF-CD2C1EF4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18380F-E213-4AB9-9DDD-BA4C3E4A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personalization может outperform generic meditation libraries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9A37A3-6BEB-4DA2-87B4-762E873A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38893C-54DB-4461-8B7E-F2B8138E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Meditopia iOS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6C50D9-D17C-44BC-A93F-EA1FE28A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59068D-76DA-4776-B29A-FE55D72F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$118.4K/мес; 629K MAU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C3F000-955C-4B23-8E0D-BA2C5FFF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796E03-BABC-4AD2-9A0F-1A9676E4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BE33DF-D576-4D13-B724-ECB7222D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56573A-2C51-4672-B664-7FB1EC8B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большой MAU без сильной monetization все еще может быть тонким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F903CC-0489-4763-992C-4180708A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взять daily ritual и annual plan logic, а не строить гигантскую meditation library.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4D9024-7E20-445A-A91D-2421B51D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584219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7F631-0E24-4F57-AFEE-48DEC5FE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27A66-C6C9-415E-9034-D415DF19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6D7CA-FC92-4593-B7B8-7DD1EB49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FC144-9BB5-47B3-BC60-33E9A97B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2DAE0-BC29-439B-903B-684B84FC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AI companion / 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29FE9-9159-4B50-9D69-B67BE9A5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AC2B9-9BF9-48D7-98CD-A645095F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1E1F3-0DCB-4130-96FC-4F532A89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revenue / MAU / payers / conversion.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C0412-6B6C-4C7D-8A68-436B2012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FD6C0-E3B9-4829-BB0E-2FDC7452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AA360-8AD9-49C3-8162-B2199DC3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DA13B-F332-492F-9698-8E158C3A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42698-3ADE-42C0-9855-874D1586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49739-E6A9-470D-9924-C9208A1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 что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07B89-5288-4732-A2BB-37322F66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4C051-73C3-4E63-A574-9EA3DEC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55DCD-68C2-4F9E-AA89-019270BE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32C7D-8E5B-48CF-A7E8-6EA578CD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F9796-9188-4122-A081-2E0A4C6C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30FA1-F7AF-43A4-B2FE-DDA84ED4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$30M-$32M ARR proxy; c.ai+ $9.99/мес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7507E-C485-439B-A2E1-2F1E7232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FF16B-E424-4F3A-8D38-5E002486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priority, memory, engagement, chat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D631D-7AF4-4540-96D0-319C49C8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DF0D0-C935-4583-BE55-786BCB79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может монетизировать engagement, но inference cost и safety доминируют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F131A-6A89-4775-92EB-4A5F15D3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1BD08-87C4-4538-B2F6-1AA697AA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99C14-0E2E-4F43-A37D-CFBE0B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AFEB4-5C48-4191-9C9E-F52EEC72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$2.36M/мес; 99K payers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15FF9F-270C-45C3-8474-73D49C8C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CB0007-EE3B-4B5F-BDD7-9C3884D2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companion, avatar, memory, voice/video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EADD3B-3AE7-484C-94C8-E80537C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D379D-A79E-49D2-8118-3BF8D18B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платят за emotional continuity, не raw text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58071-6446-454B-B910-3A4C270F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285F4B-6079-4DAD-AE54-89A3B85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D335A5-4D4B-405F-88A9-6179BA2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392091-3A05-4FFE-A283-8C68C803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$1.5M-$2.0M/мес public estimate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F6D415-E72F-4BB4-A2C2-4D47CDC6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4E8F59-4B75-47F3-ACB2-91D85252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self-care pet, soft progression, daily loop, Plus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DA5B0A-42EA-4F54-A9BE-18D647A2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D1FCCA-EBA1-48B3-9C9B-1F3C2924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companion mechanics могут монетизироваться без scary “therapy” positioning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6FA565-C129-43B8-A0AB-FD8F668F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EECF45-5232-4022-B7E3-10ED3D36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D-ID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9F99DC-6574-4D7A-9B6E-E3BB325F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EDD6A3-EC9A-4C02-B232-B39568A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API pricing показывает, что avatar video — paid compute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143A43-A18B-47D1-AF3E-2B109096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6015AA-8A5C-4806-BB8D-5B5A5894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$0.05-$0.0667/sec или plan/credit based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DD3E52-362B-4607-81C6-F25F823A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9833E7-5B0D-4C5D-9EC0-187FEA4C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 — premium event, не free habit 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F6078E-BC19-4AE7-952B-2BB4AB9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740019-B4A7-4B7F-9069-D84037D6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0F1741-A370-4DEC-8F24-AE9ECA27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7CFB6F-7AF9-4F60-8736-EAD20503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$9.99-$14.99/мес + tokens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F2F1C5-FEAD-4757-9850-6894441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CC543B-12BD-4BE1-BA4D-7D540E8E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season, assistant memory, Life Canvas, rare video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F33B8C-0EFF-4987-AFF8-2ECB678E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6519BF-723F-4627-AE38-1879CAD8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должна быть cost-controlled AI product под premium visual wrapper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3EDCCC-D7D8-42BE-9B5A-C36A9B96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— не декорация. Он должен помогать пользователю понять, почему изменилась неделя.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EE32E1-2D3E-464E-88BA-89D22401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9273375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329679-3229-4A7D-BDD8-072F64CF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93DC4-C604-45CB-950F-794166B2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FE323-A05C-4095-B219-1076C22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B5856-5EDD-4C5B-B122-091DF255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1AF37-37C7-409B-BCC4-94E70E71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C2A06-27DD-45C2-8407-5075B49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90BAC-CBCC-4FE8-8656-2892AC28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CA760-4B12-444F-B1C3-F6F1B062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value moment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970B5-2515-4F8D-A456-0B59A056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CA46C-492A-4A01-8B1B-4967352B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DFD01-DA40-425E-ADC2-E20314F5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BC224-8F3E-465B-864D-2BABAD50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A28C1-D613-4D96-9F07-F124F9AC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C5E91-FD2D-4068-9468-B2B5F8AE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9FAC1-DA1C-45A5-A504-9CF8EDAE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43FCF-5BF3-471B-925B-23FDEB1C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12D10-A915-426A-8741-95F3FF02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6D2E2-F64D-40D0-9A63-E8D5BD48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23EFF-FFB0-41AE-8D35-93C6DFF6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620D2-3076-4DD7-97C6-00BE4E1F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4EFF2-3909-4DAF-8BFB-954B1947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EFE04-6B4E-4DE4-B3FC-4CED82B8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C7D3F-140C-42C8-A23F-42D932CF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A1386-BD6C-4F42-9929-3475F401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C1CC4-DD15-4C3F-B96F-82916838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25171-022E-4429-8EC8-91F4C85A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C0E6AB-E500-41D2-A414-F326E856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B5C0F-5D6F-4762-A4D5-A63C3C90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DBE571-BD69-44C0-BC22-87387678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B2CF15-80E2-4248-91E4-B9D3616F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CE1523-783C-4E6C-BE3D-AF791318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8D26F3-73B0-4D61-B89E-1DE367FF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CAB08-B799-46C1-8AD3-E37B4F5A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5A1F7-8A40-420B-BBF4-53FB4035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4CB9C2-271E-424D-BAEC-E8ABC9E6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BCADE-9A1E-4A4B-8F2D-F649FB8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EC17E4-68C2-40E7-A50B-C3726B29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03909E-41DB-4165-81BE-2D7414C5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2D9989-AA9C-4E80-893F-07A34199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E52959-4281-474F-98AC-234E462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ACD5A-43BB-487F-B74E-FCF86FCA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F4E038-6ED2-4920-AABD-8270EF0B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CE51AA-127A-4EDD-BDA2-6F83E9B2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A62A1A-E5DA-4EE5-802A-0D07D748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37545E-2B29-47D2-9239-BDE87793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B0D9F9-2501-4EE7-85DF-EA2D548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301941-F131-45E5-BA91-C63741E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614490-3DC7-4092-933A-0D927968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50653C-120F-4866-9F23-29BE164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37275C-6621-4A2E-B798-CBADF698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6FAD2B-049C-44D6-B201-41C3209D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533C56-5BC5-4239-9F98-85E2F1A3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B57D57-A644-464E-A1D5-F1AB7DAE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1D535B-018E-449C-A9DF-3FDDAE35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73AA9F-D0B7-44CC-8BF9-6DA38B58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6F090F-4C3D-4C47-885D-E4EFBAB5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39510E-FAC6-400B-AC68-730D2EDC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4894116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8BF62-2E0F-45C7-9DCD-8B1955F5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6BB3D-B7A4-41F9-A2BA-72033AA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3B3E9-7CED-41CC-89B2-1CFEFB2F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72FC2-1194-4AAB-B6EB-938F99DA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3EF23-DBF2-4CB7-B4E0-793F6B31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5CC88-168A-4765-8275-1FCBFD71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E7999-7669-4374-BBC0-3CB2A37B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64C41-9AC8-4C06-9583-031C6C4C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value moment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569F4-4E26-42DA-AE89-2D9B825A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A7F0E-8AD6-4E55-9894-FEFE5148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C03AA-A172-40E5-9CFF-82541475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7D7B0-28D4-49C1-BD0F-1D5C23F9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028F9-7441-4A2A-8451-52A64958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C603B-F21B-4B0F-83A6-39E8316B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7E01C-F2D1-41EC-8BD3-C11E10F9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71B7A-A11A-4897-AE8A-ECE1E7D4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31F87-3AC8-4B7F-AB47-6BFA4466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13BEB-6DCF-4A78-BFB2-D88D5AB3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89340-8CB7-48F7-8F45-3895511D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3A2F2-AA88-497B-869D-6D20BB7C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B212D-0745-464D-A640-3A0A585C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65261-8223-4A1D-A146-F34FF9E5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0757F-E6C9-4E40-A036-439185D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4FEF1-CC94-4735-8A30-BC5C79F2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E85B2-45AD-4D7E-B8C1-142B3C4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13605-EE4A-4BBD-A048-AE24706F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41CEA-DFD6-427E-AE38-D300A82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FD0221-3052-4A18-A163-C6C9BCCD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1283E4-69C4-4CE7-A986-A902ED5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539CC7-9F78-4A21-B7C7-C14DFA73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87A80F-00F6-4500-B523-9E91C595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F94C14-3A92-40FF-A6EC-C81C84A3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967775-FEAC-408C-ADD8-1559EAD0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4D8CE7-D546-4933-AB11-C8BD9275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657C54-5C30-4777-BEFD-1AAB9445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A0836F-CD15-472B-90C6-49CD2947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E1365F-0D22-4D32-923E-4D70FACE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67855E-0053-4CC8-9F35-2D4D8BEE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BD4B9F-F085-42D1-8872-4AB17385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7C499C-E50D-40EA-AE57-70D1F9DA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680B1C-FF5B-43C0-8ADA-F16FAAE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A830E7-02DB-4BA0-AAE5-862C6DD2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23E6F2-10AF-49CB-BE40-2D71B3F5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E7C612-A682-445E-B568-FA82ACA4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9AD901-A8BA-4123-B72B-0F7F9290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66C40B-CE3F-46AD-AB26-F24A98A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704A30-413F-42BB-A879-2BFE053D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941A4E-806C-4D7E-8751-8A59FC4B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C96F23-539E-4482-BF55-EF46CFFF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FC50C4-8F78-4612-9AE5-11B88A7C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53E3A4-B09F-4928-9D72-AFFAB706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D993BB-A1EB-448E-B00E-3BA95395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9B8CDC-8400-4D20-978D-48DC6DD2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A58B39-BF91-450B-AED7-7E59D9C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036C50-5EEB-4593-837C-777D97DB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5AEB9A-8397-475B-897E-1122765E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8A8214-7894-42E7-840D-8FC1E5DA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B1C858-AF3D-4609-8C82-4D549CF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274DE9-6E65-42F1-AB36-29648EDD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669880-AB7C-4ACA-8AF8-7482318C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F6CAAC-284A-4837-9D79-48A06B12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0024AF-16B9-466D-8F64-960D4F41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58C67A-FAFB-4064-858B-84C791C5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CEA3A6-34F2-4847-86CD-BBB50CD2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8F14D5-FBD1-4F9C-A612-FBED4D4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15439E-2B3E-4A6F-9D82-FD819483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858DFD-4726-452D-9C01-03130295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7344333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6ADAA0-5C3F-48D9-816E-5881DF8E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EB823-97ED-47D9-A5F4-532D6039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0272B-0C50-4A56-B306-CE3C9305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B3A03-0028-40AB-9AAC-57EE4EBB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C6D78-3BA4-4513-AED1-B45A8A12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B62CF-A47A-4211-B294-26D88D14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F2793-FA70-41A9-87AE-1F625194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F905C-A7FC-4EA7-9F3B-673FA252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диапазоны conservative / base / strong. Смысл: какие предположения должны подтвердиться.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F2CA5-8FC7-48E1-BE26-322A58A6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307F7-71AA-4E41-A8E4-CE3868B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91011-70E0-4C7E-B04D-246105FE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FF839-38C9-4DAE-B846-FF7C3037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4F56D-3BB3-474E-A651-0583ED48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C35EB-5E0C-45E7-86DF-4501AD5D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36DCB-8BB2-499C-AB16-3290015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0CFA7-AB26-497E-9F39-027D7F54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F6745-CFC5-4901-A3DE-19D63D93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648A6-3E02-445F-8FAE-300578E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B8F49-9C5F-40E7-BEEB-D22EBCE6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9CEB5-8F65-49D8-839D-F6D97D1E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CC550-1276-4DDA-8F94-4E27D3E4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E0E11-ADDA-47D0-A5FB-68115349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C6D11-1FC0-4963-98FD-C044CB09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6CA15-9DF6-422B-8535-BB41448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633C1-3A95-498A-B609-4E0AD86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E11D6C-2541-4FDC-85DC-F44D54C5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7904E-75A0-4014-96CD-6BE2115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E5CB0-0160-4C5F-BB59-99A8C6D1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1361D1-743F-415E-BA77-3584230A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F56F90-0A5C-46EE-BF1B-B15E3967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7CEFC-92AB-480A-8D0D-D9022984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484F07-A3BC-48EA-8D0C-C5D99920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9D2A51-202C-47B2-BA8D-DA753125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0C42CE-540A-4A1A-9C2D-7E82C256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9D4CCE-2063-47B8-95F7-B64169AE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50D554-6DA1-4920-9167-986AF9F0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21D51B-311A-4A7C-8FE1-6C14B9DD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DE029F-0AE2-448C-82F7-B44AAA54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D9001B-0B1F-49C9-808F-C63065A0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42EC1-9C82-4C21-95B4-90ED263A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44EC50-F124-4D8F-8CF5-96A9209D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2DFF32-DAC5-4E5F-9681-B71A2149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61DA06-E556-49E9-B104-8547EFB7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42F3FB-AFE9-43EA-B2FE-52156326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20FE6E-F8F9-454C-B5F3-3C3E6992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3806D6-B2C6-41A4-B873-21BCC7B6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4979A9-871A-4A6C-A475-DF7D1EE1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622C2D-3770-4B52-8677-31894CBB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76549A-BE3D-418C-B0FC-C8BD800B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A3CA4F-9708-4288-8D15-F5FC64EA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FED04B-0185-47A2-9C2F-DEC0D26F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A9DD63-0742-4916-B10B-3DF890C8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472E10-0B2A-4A46-946A-4A97B995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4EF24F-3956-4F11-8788-11773860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F910F2-67BF-49D5-8F3E-91CA8B34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8BFF7E-0BFD-48B8-86DC-544146F6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B826CE-72DE-4176-893E-A141FBBE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845FCA-A0E2-4013-8A49-641609DA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340DE0-C1A6-48A4-A2ED-02A29CCE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F7F642-95CE-4B08-B2A2-399030AE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EEB289-3306-4724-B6EF-D5950200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75854C-10E5-400C-A82E-10AE3384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631CD4-427E-4D08-B561-85840901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DCFAB8-4C34-4C82-8A0A-0242E6E2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E8316B-D037-405C-B11A-75DCC1B2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AAEE7F-4430-44B7-BDED-65971F32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F0299A-8944-4BC1-B323-6DBF1055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5837434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AD5B6-0E73-4998-A5B9-975752CB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8930E-0A52-4E85-B646-8A17340F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5EF93-F28F-4B89-A9DA-0C695B28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AC123-0E84-4F01-8EF9-9E1DA68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0B51F-8669-41FA-9C5D-8042C26C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От бенчмарков к модели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A7B03-B8A7-4D3F-ABB2-E4BD69A3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DA293-A7C8-4F4D-8F57-D5F36473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3B656-4142-4B6E-B3A5-42B8498E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Вводная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E9BD5-72D3-46C3-A389-653CD1E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097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330BE-815C-4AB9-B41A-48BBF669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763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 бенчмарков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8D128-19CF-4DD8-8434-70C27CB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DEEC3-DFFA-4A60-854A-AFC1B020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763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Гипотеза AURA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EDFE9-A494-4167-999B-2B101BF4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4097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207F6-9C04-47FD-9B50-38DCFB18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4763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это разумно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8D4B1-C28B-444D-9539-C7CBFE2B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C0210-0DBA-41BC-9FC6-62C29AE9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64066-8558-4C78-AF08-EEFB3EA6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574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BFD17-ABF5-4E3F-98DA-B8C823A0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240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1.4-2.5% subscription astrology; 3.5% Balance; 4.5% AstroTime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8D0EA-718D-43A2-A681-CA4DA81A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574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07E8A-251A-427C-A691-1603264B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240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8DA02-016E-4DE6-83B0-D209B12F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574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04FFE-D692-4B35-A339-616F6167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case предполагает, что value доказана до paywall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7BA0B-5575-489F-829C-1B536901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6D9E2-48A3-4D74-A59D-894CB3BB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9A0C9-A9C7-4D75-8D2E-AA48E569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051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CFDC4-A8B2-4108-A67C-EB690A7C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717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$0.19-$0.37 subscription astrology; $0.57-$0.65 wellness; $1.82+ urgent guidance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D25AE-65E2-4530-8305-6C46E15D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051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7331D-294C-4CE3-AF10-3A753926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717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A88530-80C0-4301-986F-7432CE10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051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94F9F-1C1E-4ED9-80A2-E693B4BA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717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быть сильнее generic astrology за счет visual/token uplift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36410B-3D74-43F1-9C86-7D614B80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258908-B863-4012-96C4-BAFC9ECB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6AA4DB-3082-4766-8E2F-D3F04A9E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528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BA83F8-6EE1-4BCF-8B15-9D865DCC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194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$8.99-$14.99 common paid band; $19.99+ premium teacher apps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EE0BD7-1869-4927-A167-5E815332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528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B3CB1A-C9F7-4921-9E56-2C5E21F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 base; $14.99 visual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8EBC11-46D7-4CDD-8FE4-D490F0CE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528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999561-D7F7-491C-8991-9AD458EE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194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появляется только как верхний тест для video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011E70-63B0-460D-BA28-0FD94186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4D4AB2-A3E0-470B-8871-D768CC8F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06288F-EEF8-49EE-9DAB-F5403D4D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C13B17-8035-4C03-A6AE-543A8D0B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671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~$0.40 / 8s; Veo ~$4 / 8s; HeyGen ~$1.50-$2 / 30s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BEB6EA-D9A5-4AFD-A17D-26DA961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8806A8-E413-4BE8-A272-9D217802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671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Runway clips / paid month; no free video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FB0341-06D4-406F-9CFA-85337645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005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6C6D91-21DC-48C3-B3C9-770A47F0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671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video можно держать в Plus только при лимитах и capped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5938BB-2C02-4281-A19A-32800EBA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9CC4EA-99C3-4AA7-B2E3-F314E760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F70716-6FBE-4510-94F7-E075D144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DAF972-3002-49A9-A2C0-1FA4B95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148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$50-$150 organic/social; $150-$500+ paid web2app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1079D6-1FCD-45C1-8D90-DDFC625C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482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1B07DA-28A9-4E68-B076-1FA80CE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148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 base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582741-1B8A-4628-9D00-A95E658F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482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2DDD1F-4FAA-48DE-86E9-1419914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148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acquisition только после retention и paywall 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C22448-2DCF-46A9-8DF4-2E14288A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важный мост: данные конкурентов — не готовая модель, а guardrail для модели AURA.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FD6FB3-2B77-46AD-9080-FCDB093F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6212237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EB9A3A-A59A-4FD9-8FD8-A8E460CD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1214B-BBEA-4185-AB1A-70A1CA76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E3624-ADD4-44C3-A0FA-E46846C7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62065-A939-484A-AF61-797C10B9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19051-E5CE-4812-8B90-C47AF3C1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DE83C-C4DA-43E4-8BC0-017A679B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15EEA-C9D6-43EC-9CFB-F04AE30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7AD03-FD34-4A31-ACA2-64A994AE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value moment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2F9D8-69A2-4858-B038-A2D3B1B8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241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4D18C-BF04-4374-9F4D-ADD3182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E7BC7-317B-4C20-AEE0-78170F3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AD6D1-F980-48E7-BAB4-47E3B8F5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95F29-83C6-4EA1-B24B-A8DF0179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1383F-26A1-442E-81E4-56C8DB7E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0221D-6DCA-4F63-8D17-6D758707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85989-8501-4C38-B1E7-C5746DD2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629D6-51B2-4F97-9A53-59C8FBDF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68D0C-BAF5-4342-B1CB-89220C2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304D3-A1E2-48FC-8A6C-C3644B84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33DCE-4E78-4312-8309-05B3F270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D7CEF-B92A-4F26-99AA-27CA0049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A5005-8892-4DD4-BEE2-60B9F9F8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31485-7AD9-4412-B578-697427D8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5208C-2119-4839-8078-28AB3F7F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B54D3-C728-48D2-8BC2-E2C33D57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2E84E-6739-400D-BA58-FA23699A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863BE-39E4-4BD9-A0DF-762F0214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A1CBC1-F3E7-45FE-9FA3-47EE0904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A3B9F-C6E1-48F6-BA97-729EBBDF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27A17A-B0ED-4BA0-9751-7CC30CD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D5415A-F934-4615-9B42-B2A55253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36D56-CC29-4A35-B546-1EA88976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0662E-B3F8-4BD3-AB70-1166D3F4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81778D-F5B1-4FD0-96CC-D0B823E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812C29-DB31-4765-8516-54511EBC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B320C3-4900-43E8-B73E-DB0232E5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FD2496-C270-4FEC-AEF1-A6848A3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BCDCA4-2860-4BD8-BCFC-83D7F60F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D34C9F-69F7-45A7-A695-68B5AE62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93F00A-D4C1-4745-9263-264F8E5F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072261-5426-4236-B46D-4D86EE6E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4EA54D-9E2F-483B-9491-00174A23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34888E-BF42-44F4-A063-2412D33D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867BA6-DA26-4F21-9231-288B2D1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7994B7-940D-403E-A621-1D0470DA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C26534-83AB-44AA-A966-A92C3C3D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BE3A6E-86B1-4EF4-8FB7-4DE5496F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57D3A9-FF23-4499-B9C4-43877E8F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1599CE-56C5-4552-AF6F-83648304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E86825-2425-4710-AF4F-A915B5D1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9CCED9-C2E1-4110-BECF-ECF2DB83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D3D859-AF04-475F-91D0-6E003A94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32FECB-5CCE-4013-AD5E-FCB58280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84E463-0BB0-4807-BBCA-0DC604BA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15C89A-9CDB-41C3-A869-591F35AE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1FFEE1-E040-4803-8C3F-993996DF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C8CF6E-F68B-413C-B379-4BEC5D25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E280B2-74F4-4B8C-BD08-92F051CC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E6180F-95FA-4B65-8C8D-7E6E571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918365-7B13-45A7-A31F-59C68AC2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7DDB8D-E8CF-4DCC-90DF-40733A1D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BDAA21-1566-47BC-8AEF-376D49FD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F4ACBD-0EE4-4C0D-BC19-0B79CB04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D17705-7486-4D5F-8E72-0E47F078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DF1B58-356A-45B8-9C84-6E0AF203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978991-ACA3-4741-BC87-5B65234D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21CB11-DD68-48E1-92E7-57A2E95A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16EB5D-2F9A-4240-9B43-865CD1E0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57B29FB-2D62-4523-9F3E-B6394F5E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863AEB-9C18-4125-85E8-72C74326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9EB428E-CC96-4C14-8E22-4A2DCBB5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995E24-032E-4C41-879F-C44A6D65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3E9B004-9886-4E90-BFDC-CA7144BA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F564A5-C4C3-4A74-8962-3487A32E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8F2E2C-1B59-4B5E-BA91-1F02C01A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C92C4D-6F46-4878-B4D0-D51E76A9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0F0CDB5-8B49-4E48-A541-64BAED94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EFEBDF-FF8F-4FAE-9E86-D203D50C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39467F1-EEC9-4186-84C4-3988FC2C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BCC26E7-4EE2-4766-BF2A-4C40CF44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3D29E1-5652-480F-8FE1-73D3D69E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4D97FF-E0B9-4688-9226-A16B6F5A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0DAFB5F-9794-4255-8172-28DD501C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B83404-10B2-4E66-94A1-6747267B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9D0433-01DA-450A-9BDE-36CA272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12725480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792416-D9D5-4E55-B166-907AA972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87CB7-3C19-4472-B797-0C629FD7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504F9-944D-421D-BE87-2BDCD7ED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C9043-49A4-4DE0-A0A5-2A2864C2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0F58A-9F26-49C6-B1BB-A28291D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77245-5379-4A02-AE34-417A056D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8A19F-21E7-4552-9CAB-B2B28060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44A1C-2438-498E-804B-589657DF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DC2B4-4574-49AC-B020-FCE4BB62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809C0-C8C6-4548-BC09-998F342C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AC7F3-E4E0-48F2-B78B-4E0CABE1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A309F-5CCA-4282-9DA7-B1DC51DE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307DB-970C-44B6-BB75-B58BC732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9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325FF-98AF-4BE7-9433-E3A06ED7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0FBD8-60CE-4ABA-B770-32985954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9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A3AEF-72E4-4427-AC48-72280B9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D99BB-1695-4794-A8C5-EE0CD3C1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1929C-8803-4F08-8D35-FE237E22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F3715-A4BF-4523-B7D0-29D7D508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85D4C-670F-4B74-B563-25174332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8035C-2D40-4A36-B108-2C71E306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E3F5A2-A934-4BF9-B2AC-2E879E37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22F94-7319-45D5-BCCF-7E4C982C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079C4-D34D-4740-A3A0-FE38D786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47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DD88D-615D-474D-A2F4-9653105C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BB78E9-5F09-4762-BE4D-514E398F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4E098-6201-4029-8933-EC2B1686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E8973-B7EE-4F43-B5C5-28550CA6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19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10670-BAA8-492C-B4E5-83A1C351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C652C9-5BF1-4B83-A91C-6437F4DF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874BE-1C6A-4E7E-B509-6CB6F25C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087B68-1752-4916-952A-14914252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107E4C-185C-4329-9D71-C593FC5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6E50A5-44EF-490D-BBC9-49EB550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7024FE-2CA4-457A-B68C-35FEC950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7B3AE6-A4A4-44E0-A725-71A56307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47F2F4-809A-4CBF-9C2A-74431C68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6A0979-D756-4E08-B151-C88E271F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90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CD460E-59F8-414A-97B2-7BABC9FB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2AA1D1-9035-400B-8E1E-0AF74AA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9BDA44-2E39-4695-B887-B4341153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B9D2D3-2D65-4444-BA31-FB6DC4A9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068BA5-691C-463B-B8F7-884EA4F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B865B5-5725-4B3B-8E87-44BF8EFB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A977A3-9AF0-4C6D-A9E8-2031993B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12104E-09E2-4493-A5C3-AE72DC36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B9CCEA-DB25-4513-B5CC-B14D003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CE919E-7EF4-4184-A565-C861E054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7C0A2A-7DB7-42AA-892C-155D6B5F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3D9894-9856-4B8C-9461-BAE40AB0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F088A4-A181-48C0-ABD7-C9B6306D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4A24FA-3CA4-490F-BADD-E9529DF1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B6C377-C220-45F1-9FEC-747FCB19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6DF051-AAA6-4DDF-8DA8-60E53360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3AE1CB-82D4-4FC9-8CD4-C150BBCB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D2D137-B9B0-400E-A38B-9CAAA748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0911F6-0942-4F54-B50D-9CEFCA05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0A7993-4BD3-40FC-9C61-4B2918F9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3D1D6B-206C-4B4E-823B-7FD392E6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E5D0E8-44A0-4BCE-9168-93BCB45B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FB80D5-FCBD-419A-BAFF-633B440E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C30B72-BA75-492A-BCC5-1F44AF2A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05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78AE10-FDF5-41B4-A537-E47350F7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203BA1-FE6E-43A4-B5D6-B741C28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1C015F-0556-4A62-97C5-C04D04D9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945B25-A584-414D-B1E0-036291AE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EBC4B1-3E7A-4765-AF4F-10D4876D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12331748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4C3384-F4DC-4AAC-BF39-9A9C5CD3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25F99-959A-444A-BE76-10BA41D6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E543A-087E-4911-B39B-A0529626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A92B7-43C6-4872-A714-DC7A7650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69561-405A-4FE4-9DB7-613CB625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Бенчмарки стоимости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B27D8-98D2-4996-874E-61F13E6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71FB9-A3B4-418C-8472-024D90E5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0CEBF-C6D1-4DB0-BF19-89839D6C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1518B-A739-4426-AE3B-EB39A08A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F2036-C789-48B8-A698-41497759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D0AA1-9EC1-405A-BAFD-385078EA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428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F2738-B2BF-4CF1-AC18-3D8E3CAD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Provider /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AEC09-5C66-4568-8CC2-5AB6770D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3BA99-91E5-4C9E-A606-80D0A251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price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59BDC-C60E-4584-886F-3FA7A8D1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CB849-A344-4955-90A0-AD31476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09F2F-842A-4B6D-A684-E0F7AAF1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08583-06A5-43DC-803C-BDAAC6CA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235F4-3B1D-45FF-8B3A-8C3AD7AD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431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C5950-A555-4612-808E-0ED948CA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97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GPT-4.1 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3601C-2E11-471E-ABA8-D4167371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02DAD-B7BA-4B30-906D-9DC5662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97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$0.40 / 1M input tokens; $1.60 / 1M output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1AEF8-8241-4EC0-87A4-FA5290AF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2B5BB-F8C2-436E-91B2-3305C8E6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text loop дешевый, если prompts структурированы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CC57A-52A7-4101-832D-EC348E36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75D2E-E4C7-4B9E-B0DE-4B28E500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6D21C7-C325-4F96-95DE-1D27319D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57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684B87-FE31-4C99-9374-F84D3F09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241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Images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8834F-C4FF-42DF-AF7D-7012EE16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E1FFF8-2739-43A6-A6DE-78BC2C84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~$0.01 low / $0.04 medium / $0.17 high per square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3D2A9F-E562-4706-B0CD-74FFD9E4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D780F5-0858-4658-B3BC-A32CA98E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можно включать, если image count capped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97C39-61CD-460B-9AB1-E70FA588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20B90E-4272-491C-9C1D-0D3C2229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58F799-B5A1-4712-BE61-FB25D766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D51110-FAA3-4E7E-844E-D78FB087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84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Google Veo 2 / Vertex 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AC0136-41D4-497F-837F-6E98724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5C73E3-73A7-4830-8B69-46AB268F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~$0.50 per generated second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D34CC9-BCB0-4ADF-A25C-488386FA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B9172B-5B8A-4CF6-91E0-7BFB5B14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$4.00; нельзя делать free daily content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C46D2F-3444-4D99-AAB9-E8527255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65A344-555E-4C51-8444-B53D19C6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73DB6C-7DFE-45B4-8D7B-8CC39266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37C13D-423B-497A-9E87-93494CFB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D20441-21A2-493A-899A-20E827E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9774FC-2E4E-43CF-8C51-BA94C37B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 per 5 sec API example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AD5F32-2DE1-4A33-ADF7-22234AE3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F98473-78E9-4E17-86A2-A6E5F191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$0.40; подходит для тестов, но нужен retry budget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233AB2-A03B-4141-83D6-A4532610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3C6862-64BE-449D-AB5B-9F5110E2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BBC47C-A303-4D52-802A-B2098476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D06766-3B17-4C24-9041-AC6462A1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671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Wan 2.1 720p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CFEAAF-DC85-4A6D-A4A1-D30EBC4B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515A63-0E31-4825-9A2F-A4E92286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$0.24 per output second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F647C1-67D0-45B0-8319-8916E41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E01F53-C1A7-4938-A00E-68D0E0F9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67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$1.92; лучше как paid token /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8AA1F0-4202-4AD8-A9A8-18C3EDF7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700258-6360-4CFE-AE68-B23531EC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6CBEF3-487D-40D6-A707-7D1A54F3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148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404C18-6433-4D09-A1BC-70F41F3A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815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API Avatar IV/V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96112D-CB30-4BF2-8484-42712E6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D3C7D0-E9CE-4CBE-8B1E-8BA3AA8E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$0.05/sec photo avatar; $0.0667/sec digital twin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7B1959-0639-4C58-B279-9208FC9D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90727F-E46E-4AFF-9835-3F1DB931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81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sec ~= $1.50-$2.00; не default daily loop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43E155-C6B8-4791-A2EE-9327344F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E37B8B-01D3-4970-B59E-D5650357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API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23EE84-88FF-48E8-B652-BECF20C1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292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A85EBA-A0E1-4003-ACD9-1C6BF6E0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D-ID Build plan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068A5E-E437-4C41-AE69-32D09DAC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FD96FF-3378-4BE2-86BB-06ACC79C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$14.4/mo annual plan; up to 16 offline video min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51B533-1BD7-4508-8300-CA25D9FD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E4225F-6AB0-48BF-9473-DFCBE0F6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95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~$0.90/min plan math, но limits/watermark/credits важны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AE30CB-A693-4C84-89D0-8058CC5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цены — public API/pricing-page signals на июнь 2026; exact billing нужно перепроверить перед закупкой.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09DB134-A98E-4D4B-AB96-EB17D222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Источники: OpenAI, Google Vertex AI, Runway, Replicate, HeyGen, D-ID, Luma public pricing pages.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4FB5B5F-9E38-4A45-9457-A0B3E605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46896328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986EF-5C7E-406F-AF66-B9CED458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ACB73-BBEC-47BC-959B-C6EF8A59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98654-DA64-43D2-9446-3B6273C0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B01E1-0FC1-4454-89F0-BF45BAB0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E5A37-053D-4E8D-8FC8-B09269F8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пользователя /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5C439-B0E4-421C-AF9F-CB7BD895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A77D7-876F-4E9D-9CE5-089DDC14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474F7-A16D-4F7A-AAB9-B75C4CB8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96BB2-894F-42BF-8CC2-EDC1B0EC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B3439-9B36-4EE2-A2FA-3419728E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Тип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2C5A8-8EDC-4287-A2CD-AA02670C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668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EF198-C7F2-4143-BB71-F2B88F0D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335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Usage assumption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0251E-57E9-4C98-BDB5-2663F708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668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0A4DA-591F-450E-AE1C-27629121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335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 AI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1DAC9-1556-4D61-B940-B8C1112B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763FD-139F-48C8-A72A-37E7FE3D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335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Бизнес-смысл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10283-4B25-47BF-BB33-64D1934C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F27EE-AB6C-4FF9-A0AB-DC96C250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active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75A99-16AB-42CD-A1F6-73347D60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F934E-848E-411B-B0DD-DD544EB2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859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text loops + 1 medium image + no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1D883C-5871-4858-B8EB-F0EC505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B6843-709E-40EC-8D68-D1B4DB13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$0.10-$0.20 / MAU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44722-C63C-4EFE-9849-0225E047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C87D6-4B26-4A79-BE1B-3641356D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безопасно, если onboarding capped и нет free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C89E0-85D9-4C5A-A12A-AD1D4284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5E39D9-9886-4AC3-8DEC-340230D1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Engaged free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1F736-D542-40CD-8602-E83DB31C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198B0-594D-498E-8C50-EA92F851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384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 text loops + 2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FAF68-6157-4640-A53D-3FC94C60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6ABCAF-97DC-4958-A2F4-FB8320C4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$0.25-$0.45 / MAU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6F50CC-A301-4BEF-ACC8-C434E77A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03D73A-8689-4D73-B37E-5B000543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допустимо только если видны retention и conversion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BA6F05-6A2D-4BCD-8C0C-87E18ECD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CAA0CD-2D6B-4FB3-8E43-D199E2F0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с Runway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926427-5022-42C6-8E48-632E61D7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2F83BB-DA1E-4DAA-A288-5603089F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cards + 30 images + 4 weekly 8s videos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66E597-8696-471A-9F4B-D07256CD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0EAEFF-DC7D-48B0-B85D-91C6BD1C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908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 / payer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04EEB9-8F0D-48A6-AAD1-A375C69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FEBF0B-0FFD-4A05-B283-E54A4388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 может держать margin при capped retries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F13650-67C5-4562-AF38-431E964F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4E338A-2853-44BB-91CE-3D86DF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с Veo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AD6828-E5D1-4385-B967-DD46179B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6DE822-9D42-4D15-AED0-76533829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 four weekly 8s Veo clips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014E9C-D15C-4CF8-99B3-EFCC8F3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60B645-AC79-444D-83E3-1426F977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33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+$16.00 before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AA05CD-1AE7-4B5A-A087-C87B832D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C58FFB-39F5-41C2-91AF-EBA8DBE0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слишком дорого для базовой подписки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DA1CA7-05FD-4228-ABA5-31B71044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782657-334A-4831-9ABD-0A7C3E52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avatar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75F54E-DA83-40BD-9300-D25D738C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7B0364-65C8-4D7D-8207-01B1CD36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talking-avatar moment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D2BE3B-1BD3-4511-AABD-A37C1657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5F06E3-13F6-43E6-85ED-6D31A8CC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957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$1.50-$2.00 per 30 sec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42AA30-C2F6-4E89-A8A1-02681CFE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F02884-97E4-4600-A34E-4085A6CF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957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отдельным pack или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EEAAAA-9B63-419D-A300-7F7B50EA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7EE2C0-A064-4AAC-BCA4-01BB8CE8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High-quality video token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207126-C875-4CA9-9DA9-0F1E7C7E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815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D2C64B-317E-4B00-AC55-4B1D2044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/ Veo / premium 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470B66-0A8A-4FEF-B497-883C08C8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815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56F1E3-D254-491D-91CB-09278388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482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$1.92-$4.00 per 8 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6EABE3-FA12-4EFE-9CEB-C9BC5FB2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15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987409-AF59-47DD-BD76-3BA6D4A8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482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token by model quality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5786D4-1404-4B35-B751-D094028E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7C4E9A-32D7-46C4-8532-E87E36BD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0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= LLM tokens + images + video seconds × provider price + storage + support + failed-generation buffer.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4017C5-6F8E-4E98-A92B-80487E5E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product может быть дешевым. Weekly video жизнеспособно только как capped paid subscription benefit или token.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F45F5C-C9CA-4BDB-BF04-A6F6246F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4557731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5265D-4441-4165-AB87-215144C8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00987-ACEC-4D20-AE2F-A840756A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C60A4-9893-420D-9EAD-0A233814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E4259-D690-4BEC-AC02-67B6A1B1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4C8D9-999E-42DB-948B-F73A5EE7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Stress-test стоимости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062A4-7D52-4DDB-8B2C-AF12F40A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C723A-CCB8-40C6-84A4-B2410C78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82250-189E-4646-93DC-42C85F98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D38A8-7C76-4132-8D65-3768001E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964DF-F641-403B-92A3-4117CC83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A86CD-F1D0-476F-BD1B-AAB15D2A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44905-A33C-442A-AF83-C4727FCA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C76FB-AACB-4206-9B9C-C06378CE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51A84-1F21-43DB-849E-16C4701E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1,000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D8473-18BD-45C4-AC8A-8214BF4D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38787-F785-403F-B44D-50FFD89C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10,000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17049-F82F-4E0E-B002-72A3CB2D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307EC-FD25-47D0-8D5E-CEC86F4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FE8A2-6F4C-4C1D-BCD3-E92DB09B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701F5-88E2-4E5C-BAD6-4C0040C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Runway clips / payer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F569B-83FD-45BA-B571-C7D4C956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F58AB-2113-4910-B90E-89525F71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240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C5089-E2B0-437B-8318-0E5BAF06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6F2DD-0BB9-4D02-96CE-D2D79DA8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0E298-6A1B-4D32-88AA-BDECD664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F6E53D-9DF6-4E68-91DA-4D38EFCB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379E03-4EAC-46E0-87C1-2399D06A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369D0-BC3B-40F8-AAE0-BFD0CBB4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240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жизнеспособно внутри $12.99-$14.99, если paid cohort реальный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E1AE5-4018-4492-9E91-9E597BFA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266A1-5850-4154-B9C9-7F130C4A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Veo clips / payer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DDFA2C-7A1D-4004-9D16-DAD92C6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20DC13-20EB-49EA-82A6-0C443D91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88621F-2C82-46A5-B780-708806BE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40A517-7271-4466-BB3B-6EB09963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3F7109-481C-44C8-9E00-6991A7F8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2F7D9-0862-47A9-BE15-26617E41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765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$160,000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4D7C7F-4552-4B1C-8BF9-D1532F0E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253EF-5ECF-4803-9706-DDA89F93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жизнеспособно как base subscription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810D2A-71AD-4C8D-8889-2EF11846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7860B0-4F9B-4F00-8815-7AB1065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Runway trial clip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F0867A-144F-43FF-B4B7-B6FA4C41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623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1450AA-7C41-4F0F-9D39-3CAC93FC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289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32DA47-95ED-4B98-9B32-9B4C6D5F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A1C403-3A2B-49D4-A67F-1393F7C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$400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692F6-0AB7-48BF-AF2E-B902F63F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730682-DC72-42F1-8BB1-D0816902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$4,000 COGS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50B69D-4AA1-4FCB-A2A4-960B6688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DA75CA-F955-4827-AEC4-C3889BB1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резко поднимает paid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971F8E-88EA-4074-9460-79EB2308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440168-5661-4A5D-B4D7-711C8788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premium Replicate/Wan clip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B1EB49-7D1A-4B03-843D-C716A387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15200E-8997-40D1-A5F6-CFFE7CD9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814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$192 COGS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81CB87-EE76-49E0-B43A-3AE0FDB1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E0E2C1-A12C-44FD-A130-180269A1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$1,920 COGS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56C032-D586-4066-9BC7-90593B2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F607A6-14A3-4F79-B700-8396B637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$19,200 COGS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FB1361-E2C6-4ECE-A6CD-0668EF6F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A8EFD5-7E9F-494F-A36F-621ADAFD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 $4.99-$9.99 token или bundle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9C3727-CBB8-4078-826E-D0291CCB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B25D1A-0D31-4924-977E-74851F5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paid 30s HeyGen avatar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A41C67-82E1-4541-853F-383E887B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67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D1DEE8-ADB8-4F9C-8EB8-4DFE4A82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338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$150-$200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60F1756-4BA0-46AE-A001-BE9B015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4221DD-F70B-416D-BD0A-A331A8BC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$1,500-$2,000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85475C-9320-4716-AB96-CA7B7414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2D264A-062E-469B-9794-174BA6B6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$15,000-$20,000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372448-229D-4E49-ABF5-6667DA2F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334C1A-0D16-4B2A-9FDD-46C7478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для premium forecast / assistant moment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A64C7C-5584-4476-A089-592C2866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3C5B6E-5C4C-4150-A818-98BA60B5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Life Canvas images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FC2AA6-6169-44E1-BFE1-41A77AE2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9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D7BDE2-C520-4ECC-8B34-310F1F6F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863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$60-$120 COGS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EDB3B3-C77A-4B3F-B363-01DF1828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100373-606D-475A-874B-1AFDEC5E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$600-$1,200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BBC0B9-7320-428A-A29D-11EB6DD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85B5A99-4C93-4631-B70C-C9AAE5B4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863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$6,000-$12,000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78F75B6-F75D-472A-8A80-BCCD8FDD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0E5B36-86A3-4250-845D-1BC2CBA7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только для paid users, capped retries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FBAE96-A533-42C9-BFE6-D39E0C62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Решение: Runway может быть weekly subscription video; Veo/avatars остаются premium или later.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0C64E04-4428-4ADD-A27F-536A1A4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15374679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86CEE-AF74-43ED-BCDB-74B9E84F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6A5A0-06AD-4AF8-91D3-07D90B94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EEDC1-F206-41A3-99A9-51CD45E6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EB54B-51BA-4DEC-9FCB-7E6ED3FE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DC2ED-EE25-4591-9170-3ECEBCA7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Базовая финансовая модель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37342-C0A0-4811-A46D-BA72554A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B99DD-BE9A-4370-B0FA-E2DF7217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54CC2-86FB-4A8C-8BF5-EAF89127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runway,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D9FB5-7D1F-42AE-990A-DF3786CF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EF62E-0205-40EC-9B2A-9772B524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D76E1-CB42-488A-BAB3-1A344261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E38A4-01D9-46D0-9274-69FE5736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9436D-5925-4933-9BEE-279FA99F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2E3A9-EA76-41B6-BA30-EF3D97B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6C1A9-D441-40E1-998C-ADC654B8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80405-08F2-4647-A1E0-E7E434D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F3865-2B56-4D36-B09E-89C06B6D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77464-101E-44A9-B254-B3082DD3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17922-926F-4DFB-8C8B-BC95042B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54F4D-56D2-4ECF-880E-699C5036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AB09C-0424-402D-89A1-B58636AC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44831-06C5-4680-B70D-566DE0E2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395C5-490D-4CB3-B1C6-FE400B68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7450D-66EC-4C28-AE74-D4B1FBE6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2E82B-9D74-493D-9AF9-E287F1E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1C480-0397-4840-B5C6-793A5377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6D349-5BB9-4244-A5CF-45C8E72E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167649-7CA4-43C0-ACE1-C995FEC9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A37A7-1040-46AB-8139-7111D629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86062D-F55E-4C77-8F43-6833013F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BC702-682B-4CDF-86B1-2AF87D1A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DF5550-6216-492B-BF29-B75E6D2D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BA3513-E8F5-4092-8BD4-44C1BB4A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D4DBD0-FA00-4EA2-A0DA-6B273437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Gross subscription @ $12.99 blended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E3EDC4-04B3-4A17-8F63-5133F7A0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FD98EA-6903-483F-A2C7-0658D12B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ED1AF8-F757-4E33-91CE-9958371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F1110D-57F3-4EE1-93C8-B5543D03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$19.5K/мес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671C2F-FDF9-4561-9E7D-44995AF2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CED9EB-9F02-490F-A56F-C897C383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$87.7K/мес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2FC88E-2CD3-4B66-BB22-F50F87FC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807B27-6579-4EC9-AFAA-31C4904B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 после 15% fee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5253E0-C225-4F7A-B5F6-CDBE55ED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4CB50F-7522-40F7-A607-4107549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$1.7K/мес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897002-2721-492C-9C29-F4B62BF6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0580A6-45A2-4E4F-AE04-D3DD92CE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$16.6K/мес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4124EF-3088-4148-8ADC-D43E739B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12B5DC-0439-47D4-872E-B60CBB5B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$74.5K/мес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555E2C-7BB3-4F99-89F3-E53C40D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982097-7867-4B54-8814-012D762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9547F5-5006-47A4-92A6-A440B3DF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0C1FC7-5369-4F59-855E-8A200E34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$0.4K-$0.6K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8E92D1-DF10-417E-8DEC-E96135F6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18F328-A7DC-4B1E-8028-306600B3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$3.6K-$6.1K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D9B503-B246-4A92-8E2F-7D91668A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3AB7AF-158F-4000-8E9E-67FA683B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$16.2K-$27.3K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1B0FA5-A97F-4A34-8491-67C27440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FBDF17-C0F5-4C80-86BD-533DE8AD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4D4F19-40E2-4D18-871F-93062FDE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68D221-33AA-4304-B5C5-44B98E0B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тонко, пока не доказана retention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FD66BD-C17A-4013-90B0-D088B085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F6CC0B-92E5-436F-B708-402591B5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при capped free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6544D7-04A8-4218-93D6-8146E9AF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22FE2C-4955-433F-B788-7246D0C6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сильно, если annual + token upsell работают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5C870D-79F9-4955-87DF-7AD2D736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model считает blended price $12.99. $14.99 — верхний тест для полного Visual Plus с 4 видео/мес.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CA02F5-DFBD-4144-BDD8-8706935F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7C5266-3B70-4F45-BF80-7A47AD92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41116909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46253-0834-4783-AD1C-2C583AB0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0CC50-5C99-4D6A-B971-260DFF10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EA4BF-46A7-454C-997E-4595915D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6B2EF-0D80-471C-85C8-511EDB8E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AEE06-067D-40D4-ADC2-E4FCD7A6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читать финансовую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13757-2132-416E-AFD7-FA11CB45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D498B-023B-4904-BB53-7B1EB365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D6E9A-32F0-4873-9E8C-4DF1CA0C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MAU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F791A-5B4B-4EE3-B744-320AF543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активные пользователи в месяц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36707-41CC-410D-8244-2C0F0B60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реально пользуются продуктом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8EAD8-B4CF-448F-B1FB-DD762F32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03074-2E8E-4B36-9C73-47B5E91C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Платящие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19770-F659-45B1-9CEF-FA7047C8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часть MAU, которая купила подписку или токен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C1C5A-88B1-4F03-9FD7-52699F00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источник выручки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E8F3F-8D60-471D-BDC8-3C5234BF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898ED-525F-4BE4-A368-7AE8B5C4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02418-AB6E-40AD-A7FD-544014A9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от подписок и платных генераций до/после комиссий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155EE-DB00-4087-9B52-89D388BD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 потенциал бизнеса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F048A-C7E5-424D-9F15-ED94204C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507A6-E37A-400E-B205-B4661DBD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0D5CB-F436-4176-9500-E40042C6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переменные расходы на AI, картинки, видео, storage и ошибки генерации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E12BD-C86D-4729-8D4E-97045769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чем выше COGS, тем быстрее съедается маржа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4D637-7B94-402B-8D05-D200602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35CFE-3D4B-4710-9C96-8FD1128E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87D15-9C5D-44AF-8C9F-158A4AC9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одного пользователя или платящего клиента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5D6AC-2F39-43C0-87F6-F18A3810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CAC выше LTV, масштабировать нельзя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4AFDB-1B89-41A1-851E-34469CB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9F9A71-CC4A-4894-8959-C6E88926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75FEB-EF15-412C-9D1C-50CA99E5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 до следующей проверки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DD760-106A-4F9A-9914-7BF3AA2C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бюджет риска, а не обещание прибыли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BFE7A9-96A0-4C84-AE56-49594FDB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Финмодель ниже — не обещание результата. Это рамка принятия решения: сколько нужно вложить, какие метрики должны сойтись и когда проект может стать денежным.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8859BE-3DA3-49BA-9491-CCBDCAD5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11362852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1FA6F-14BC-4F8D-9BBD-38CA00D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ACF19-555A-408E-BA67-E3701C62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5FB59-D106-47A1-A9FE-71FE67E6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D32CA-621B-42DA-859F-482C161B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984C2-F28F-4B24-A751-DEC54E41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E9791-9DD6-4A75-8298-CB5C18D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4E8B9-ECB6-4ECB-BE31-5052F447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E4BFD-0525-4DF7-B1FC-FDD18C0A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Стадия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B6508-4146-4CCC-BB95-6AF696B9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8C52C-EF20-4991-BF30-454050C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2B450-5587-41C9-B421-178B048C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851A9-D3C6-40FF-8130-39007719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BFF14-DDCF-40D1-B6C8-838C189A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4FD04-0ABE-4CB8-B654-360671E0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покупаем этим бюджетом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82769-90AC-4A98-BF05-7116BA38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3508B-60F3-4001-A5B5-2F07E4E0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A72D6-171C-4A39-932D-DAE83BFC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0600A-FE1F-47E4-9FAB-14CFF82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D3C41-2A3A-4ADC-9AAD-C6EF33EA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EFE45-10BF-4058-866E-8978F06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9387E-A7EF-4858-8FD7-97D2B7EC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A9B22-20F2-4944-B5F7-326A63BD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5AB9C-1DCF-4EDA-871B-C70342A1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E14E1-6E97-4602-AB9B-85264F06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79BF1A-45B3-411D-B668-91E65213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FA787-F9E3-409E-AE40-3D004ABF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9905D-A027-40A6-AA32-DD14FA76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5D4D5A-69CB-4FB4-8E9D-AF8479EB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E7E0AB-14BE-4D8F-9035-BE75BA70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2E0488-661D-4DEB-9BE0-38D0752F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323F27-E97F-4B61-A07F-07E162CA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908A79-BA2F-4A92-8B9A-61270208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A45C7-6B24-4BEB-846E-6F20268B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62F790-7E7F-46CB-8D46-C6B0C1F5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2F2197-F8D0-466A-8A0C-11AB72F7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3751CA-A9CB-4557-95BC-409DC86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51F6BD-0EC2-41AC-868F-6F40663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A3E355-EF9A-46B4-B22A-361D24B6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D00998-8E68-4FC9-861D-AEBD1DCE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F4C2DF-8DFB-42EC-AFB0-2F0EDFDF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49526B-6C28-434D-AD91-FBCD24AC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EA99DE-F87F-495C-AA41-DDB49F16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F15CE7-5965-4596-9250-D9B0750C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E59F2F-3AB4-49E0-9E09-5A38B14E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6004F5-684A-4F68-BC7A-0B0B6B47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CBF17B-F279-4CCD-AD40-E866D31A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EA3485-444E-4E54-8426-9A833560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61718820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815F4-02EB-44CD-8AA7-FA4F8FE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D5EBD-FE1B-4A43-9532-C60B9CF7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9079D-CC6B-4AD0-B6F8-BF8C0468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7D6EB-D4A0-4376-AB77-ED716399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AC004-8C5F-4860-8FD7-D23E3EC9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Операционная экономика при росте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8201B-1141-4B22-ADEC-C9A1C7E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1D0E4-26D0-43BA-9F93-9FC8D03A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B7CD2-B4D5-4B33-A4B4-044039A1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runway,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7D8CE-7D3B-4A13-8D96-4D75D87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25610-2534-450B-A15F-F090A10D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94C39-4979-443D-B277-B1E83F87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4950E-D3CB-4DBF-98B2-1449BAF5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86B18-7CA7-4B7B-91B5-18EC03FE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C7F2F-2502-4005-8E95-E28ADEEB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996F6-FFAA-40CB-BCFC-D46FEC3C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7F884-8076-4B2F-9B18-573C5961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31700-4AAC-41C9-94FD-228CDDAC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181D3-5361-4015-A656-D18DC1A7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Платная конверсия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99BEF-35FF-4C90-8169-CBC7E51D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C4ABF-79D7-41CB-A834-728284CE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D3995-6BD7-4AD4-864E-55783213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A3E60-AD29-47DC-9DFE-CEABECEA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12507-9AC2-43FB-A83D-EE7C4D23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0385B-AAFC-49E8-B278-39845033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01974-D35B-442C-869E-8096DECA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C551B-371D-422C-80FC-6609B67B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пользователей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E71D7-76FD-4319-BD92-F79EA5E8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CEEA8-368C-4E19-BBD2-BB3453AE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97764-4B0D-4B6A-894B-7B50D51B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19C72-31CD-417A-A207-3C4F952E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6B68C6-6891-44FC-BAE7-635EADCA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9A5BD-95AF-4EE7-B7E3-D526DB64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1C34B4-A198-4288-876A-C9F71E56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DFFA7F-3071-4790-A1AE-B443D30A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после комиссии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1CF50C-0F57-45D0-B550-E1B87588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F68BC5-B7B6-4AC4-80F3-7434DD29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~$220/мес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D3A6DA-8D6E-4509-A303-E9810E12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461EE6-D9D2-4A43-B429-A224A5D7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~$3.3k/мес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124F24-8CEF-47C4-803C-3C7695C4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E1ECDC-CFE9-405F-863E-B7E20AD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~$19.3k/мес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FD6851-9C29-43D8-9796-43F51D2B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F7ABF3-915A-47C5-BB07-B470EAD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7A337-273C-4FE1-81B1-13DD2727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298440-DC25-45CE-B8BE-59721B64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$50-$80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DF9DC3-63C1-4374-8068-78B761CF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A8270C-3712-409C-8D72-99E80049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$0.7k-$1.2k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10EDD2-2174-48F7-972F-1B4B897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13D2B1-CCC4-4729-8FE6-94DBC206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$4.2k-$7.1k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29D3AA-0DE2-46F0-A801-F2FA2239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615E95-BFE7-458A-880D-C0035C5D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free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448546-C553-4039-9C78-5555C826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BDE541-115C-4267-86A4-DA65B823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2E16B0-DAA3-4BE0-A41A-F9BD307B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B6B7C6-85AB-4AF1-9B5D-086F157F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$1k-$3k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BC82A4-CDBE-4DAA-A34C-C07F524E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C3FFFD-35A3-4C87-850A-47ECEA86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$5k-$15k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339341-B5A4-4684-94C4-6BC652A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8B02CA-C124-4733-8136-8B6D1FE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Инфраструктура / support / tools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E6685C-A24E-47AD-82CE-01868452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C52CB3-D1F7-4330-B664-6817E5CD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8BBCF7-4F12-44A0-AFBB-F2D1BA92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3CA21D-E8DD-47E5-B8BC-86B886BE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$500-$1.5k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172C5A-9142-45B4-A962-DF7CC0B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91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39C55A-BB3F-424F-AFD2-39EE745B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$2k-$6k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506194-C044-40E5-849D-DC05E9C1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D44B4C-3C80-47BA-A7BA-357C333A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C0F733-98C0-4B21-9393-FA66F660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1FB92A-5F6B-4B7F-BC1F-4310B964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обучение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E5F5A79-0ED9-4DCE-9BFE-F879AF40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77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473F463-AA7F-412D-86A8-E404E81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543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revenue-сигналы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C617D2-BDAC-4199-88DF-77F26C2F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77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EC49C5-EF9B-42F0-AE22-41700DE7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43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может стать small business, если CAC низкий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9961FE-6E64-4F9F-B3FD-69F80C88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92022467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26AEA-4837-44E5-9FD6-ADC7E40B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6B125-E4B3-4510-8BE0-55E4612D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04C0B-6D55-4FCC-B733-099B3EBE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04A65-DF5E-4B5A-8EDA-CA8B9939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22653-6F03-4267-B815-2C6D3AED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Финансовый путь: от проверки до cash-out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D7A9D-EA9E-4FE2-8E59-AF74C162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5087B-7D4B-458E-832A-4A67641E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47CF8-32CF-4730-BDA1-9A2D46CE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runway,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4CBC7-D13F-404B-9F02-1A3684C8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798C7-1545-4112-998B-CDB1AF5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82028-A354-4E6F-B03E-084AFA79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2DE35-4C43-4431-A31B-A1C52070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E4E9B-5242-4FB8-990E-DD347E58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E3233-91B0-446D-BAEB-3BBF909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Финансовый смысл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FD87E-217F-4AF3-B401-16AD7C4F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504DD-CBA6-4F33-8292-924EA2AB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4A6D7-96EB-413C-89F9-28B9A2B9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EE4FB-919B-4733-A649-1F612613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4D3AE-DD7E-41C5-8FF7-EB6CF668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FFA12-F36F-4E83-AE1B-DB1893E8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paid intent &gt;5%, Canvas causality &gt;50%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EAE47D-C195-4F3A-BEDC-4F830CC3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DE340-5DCF-46E6-87AE-A98A0B0D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выручка, а снятие главного product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D851F3-E9BA-4F77-947A-B9BB098B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25B1B-993C-45F9-A18C-9AC7878F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делать / не делать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3C843-4180-4A40-81D5-FF90A9F3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18A85-06FD-4E2E-8208-BD11667A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выручка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BA10C8-0C40-44D2-BCA2-08618080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F4933-56E9-4780-BD57-21E94DB2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payers, ~$1.3k MRR gross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AEACD3-DB1E-4C24-A513-05833AE1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733EB4-D549-45B7-A23D-C67DDFD9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подтверждение, что люди платят за формат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2EF345-544A-41C0-AAF6-B5F2B616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20E6E0-72C5-4200-BD69-D302C604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оставить price / поменять bundle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785B7A-14F5-41D2-9FF8-37EEEF8D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D6C6DD-6520-4886-A93B-BFA3463F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Путь к break-even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BEAAF-62DF-4986-92AC-952119B8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718DEB-FA54-4DBA-AAEB-A43310E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1k-2k payers, ~$13k-$26k MRR gross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A0CC79-D9C6-4976-9577-DFCC9419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AB0330-3D0F-4631-B8BD-F247B231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покрывает небольшой продуктовый/ops костяк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765136-83BE-42AF-A977-D683E93F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530EA5-0833-47F1-AA7F-6E2250A8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нанимать аккуратно, не раздувать burn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F274ED-A81F-46BF-B5F4-13428DF7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EC5D7-D2FD-4419-A02D-2398A65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Seed / стратегический рост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98DD4E-F96E-4136-9238-D5E42F73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D49FE6-693A-4439-861E-201DA6C7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5k-10k payers, ~$65k-$130k MRR gross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FEB2D7-002E-4D96-B82D-B082843C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24699D-6513-44CF-9744-580CDD16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инвестиционный или acquisition narrative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474703-87D4-4920-B18F-EF442380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2E44BD-37B4-42E0-8ECA-500E5D5F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масштабировать GTM и creator layer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57504E-7796-4CCB-916D-F8C1E58C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C0E805-4FC3-42C8-8664-3D40B4C2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Cash-out опция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9CE390-2B23-40BE-8D3D-75C7D2F9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77A46A-71C0-4AA9-A040-A3A9257C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$1M+ ARR, удержание и CAC доказаны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4BA8DA-04DB-442C-80FA-BC8A3B5E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6A5FF2-F0EE-4D12-BB87-F6E98168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обсуждать продажу, revenue-share или рост как standalone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4247F1-777F-4695-A71C-A92549AD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B4E38E-1787-4293-B186-5BF9B57B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выбор: cashflow business / seed / strategic exit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E14E5B-C949-4415-A69C-046F4341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7326003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1D09A9-1F4A-4B2E-BB27-CAA9E43C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3C5A8-6032-4954-95F6-3090080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8A141-81C9-4F47-8622-945A654E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CC8E5-C400-4281-B1A1-8CE14AF3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56B36-7D0F-47EC-BE77-F05CA444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AAFCD-B1E3-4D19-8BDB-A560F1D2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57F5E-FF83-4402-882F-CFF4C59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9F0F4-0D5F-415B-B20A-CB5F89FC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runway,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D4F36-785C-4149-ADFF-027C312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F41C4-F14A-43E4-AFFD-F158245D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A551E-C045-4E73-AF03-9AE54A99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B319A-9890-4876-9230-6B5A59E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DCCFF-AC48-4C3F-A4E5-45F15B4E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CC9B3-F972-48FF-A679-B6D89D6E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Year 1 runway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9D22A-0F4F-4AC1-A69E-21D0024E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FD58F-10E0-4FBB-A204-FDC844D2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реалистичный бюджет до сильной MVP-проверки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02509-CBD1-43D6-A222-A3FE3DFE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B0B34-A10C-48A7-8CC6-B0AFD59B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FE381-EE8E-4BC2-A05E-EC8598D9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443B0-5898-487C-996C-28A79246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AB232-24F8-49F4-8A46-6B181195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5F27B-3EA5-4BA9-BDC9-3C3F4DC3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843C0-70B3-4B8A-85F9-1BD1B3F6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8BC5D-E275-44F5-BF57-419CAF9B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D5404-5CF7-47DE-B20B-BA80D099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6046D-C23D-46C5-9765-5ED8B4D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19C2D8-4F12-48B4-8F9A-0140D32F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CB81FE-898B-4220-818B-895B4CF0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209900-2ED8-4AB8-A07B-436AA71A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7B083-EBA5-4DA9-9CCE-311AB0A1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8E3345-9C5F-424E-998C-AE7A9F4F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 / intent &gt;5%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6B330F-63A5-42DA-93A5-0DFECC15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F9D6E-F9DC-41C4-BDEC-EC16707D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80D79E-BE1C-4839-A616-4F4BE573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3D50A9-2DBB-41BA-8CC3-40F9325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72BE56-9F0F-4D22-A02B-47C147D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676889-26A9-4A8F-A8D1-A7629D64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CFCF8A-FBC7-43E2-8859-44F64756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EB22C4-BE3C-466A-BB2F-4E6F7401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770E4A-7AA9-4AC0-9FC3-7142FA5B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170DBA-F65B-4F1B-92D3-66D55B18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C9BFB4-B8F8-4DBD-903C-D95367A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386499-75FD-4C77-9E56-778CEFEF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D94952-DF28-4C29-9232-3F8663E4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214E95-2C79-46E1-BF3C-0F62994F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08A453-6186-49E1-9E1A-E8049237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A7E32C-359B-4492-85C1-64636705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48387430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9200CD-6936-4573-A653-34FB2520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877EF-1634-4BF4-AD5F-9D9F63C3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37E0B-EE43-4CB0-ACE1-22717930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FE1FA-FB43-49DD-8F29-2B624D34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4EC16-756C-4F2C-B251-6FCF2855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M1-M6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4127B-A275-412C-815B-288CB93A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007C4-0B8B-4D45-ABEE-2B3BD028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96A3B-E471-410F-9D88-A0955D6C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runway,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7389C-9FDB-40D6-AD8E-6137CEEE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11272-ACA4-4DE7-91C0-67940324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8CD81-70D4-4586-BD82-A54294D6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19501-6EF8-4C88-9606-6D144AB3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84706-B175-443C-A9AE-E0C1C890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7CAC7-C107-49F1-A4DD-0581437E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27BEE-210C-4445-86B5-920392B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7CC1E-EF25-4DBA-ADB7-603A9516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E96ED-D531-4740-A0B4-D95AC4D9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A9148-18CE-4EB3-8830-69FBB09E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94437-00A9-4E98-8EF2-4D8FF08D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98704-A94B-4730-8759-CA8E08ED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5381C-FB13-4282-AC44-C13B2752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84BCA-42CC-44DF-8C59-2CE5CCEF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E1228-1BD2-48E4-92CD-67CAEE2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E4034-842A-4D70-8018-683F5811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 sprint: визуалы, лендинг, интервью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A3A24-956E-41B9-A289-C8F7C0F7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80AE0A-E620-4C4F-8D77-1A09D2F9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0.1k /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8348BB-9FA0-4ED8-AF37-B66AAF4C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3EA52B-D466-4F27-8DBA-AE531E7E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21727-FE32-4DF3-9A79-D97FC769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1D0C4-826D-4BD6-9031-DD411327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4D2823-66EA-4ABE-B5B6-22125148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204484-9725-4BAA-84DC-DBBDC2B4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F0AB2A-2B29-4AD6-9D1F-4DF4E7BA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B7409D-9173-439A-876C-BDD8991D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DF1F45-5AC3-4E13-B1FF-3942BB2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E76B1F-3FF0-4910-82A0-0F0D8A67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+ first cohort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67DB64-42E4-43F1-8AD8-F9999B8E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3E0A26-3CE9-4819-BD4F-255E145F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 / 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DB34CE-0F59-482C-ABAE-58D1C1D4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9EE931-ACFC-4884-B56D-EB0AD8E5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$0-$0.1k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84412B-B1E6-4A59-B583-8BA415E2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7624A4-EF3A-40A2-922D-F76F0B1D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0FDEA4-3B04-420D-80FD-8EA74500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9B23B5-3E70-42D3-B8B5-AED8441F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50265D-A682-4A75-A845-077417BF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080FFC-B08C-4F63-AA62-F63238A5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EE0E0C-565E-442A-8ACD-8189BE2E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FAB0F6-4A4E-41D4-B085-B28A6196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build: weekly loop + paywall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83C5E0-6B87-47DE-8711-77F807B4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491B1D-4F17-44BC-87EB-F2FD3904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 / 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3C7A05-6EFD-4972-87D6-94F58CCC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056ABE-CF4E-4A5A-B7BE-489299C3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$0.3k-$0.5k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973D98-AB79-41BA-AD0B-C4AA2ADF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C9395-7419-48AB-8BD4-FD879CC2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5E15C3-2B2A-4EEA-A1EB-6243A027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E98AA4-54CB-46E3-B454-FDA6DB8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€20k-€31k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C0739C-9624-46A4-8472-56D957A2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9DAE01-5435-42BD-A6B9-7C27C2AA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E277CC-278A-43E9-B3F6-81B1AFBF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1E72C8-4544-4765-A22C-C08A364E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private beta + manual generation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3B1038-FE9C-4A57-88D8-C1390531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F1AAB2-19D8-4388-AF53-E402113E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3k / 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74C5C9-91A0-4BB3-898E-0087B8EF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295C53-D72A-4F11-9B55-80AAB7EB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$0.8k-$1.5k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E4DAEE-9688-4F17-A17B-796D93F6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D8D073-3EF7-4861-95A9-81570B63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6B881C-054F-4006-AEC7-F4B8B7CE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B74454-AD73-45B9-987A-24A78724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€31k-€50k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ADACA48-8CAC-4C9D-8BE0-01F2E7ED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CFF9C6-132B-43F7-AB04-4EEEA705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77ECDF-A327-47A1-9EC2-031119D1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0B8488-3D5C-481D-B0C0-AD9FFE58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tests + COGS tracking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5CCC6A-F003-4FA1-9D46-AA8DE15D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98E5C1E-CDE7-47D7-BC9E-F595FFA9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6k / 150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DD4965-D8AF-4170-9F20-44007A99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5997CA-C2AC-458B-8F5D-4349E8A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$1.5k-$3k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1D4B1A-2371-4022-9915-254145FD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9035F19-2687-4EE0-8518-3F76BE4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€15k-€25k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E31D8B9-02FD-4D4C-B1E1-CC7A0732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104A2B7-1B92-4DA5-BF9F-43908551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€44k-€73k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05FA9E-996A-4D76-8632-977292C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0442D3-6F1F-4E6C-9D1D-1FB7B9EA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A416683-61EC-43A9-973E-60E7F691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8D1C7B5-65E1-4A46-A4D2-A7A8B425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paywall iteration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C471817-CFDC-4F54-82DA-13366313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F90C874-20AE-403C-A3E8-FF527D4B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/ 300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BD41D17-C1F9-477E-A69B-E174E818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797A50-14EB-457C-9138-120ED19C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$3k-$6k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E8FCE29-1EFB-40BE-8B88-7C32F1DA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0AF6BDC-DB27-4BDD-959E-14A44F2C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€18k-€30k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9F732B0-1B35-4D14-AA95-2756BD6E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BC12A4D-E21A-42E3-8DB0-07BF61D0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€59k-€97k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48FEB46-D97A-460C-B74C-4C3A5B22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6 месяцев — это не cash-out, а поиск петли: paid intent, retention, COGS и понятность Life Canvas.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A1C805F-D570-4D0C-99F3-BACFEC9B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655182299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0EE165-EE78-426D-8CAC-5FC8361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49BDA-52ED-42E4-84C2-DC105C20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735D9-3836-4A51-BEBF-9381279D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1DDCD-0BCD-49A5-83BE-F4942CA8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A4D81-7FE8-474A-A656-D3894602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M7-M12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3449F-36E3-42CC-9121-311A512C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2F73B-1B87-4CCB-8752-13BA9E35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6F4C2-9A6A-4069-8222-612C03CE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runway,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81BFD-77A9-4330-B634-05803D9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CC7EF-B4C9-488C-AF4D-84CA5F4C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CD0D7-F124-4D17-8927-BD1CCF8B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75F7A-146F-4ADE-9D48-699754E4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9F5FB-AF56-43F9-A95F-C2C7903D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D059C-3477-4896-97B8-48F4B2EA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10188-E8E6-4DAC-9FBB-E87FA892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0133B-8FD1-4638-BE17-ABE6D89D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E361C-3B9C-42B3-B364-F9F7BC0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F280B-8506-44E0-930B-218FBF19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03E09-2AAC-4291-AAAF-BAC11D8A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BA7D0-4362-44E2-8B51-A4262278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7E7F0-467D-476A-9ADF-7C0A70CB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10E38-7688-4A8F-85DF-27CC583F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A6EC7-E715-4E93-8FB8-C814E4AD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53907-14D8-4D46-A2F0-83EBE546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beta + paid creative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45FEC-E664-4DF7-882B-E3D37921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B8B3B-DC7B-47F5-B291-F2825A72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15k / 450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1A7C6-1528-4715-9CEF-5682027A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77D0C9-DF38-4FC8-BD71-44BD448D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$5k-$9k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FD18A-FB1E-4404-9CCF-0F35E1CA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B6EBEA-2E6D-449A-B4E2-B5876618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€20k-€35k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79B3DB-0CAA-448E-BC56-E1EE31CF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D181B-B065-48BF-B08B-8E9B20D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€74k-€123k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391ED-B050-4019-954F-153529F9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FC2282-8FFD-4889-8DDE-60A3AE72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BBC789-3E9D-4C69-A74D-4FA1D1B0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9EA2E-D9BB-44E3-BAC4-2AB54FD3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annual/token 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66B0E9-E275-4227-80C1-2CC7C0E3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40BCDE-80BD-4E66-BB5F-DD87A048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 / 750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3355A7-D38C-4FA9-8F7F-FE5AD7C8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993B8F-8C34-41DC-9DC5-31CC0E82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$8k-$15k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A2C7FD-2715-4D71-A18B-46FE35AA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AFA483-E37C-442D-94E1-062AC354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€22k-€40k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16BC3B-8A23-4D4F-B8B6-932BEC78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8B9683-7BB4-48AA-AB37-245FBF4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€88k-€148k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07D4AC-AFE5-44C1-9A61-BC35E91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A67A05-1768-4803-8585-2A339619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5610B7-FB45-4FB5-A955-79E61925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D242AB-FAF3-41B9-BA99-FAD67657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cohorts + creator pack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A6B250-732B-4871-B7DC-512620D8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2F2AF2-3381-4ED4-858E-DCE705CD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40k / 1,200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C343D5-4FDA-455D-894C-4FDFBDE4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D65E82-3ECC-4C81-96AF-E7640B36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$12k-$25k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DF6F84-38DB-4D06-9A47-E17F5477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89188B-CB02-4187-9CC4-7CC0EC35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€25k-€45k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D1BFFC-26C1-40D8-9C8C-B97C515B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8BCCF3-8DC6-49E1-A30A-C8DC71FA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€101k-€168k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E563BB-E416-41B5-A815-8D6FDF7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703D0B-4D83-4023-854F-CF0FE06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C863F5-D2CF-45D1-BF38-93BF97D3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E62C12-EF3A-4B79-9FA6-E0E1181D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system + careful CAC tests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26FB7A-7FAB-4C59-BE7E-9FE84E0E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4E812E-4D2B-4C7B-884B-C8FB447B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60k / 1,800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E0FD74-592F-4FBE-9CB9-5F7F046D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CFC8DD-89E0-4370-A83C-77B84998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F5E320-030C-454F-BBAE-EE961BD1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72C8DC-2A0D-48F0-8825-3AD12F6E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D06EDA-F1FC-42BF-A134-0E848DD4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06ADA5-5462-4C39-BD92-7264DBD0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€113k-€183k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008A45-4806-4E38-BD75-40C3E288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4FB89B-14F7-4D1C-9A03-CE00C2B1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05D97FE-50AE-426F-8E13-F0A9BA6A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9E84FF-B47D-4A3E-9868-C2EC75D3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only if CAC/COGS сходятся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C7FEA1-2CAC-4E4D-A1F8-27624D31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2CDB94A-7067-4E50-8F7C-8396C1A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90k / 3,000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06517DA-43EC-41AA-B71A-ED6B70D7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5174CF-1BED-40F2-8368-75F4091F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$30k-$65k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7D687E0-94AE-4B34-8981-74A4BF52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A9CF89A-7CEC-401C-AFEC-0C29E11B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€35k-€65k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7C45B89-10AF-4C9E-81FF-4F68A2CB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578D49-CC01-4336-AE82-36BE193B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€118k-€183k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7A536D-9990-4055-A631-45AF2076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7B841A-A49C-45B4-A2BF-D02565E9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5AA871-3C91-402E-A951-096DB339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A31DE72-724D-4C6E-815F-106933DF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 / seed story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650942-7216-4C5A-B2BD-579A46AF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61167A-E7B5-4120-B9AA-E4B4DA7E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/ 6,750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E2F49DD-8B90-4BD2-B2CA-CF29E98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FA2852-1D78-405C-A8B8-EA370D5C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$60k-$100k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E72CD5-1F90-4146-86E5-7D9AC98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BC96C6-2AC1-44BE-B04B-4EE8C7C0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9FF1C44-8B42-4CC3-9D15-5C888BC6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B6B8E2F-ED3D-42BA-8FE0-1524A607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peak €80k-€150k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659AA33-0775-4C0D-8849-4DF92AA2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Итог: первый год лучше планировать как €80k-€150k runway. €4k-€10k — только первая проверка, а не весь продукт.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1FF72D-2181-4CB8-A3DA-C15402D3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0170488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7BF2EA-C3B9-448A-B09E-5A6C36B0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72882-07CC-4745-A13D-CDFF02D9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C5EF2-19B6-4F61-933D-4524043F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F5C70-8EA7-4C0E-A0EE-9BCE334E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94247-5DEC-4EC6-A052-59518CB9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Квартальная модель: выручка, расходы, runway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7DD6E-E865-4F53-82E9-8FF607F3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892C5-0588-4A95-99D2-DA7C92E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2FAEF-4914-45BB-B955-55397339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runway,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BB10D-9A37-44C1-B038-4B03903B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67691-5FC7-4CA0-BB84-128A1F31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D0FC3-A993-4A1A-A613-9A4E601C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9E6CE-2AFE-4884-98BC-85597E2A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98238-DB50-4177-9E4D-A64E9055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89C07-ED65-4B94-B493-09B6102C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AE2A7-B3D0-43C4-88C7-93512373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44B5E-A225-4DCD-AE0B-EFAB7F9A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3C212-0FF6-45D9-9C8E-173E630C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B8906-02D6-4B12-9757-195BF6F7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FC735-BDE5-4FC6-A04F-AC3059E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00652-0231-4678-8DB6-C1CDA290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C08A9-1525-4C08-922A-43ABA5CA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C9743-13E8-47B2-B021-8648C8CF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на конец периода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96C30-C3D5-4F03-BDEB-6FD61AF0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4D5AC-C123-4A5F-808A-8322D302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0.5k-2k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94273-846C-45DC-B25F-81E5BB42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11B59-1DD2-43AD-81EF-A90C6344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5k-15k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23EDA-1896-433C-9400-9F35EE8D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AC18B-8A33-40B6-853A-84AFBE56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20k-60k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1C6C1-BFF1-4745-A978-8C862CD1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42BCA2-7DE0-44BE-80F9-196FDD6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50k-150k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2CE51-C9CD-4D04-A264-F27E18E3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8555D5-6D38-43C5-8EAA-B0191319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цель: доказать 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439808-54D1-4441-9E61-BD71CDE3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7B04C9-5AA9-445F-8D03-47F71B87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на конец периода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D5A01A-EA3A-4E37-A0B6-71F0F75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AB2EB-E5F9-4560-AF17-516B4278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810EAF-84C5-414D-81E5-5B69327F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1856F3-4F19-45FB-8EBF-4548689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150-500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6E3F13-E142-4094-B6CC-8A498287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7D8BB8-CEBA-4960-92E2-4960884F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600-2,000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60C21B-363E-4E30-A611-58B9DE2F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160B17-5EF4-43E5-9076-42BDE087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1,500-6,750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06AA39-BE9F-493D-B6C8-D74C0B85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A19C9C-DFD0-4877-9BBC-9F3B65D5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2-4.5%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E30CAD-F12C-4F2B-8B94-09AFE7D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F385A5-E09B-4979-B7C3-B3BB7AE4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Валовая выручка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5FD2C7-51DF-46C3-B6E5-3BFB910A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B6F23F-7A86-417F-A0BB-BDF983FD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$0.5k-$2k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AA12E6-175B-47BE-A931-62896FE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3F2FF2-5A3D-4529-A5B3-E0B47AE1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$3k-$10k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C56BE8-8023-4F4D-A0F0-3C2DEB58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C742D2-6CE0-4E5F-991F-8D33FC0A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$18k-$47k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E97B63-D620-4AA4-A77C-DBB93793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8F9694-FE29-415A-B9B9-6CD340F5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$60k-$150k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C1A164-8390-4E93-AE41-AA628E54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5F20E3-0839-421A-832F-F7107D3E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$80k-$210k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F5F43B-DDF5-4415-BE7E-DF0DFCAA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CFA455-17C6-4D77-BC5D-60210B1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+ AI + infra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E67305-199C-4987-90F5-275E38F5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B5F386-8F0F-46A1-BF78-5BF41B7A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€12k-€22k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89CFDC-DA38-4F13-8B78-2F081A51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580664-9F88-4552-994D-FFBF1500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6B63B2-484C-4BF6-B602-2AE0AEDC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935AB6-68F9-4A57-8778-C373269D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2F34A5-D4A0-4426-BB18-35CCABD2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4D4EAD-8A16-483A-B810-CABADA76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€55k-€100k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06DAAA-6C84-47C4-974D-79EF8870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0BA05E-1119-49DD-B007-9BC253D2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€140k-€257k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1DD222-C4A2-4A82-846B-C21E086A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3DC228-5346-4084-923C-575789C8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Marketing / launch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58E552-C26D-4EF0-B539-B9AFDC0A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93C3C4-DA3B-43F1-B272-DF9CC150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€3k-€8k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1A5588-81AC-4153-A019-847BF9AA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656244-D5E2-4173-8456-F90E6D03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€8k-€18k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B41546-6C94-46F3-BFCD-03C2BAB6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EEE70A-C631-4F83-8528-DE00D460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€15k-€35k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8D214F9-BB19-40C2-9997-826E55DE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E3C91F-4D04-4DE0-B054-EEF17870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8B8E35-AD1B-4C51-990C-25D269AB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ABD475A-2A64-436A-A4BD-9039B72D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€51k-€121k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97031F1-9C7A-4122-A96E-757C0708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941B6F-1D0A-44D2-B0B3-37B96FA8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Чистый cashflow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89CBD1B-1B18-4F91-95AC-9E47090F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EFC690-2A12-4A37-9C75-25626C43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-€15k…-€28k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DEA35B5-A1DF-4F3C-9CA1-0BF47ABB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3B904D7-C2D9-4BA4-8C01-BB76D9D6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-€35k…-€60k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335C67-5E2C-4853-B58E-07D08B9F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32AA866-D822-4FE4-84E5-DB81CD9D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-€40k…-€70k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454145D-458D-4A4E-8659-C629F3F1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6FFF78B-7583-4CD2-AE42-2618CB6F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-€10k…+€20k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40295A7-9836-4C13-86A1-6C7C4271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681B9ED-BA75-4374-A146-0D203731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 need ~€80k-€150k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82BE4BB-E106-46C5-8D3B-BDEB99E8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в base-case вероятнее не в первые 3 месяца, а ближе к Q4 / Q1 следующего года.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9530493-84FC-45B9-AF6F-A7BE3E7B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5335296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71D71D-538D-4961-9F41-E606159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374A3-5FAF-420E-9C3F-D584532E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D34E1-867E-4616-9BE0-EFD68A1F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82533-4084-444D-8E7C-239BC786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ECC31-926C-4DAF-8313-2DB77A01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4574F-E9C7-44BC-8040-44F9F537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3CE02-0E08-4814-85FD-ED7D49EC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4EB4F-1C0B-46AF-8470-4BDB89BE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runway,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0CDF8-1CA3-4CC6-989E-14433293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FE3D3-4900-455A-ABF5-3D927017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EF1F3-DFA7-4A4E-9B8A-29872F5D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E6350-C7C2-4412-9BB7-EE07411A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F3844-9984-4AFD-869B-3D2BA3B0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DCC29-6647-4F4F-B8B1-7156C992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F6598-DC4E-45BF-AFBB-09F1E50A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87974-AB0E-4EFC-8F51-3B3CEE67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5DFDD-B3F6-4423-A4B8-2DEE8849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66F71-3F64-4DEA-98A3-F647E34F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F3086-DF55-4F55-A7E8-5294CB89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9ECB6-6CFA-4A79-8ACA-98EF4D75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025D2-B91E-4D3C-B547-A53111C7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E24D1-0FF2-46CC-A4F4-9662C44D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C5E17-3DD3-4A40-B31E-9A5723B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3650D-49C0-4A8C-A8CE-DBC48F6F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846DD-7833-4399-904D-DB3FE301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A20E0-E90A-42AB-8808-8E3826A0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C78E7-BE62-458B-B0C8-B139F014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2BDDC7-8036-4828-B996-088BD9AB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E132BC-EE1B-4588-8366-0D4AF359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E78D4-3221-4254-A089-5A442952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F06C40-C792-4B28-AA4A-9E6DAF73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B54781-8BCE-464B-8CA8-CAC8A6A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56B199-62C7-46B4-AE50-0206E18C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CB4289-F516-468D-AEB9-8D948B41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0A3545-C4C7-42A8-935A-645501FE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573659-4097-4B8B-BA6B-30F6B0EF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F52AFD-0864-429D-8B24-BDB3FB67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F336B9-F1F2-4529-A0F4-F90513A7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627C7B-8CE3-468A-B945-DB0AD1FD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910B60-F50C-432C-B9F3-DDC54EB8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999C72-51C2-4E4B-8882-D1925EEC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53BAF9-D819-4A4F-90C1-26300D5D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4291FD-3874-4809-AB25-D2008CD6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BF7495-7B42-46FB-A0C8-0E4D9CF2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B729B1-A3E2-454C-9985-E198F50D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D33BCD-6032-491E-97A5-E02675C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0EDDBE-0E24-4D4C-B43B-5D1D5165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B569E6-A266-4EC1-A8BE-20F98CA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48DC07-6897-49B6-A028-3C3EE9F9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B4A19F-B4E5-4E20-8ED0-71B84035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326E85-215D-45EC-B09C-2A03719B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20AB2F-16F4-402D-A247-93BB573B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9FD774-650F-48A8-90A8-9FC0FA8C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348282-1EEB-4E1B-9775-45758B56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80AAB5-4722-4237-8944-605CBF33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E1E3E4-86BF-43C8-985E-8CA85C4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C9AF52-A9AB-4581-8D4C-E93C7807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769D64-2011-40F5-ADE7-10F00FE4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CB4ADC-EC08-41FB-8C4D-233FD1BA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A8D2DD-BA41-46BC-8159-1DF2D8C7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5041A1-7D5B-41C6-8BEE-F2AB8C79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365ADE-9724-43BF-9A9B-7B4EEAB1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293FEA-B465-4B73-A5AA-DC90D9CD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1A210D-C206-4679-AC79-21635B96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9E7177-6011-4581-AD87-E65A80CD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036693-3962-4AA2-B9F1-87A44ACF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DD36C9-65B3-40DF-941C-FFAB4084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9C056E-C4F9-493D-BB83-2AC42E5F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FB000C-7773-4BDA-B86A-61F0648F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1EE4BF-BA67-404F-8468-DE618AEF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49196606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CE6D94-E947-40F1-91EC-5B7B5092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E5083-283D-4C88-9F22-815037CA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1A41D-3372-4954-B547-175DF54C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DB63A-B6CB-4509-9CC8-5C5E4BA8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F64DA-DDB4-4BD5-9185-F53D6170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Маркетинговые бенчмарки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ADB58-CC7F-4F68-B416-69CC143A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E471A-95E8-4D7B-A07B-DB8CFEF9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FA67C-E723-4BAB-B735-60BBBA4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activation, paid intent,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7D4F6-FD69-47BA-8B80-805E6248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BCA6D-EDEF-4FB9-A79E-54E08955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Конкурент / архетип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61761-25A4-491B-9AA8-7B86B941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763E7-14A4-4497-91D8-E1CB5574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marketing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36742-35E4-4735-9069-26FD0511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60BA5-C6AD-40D3-97EB-2A5409D9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BD79E-79B2-4BE8-8855-E45042A1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A4FA9-5BAD-4304-8D6F-180455AF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использовать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FAE94-80C2-43FE-A360-8AC039CC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D2C44-B58D-4856-8EF0-CB829F05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F53BB-26F8-4785-9FC7-D7F7918F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1AF77-A3DC-4D13-8107-52F74EE4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$6.8M/мес estimated YouTube ad spend; 620 creatives; 18.6M visits Jan 2026; 50 landing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9C90E-4581-4D66-BA17-7D9D4DE3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05D98-BB54-4ECC-BBA6-446AF8A5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требует высокий LTV и агрессивную funnel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6D5BA-DFB3-48DD-A09A-E641CB20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0AC3C-149B-409F-8E23-A3C9B8F8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как paid-test inspiration, не MVP operating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56C5D-D825-4BE0-B72A-278A9FF5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3104D-298E-4AFF-A122-7A915BAD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prelands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F3C0A-F94E-478A-BD41-3321F977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63A652-630C-4B69-A889-FBFD5C75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 10% ad traffic; marriage compatibility 8.2%; aura reading 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28D83-F254-47FE-BB67-AE5EEC33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DCC12-012B-4F7A-AFDA-69A461A6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curiosity hooks могут выглядеть scammy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0BE9B2-8F18-4559-87DB-3791F30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150D5B-09FF-4998-936F-0189E364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аккуратно тестировать future-self / visual week / relationship 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DBEC4B-23B2-4450-AC30-BD60E2AA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B7132A-6883-4265-A2C2-7978FF7F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F7EB04-0BA8-4E49-8ABC-889E4F8E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DFA891-D4B6-4C67-A2A3-B30472DD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20M+ downloads без real marketing spend; 25% young US women 18-25 downloaded historically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C0BD74-BA9F-4065-9A4D-85628A03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FEF409-90BF-45E0-B1B9-528811C0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virality сложно повторить искусственно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EAC4B5-93B9-467A-BC58-4564DC24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8B1F05-D971-4A30-ADD1-027F8611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строить shareable identity language и relationship/social hooks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75756C-18C4-4BEF-B0EC-99621DB4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70B494-01A2-4753-ABAB-4009A4A1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2990C7-7BAF-4F03-814F-8EEBF351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4AB00A-C0A6-47C3-B01F-E747465A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FY25 total expenses Rs 1,129 crore; marketing/tech/ops/talent growth cited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D75500-F876-4A8F-8039-0243E198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1709ED-A75B-49FD-8A94-A506DF60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marketplace growth дорогой операционно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3AD3C4-A14E-42CB-AB82-B5F9CA6B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AE6813-633E-4A34-A3A1-B08EAB7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начинать с marketplace/expert model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1EE1E1-AA39-4D63-AD29-97EA4C11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6EBAA3-6DD6-4997-B516-4F49F37F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CHANI / Waking Up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72A6FE-A127-4F5F-A92A-C3204778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7F56E3-71F7-4009-ABA5-ABF0D9BC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founder/teacher voice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7CC54D-914A-40BB-B6C9-1D291B36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94A844-ECDF-4616-9E12-77938B1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требует настоящей authority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AF6193-1445-44A6-B747-C31DD8A5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C4BABF-082B-4C4F-B77A-4812C771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экспертизу Алины без guru 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2D1772-C2BB-4E49-8E7E-4CC3053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Sources: Web2App World, Axios/TIME, Moneycontrol/ET-style reporting и qualitative product observations.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15459A-FE42-4D99-A2DB-F9BF3677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9353686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1E200-764B-4634-96F4-2252177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2917A-3A53-4673-9AB8-24EA5492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C0C9C-4AFB-48BA-A5EA-87E68BF1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A48BC-EBE0-4249-AA27-FAD3C8BD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71C1F-FC45-4629-AA43-CDAC6625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C4299-C28F-4C34-96A2-BA9091B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09C73-8D90-40BB-84CF-454BEEDF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80461-8F92-4B52-BA7C-1294DDA3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activation, paid intent,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C347C-C0D4-4C6D-B00C-E3CC15C5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C0DAA-5C4E-40D2-B511-9615BE0B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B2ECC-BD0E-4FAA-8FF0-9C436E1D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9FA03-6FE6-4153-8DD1-46A7166C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300FF-52F7-484F-87AD-08F8DEA0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9E077-7B27-45D4-9CB5-AF16B62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57263-52C1-427F-9773-D75958B6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8FABC-D3F7-4BE6-815D-A7CECB6C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591FF-A6C7-4804-A45B-41EB9802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5AF40-61FF-4DB0-8FB2-B6162E3C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95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4C145-7AE1-42B7-B1D6-2D2F4A96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B4720-13CB-4414-9165-ACB96AB7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2084C-249E-45F7-B528-85C02064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D96E4-500B-48E4-B27D-48A3B090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1F0F3-279B-431C-AC3A-BA744926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E3215F-0B79-4F2B-BA7C-F51DCFF2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8A9B8-64C4-4738-B5C4-E006592B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62157-8E5B-43E9-A932-0DE3C530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52216B-5CEE-4B88-AB94-2E907AF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62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2AC4F-BBB0-4A72-BE99-8383364E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9701BE-340C-4559-911C-926BA525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30F5A-A9B8-4593-A1E8-6B60DACE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4F81E7-EC8F-4E2F-AC9E-E61C5089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CE9D7-99E6-4C52-8666-627B0427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025EEB-C04C-4181-8AC2-D9A2BB3A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CEB238-F42B-4356-A624-6632354F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848F1E-F2E3-4432-AC9F-9D6D8387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81628C-7447-4280-A6AF-36C8771A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3C8B2C-B22C-4E24-B344-BC491A92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8B4E9F-C833-46AB-B2B7-7C220E04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1DA8F3-B980-494F-8664-6D808541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C566F2-73EA-41FE-94D2-D4877712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9E0400-2792-4ED0-8F2D-29D768BE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8DB27B-DEAF-4000-8CA4-0CC8C0F7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B477C3-75EF-4D37-BFBC-84E87442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6C9B48-ED0D-4954-9E5B-BFF5855A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DAF00C-84D7-46C7-A9C7-5E8346D9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43E120-3F39-4417-A453-BC62A9F5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A0FA42-CA09-4A25-B773-5DE4A492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7AC9CB-6DD4-4912-938C-32CBA20E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42A2DB-2772-4B3C-A875-1654839B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9F5AB9-289E-485F-BC14-0C76DF41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722987-75BB-4974-948E-651161C1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45D21D-2A1B-4A17-818D-6BA4CC9A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3C8C1B-A1EA-4E62-B596-D92A079C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63F0CE-E7F3-4FCA-B617-F58FB2DC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569F5A-A445-44CA-B000-224B3DCE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465C5E-A790-4482-9371-FC66F17F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1D21C4-AD6F-4038-95A1-D64218F6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683FD1-A308-46A8-87E7-FC9E8116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49AC6C-38EF-464A-A896-E2321EA4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FC8B58-0AC5-47DD-94D8-B5F041F1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DE5248-F908-4A8C-80CC-841CACBD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4D1950-0530-4498-8355-59C3B117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078AC5-19F6-4765-8497-8696351E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A3D5D0-C604-445C-8CDF-D588D617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2D70B5-73F4-4D88-BB74-3942A94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8D92FB-5260-46AC-B769-6C4E3B97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2E7C8C-9C56-44F2-9E70-B9D1184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890D57-5A6E-4700-9F65-BADC63C2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C45C13-BFA2-49DF-8AA4-D18A92FD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61EB91-32A5-410F-9041-3D2FE464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E438BA-E6B8-45B9-94F0-15A3A478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41F813-3D62-4B01-ACD0-2C13E0F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3A2184-6239-480A-8743-24CF69AA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5E9C621-43E8-46BD-A696-CD00A1B3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D45324-A5E9-4B2F-922F-465E7FD4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7E062F7-2C06-4486-A102-85518F27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F49B18-3DD1-4890-8FE2-95A8444D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9635D7-33D3-48DB-95D7-6EC01465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A7D098F-FA8F-4AF6-925E-0109AA3C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0ED7413-E65B-42E3-946D-05DA92AE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4011513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C87809-E0AD-4D50-8E5A-FE7778D7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68FCC-6D86-496D-A551-BF3952C6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05653-1F84-4F9D-A01A-54598376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F2DAD-8056-4BDE-80E5-D9B57F2B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1E8A5-4FE1-4530-A073-D25CB14C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2FA0D-12AF-4169-9B57-8A6254AB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35973-7257-49BC-B32B-A1AC3BB3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E942B-90C4-43A1-A231-34FD661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activation, paid intent,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3AEDD-CBF4-492F-A0A1-B3DB6260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BBA44-222D-49BC-84CA-F6B6AA6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EF0C8-30FA-4EB2-A161-88EAA5D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9463C-A162-4E4A-BA86-2C804A76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94DA3-23F3-48F8-8017-93AC3074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281C3-93D4-423B-BAD9-56277D64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делаем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C3C57-A4C3-44AA-BD60-62287D45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44824-52B4-4379-8BC6-A294E851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стать понятно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37243-E417-4BF6-B174-769F3805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9CF9C-2156-46C0-AAC1-B6097C4F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05A92-A370-4474-8CC4-A1FF739F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13720-50BC-4FE9-AF93-E3E7817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D4505-E6EC-4476-8A86-82C7E48F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8BC23-FA72-464F-BAEA-BFF336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4AB2B5-51BB-402D-8404-B2C99AB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04A66-1AB5-4E20-AFB6-4E3C64E3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62639-CC65-4381-941B-E4C6698A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FDDB90-57A8-41E0-A7C7-944D2B5E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D13DC-D9BD-43F5-9643-23BBA2AF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7294C-1166-4FDB-A7E1-1026FEE6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AED35-DE87-4ABB-9CD2-13A85754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BCA8E-9C48-46F8-8036-ABEE2A0F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31AAC-8C26-4D64-A37C-C1DC3FA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818143-5A36-4CAD-8BB9-A224F1FB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3D1643-4789-4F94-B9E3-D6CC212A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EA1DE2-940D-4720-8EBF-A8F6C0B6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526CB8-8F30-4727-8515-FD79E5C0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C29100-F77D-46FF-A642-134AC516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3EBE66-7190-4E01-A076-1A51F153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4D6F21-248D-4E5E-BF3A-E7FBED45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C68FDB-627D-4F52-9CD5-B2692F6D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E06AD1-22DB-4FE6-89AD-214EC637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F4AE58-667B-49C1-8E36-AF9504F0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76A9DC-32A1-4E13-8FD0-10461C93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C76EE8-A6E3-4FCF-AC07-0151341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DF2941-4617-4A28-9DD4-FD7E90A4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D4F35F-6C59-4E95-9FE2-9F7891B4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4E618C-5756-4564-A5F2-4ED2BE5C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C5AAD6-4E91-4AA1-82A1-E368537C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80602E-427E-4C50-90B7-07574CB8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9E2C98-E1F3-45E5-8320-3D53E8EC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DA1CE6-DBB9-4AB4-8698-52F67511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6628F7-87D1-4D60-8FE3-19A70A8D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32A581-32C3-4034-AAAD-180806C6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EA5F93-ABDC-422E-A669-82179A6A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F95D62-8990-4C72-AFF1-0EEF7D9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FCA541-31E4-42D6-AB41-52BAB27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93913C-5670-4411-8698-25C706B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099F66-415F-4A3C-87E8-6E62C3B4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91520101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79B1B9-9BEE-4C8C-92EB-BBB1DC9F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49A31-AA0C-4DF0-8F2D-5D4C974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39A8C-0013-4564-92B5-FAFB941D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EABA7-9886-4E9D-9C5C-348594EE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6E211-85BA-47E7-AD33-4BF8196A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Матрица маркетинговых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B35C7-D8F1-4827-9988-FE107305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AB3E6-FEEA-4916-A488-3691551F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3CCB7-0D40-4864-87AB-6D738037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activation, paid intent,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2D357-90C9-46CC-9002-731AF797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37A9A-4B6C-4A46-BCB1-25C31591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8BE6E-424F-422A-AC36-6153D917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F5FAE-B1DC-4E76-9878-2DC0F98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5130C-871E-4193-90A2-C818F659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D0C7E-642F-465D-8B78-C5B8BBCD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3274F-DA60-4BF8-BA4B-7FE4B980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E6F81-FBAC-47DE-B304-E9EDEB0A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EC06A-1886-4D27-A9ED-321D1C74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7F4D5-B339-4789-AE00-8B09A6DD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“Твоя неделя как трейлер”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7581B-FFE5-4547-8AAC-371889E6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CB2F4-F99A-4D0F-8BA4-F74E99A8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self-growth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52CA7-8E98-49B6-92E4-FAF4210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1D4A4-4D86-4792-A7AF-D7B195A5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short video before/after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2876F-BECD-45E1-826B-8ADBD197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85ED15-FB8F-4539-AA12-B3EACE8B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свой week trailer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35C95-D421-4928-9A76-59BC87B4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A5E4B-5481-44C9-8327-AFF58C61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“Не гороскоп, а план недели”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2B340-23DA-4DD8-AF51-1BA12080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DE9A22-6905-4C1C-AFFA-2F91597E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астро-аудитория с усталостью от generic прогнозов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A64187-EA86-47E1-BA9A-618C50EF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CB9E78-65F5-4B55-8A62-81CE8A69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explanation + example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4B9BAA-3F37-4630-9682-2760D4AA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2998EB-2DC3-4CE6-899C-9E4684D7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пройти 7-day season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38E100-8C33-4561-A041-5D5FA2A6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06A25F-85B4-4523-AD51-540ABAA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“Future self изменился”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3F9D30-A9BF-4189-A074-89EF1653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410B7D-5F78-4BCD-B2B5-837B2E5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women 20-35, self-improvement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5ECE68-08EB-4CD4-9E0C-7ED8736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0376F0-F781-4C8C-A35B-9FBB8376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до/после Life Canvas + действие дня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17D2BE-F388-46F4-8543-A53AD1C9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B81B7D-4D8D-446B-8DD8-75482EF1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увидеть future-self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ECFBE2-DCBA-4C49-B34E-000A942B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95119C-A3D9-405B-9CAF-3353817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“Карманный прогнозист”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4EE0B2-6E01-4FE8-AC69-046729EE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9C92A6-18FF-4848-A280-331F2B0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люди, которым нужен личный ориентир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2E2683-F1BE-44BF-8E4C-CB5C4488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B3EAA9-E5B3-48CD-8F4E-1DBC671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screen walkthrough assistant memory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0BCCB6-3532-4301-956A-C23315F5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8A78E7-DFB3-4BD1-A59C-93E0448B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прогноз недели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E6C4D7-F8A9-46C1-B6D0-21793413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69A2C6-B763-4B5B-9F9F-A017AD24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“Relationship / decision week”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07C46E-F955-445E-805D-8F0B8B48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94D929-5D73-4FE7-875C-F209B44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high-intent emotional moments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31C1C9-4A88-4FA8-B3C5-AEACE396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E178EA-097A-4DFC-9C07-0F87A25D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недели + персональный вопрос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2F667A-6043-4007-B06E-F196BE8E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51E6A4-FF8C-4E9B-9CC2-703A9181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разбор недели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D9E768-98D1-4BA5-96EF-91BDC4C2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10554048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D9578-902F-457A-94F2-362ED625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26ADD-A954-4A8A-880E-10E9008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4FEC7-37D6-4FD1-937D-7BFD8B0B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EB229-CE15-4747-BB20-CD4668C8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B31D3-5395-454C-9A4E-A60A6876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Go-to-Market стратегия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8B7BD-198A-46B6-9E48-29C04B69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377FB-48DA-4F93-B207-EB2935FD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1. Первые 100 не покупаются рекламой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84F35-1835-41B7-BE48-8F326886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 users, interviews, ручные weekly forecasts и concierge cohort. Цель: понять loop, а не installs.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CFB59-CF15-43AE-A0E1-BB1FD0C4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2. Creator-led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6FF6C-2229-48A5-B947-55233C89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micro creators в astrology/self-growth/visual AI проходят 7-day season и показывают опыт, не generic 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283BE-C62C-46B6-867F-4DB1BC0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3. Short-form hooks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22517-ED20-4681-A2CF-D6A607F3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future-self, weekly forecast, avatar transformation, “not horoscope”, before/after Life Canvas и paid-intent CTA.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A1F58-9D2C-49B4-99D5-0108139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4. Shareable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44320-EC1C-4E29-A618-66FBFA27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card, season recap, future-self poster и trailer week как viral layer после value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40E60-1D4F-46F4-A41A-44C4EDD0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29293442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34DCC2-AEDD-4CF4-8E82-4D9AB030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C246A-8D9F-4E56-B800-E2643047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9EC63-FEE3-4F26-9368-2E4AD2CB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CC8D8-BEC3-416F-B91F-D5640EF0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A699C-D9BA-41D4-BD7D-5B19AB28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B9BD8-5AEB-4568-8D52-DB303430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01A9C-5A76-411B-9DA9-94CF31A4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60DBD-9C07-4819-A0C0-89E7B15E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gate,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26AAA-EE5C-4853-8920-394C644D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A1A6E-1A45-471B-BC4A-D7E17136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73C6F-1E56-4063-BF28-E5CF6871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82F5E-AB3C-4A87-BD68-994C58E4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9ADE9-D1AA-4FCE-8031-498009B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E3CCB-8DB8-4866-9B91-EACCAB77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FBAD5-E68F-4977-9A2D-D9A12690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0246F-69CA-4034-BC6E-CFCAA987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FAA03-3059-43F1-9E7F-91C295BE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9048C-29DF-4DB7-A296-406C122D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41F76-766B-4962-BC4B-0750AC2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703B9-CD66-441A-B833-58760531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9D61C-8FBC-477E-86F9-E5DA5FF1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1C29F-A218-4C5D-BF3F-5334646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BD0D59-891E-44BF-BA1D-40455336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46983327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74690B-44E2-454E-9BA8-8284CEC7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DC049-22D6-4D5D-96BA-163A5C3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D00EE-20DA-4F7D-9423-C46A9770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4D25A-0E53-4432-8703-29C76DB9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0C2E5-F950-47F6-8B80-F4436CA6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17188-0C36-4B65-861E-ED664B4C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529CE-80ED-4345-8A86-F5AE368E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1188A-733C-4529-BF59-7BCBA509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gate,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CDA8D-EC8A-46A7-B68F-5CD0EA4D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ADEE2-49A4-4545-924C-223F6246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4E3CF-896C-41EB-A959-91FF726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E2F5F-C03D-4E93-AC85-35A72950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2959F-EADC-43E4-A153-F43E9DF7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1EF62-8DA0-4028-BEC5-B414CBA2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1A9AA-B6EF-4DFE-BC8D-0F1133DC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81CE5-8745-4D07-B0A2-C34CA4F0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C3F0D-31B3-45C4-9F89-A7A79FE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51023-81AB-49CC-A36A-6BDA15F7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0B272-7718-4E2F-9875-7B0D6B0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21FEE-DFEB-4F2D-86EC-8FD003A0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C197F-A8BF-4D14-96E7-279B21E0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F7702-ACFD-44B7-97FC-7A47C3D5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F4761-F67A-40B2-BE38-D896A075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81222-3E8B-4A14-B587-85F7350A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BDE4A-C623-48E3-902E-930DC6F7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17122-44CF-46FC-B471-6565CE99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84B13-F756-45CC-8AC6-80D0DED4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7D785F-300A-40C6-8555-807B7A07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0CC6B-E7FF-4060-8FB4-79D70318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274174-AE61-4A40-9057-A4783B7B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EB0D1F-A597-407B-975E-96161AD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B48740-F7B3-451D-8BD2-30E4A7FC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D727FB-8017-4300-B4D5-3C2FE01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D90965-4408-4F1B-98A2-693D8FF8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03BB08-83A0-4E4B-AEA7-B026A103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4E2A3B-E32D-4342-9EFB-2990A307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2F3065-413F-4630-B215-D82DF718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111A63-F29A-4C52-8A4C-6E3A2AD1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qualitative objections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8685A4-0AD1-4656-AA5F-0745826B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BE42BF-9179-46E9-99FA-9A409034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E73284-BC0F-40A4-B3C0-401CA9BF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762266-A933-4074-8BA0-B9532388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19F044-6201-40FD-A259-EFD75B6E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230249-9562-417E-9BDE-B4A3A6EC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6C58D0-165D-4027-8527-9B8E4C32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419740-70B9-4847-8014-1D6E4ED3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AED7D0-4066-4FE3-822E-411F3CC2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887607-F4E8-482B-B5DF-DB376B32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C14049-4D8D-4480-8437-F6B1CECC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75288565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B1DDB-C241-4C17-9873-FFF48C58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C6AC9-6E3C-462C-9FE4-4456ABFF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5F020-CB40-4119-8F96-9C08EBB1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C83D4-F571-4194-A573-1FFB0E9F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E1BCA-D9A9-4167-8E67-7197C9EC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44723-E223-4F5D-8BBC-226A88B7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F71C-ECFE-4A4F-9E63-FFCADAD4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AAD59-C63A-4631-BE2B-2CD18B0E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gate,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A15BA-3FEA-41BF-AC80-6025FAC1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D4173-3C1A-4C8A-AA14-BA9B8FB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2984F-7D92-4371-9AC9-D87236B2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1269F-F2CB-4CA1-8D7A-92360A06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03298-BDA7-4DA8-975F-269B772A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B360E-6A96-4819-B5F1-E79594F8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19317-E66D-44F6-ACDD-0C7DD22A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ADA9C-B1A2-4D04-8ADD-5B74A14A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C7273-3EA3-4271-A1FE-D216010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04433-4BAA-4F95-84DF-44EA7006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72425-70B9-49FD-96EC-65048DF4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E0F41-106F-407C-895B-0BF5A73F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62F5B-62EE-4B5E-A160-71419A0E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5F1C3-987F-4C86-8936-7AAE61DC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4C477-68EA-4A35-A863-5654507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EBEE9-F876-4E2A-AB77-811F26D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53A22-B898-44EC-A8BB-DBE0C493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174C0-38C5-4357-9243-E7D04C81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7AD53-9099-46C1-8180-9145B4D0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2DCFB-4758-4F87-9E5B-165BB3AA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3D9434-58B0-4252-8894-B325BE9C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9EE42-F873-42A0-9D91-D03C908A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2B866-324B-4015-A4E3-745C6CFF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3C0DF2-E5E4-4123-9F42-7854ED51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5B19F-B262-47A8-B691-0DA43EDD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0B4044-93FA-4D53-8A6A-B4981D2F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90F934-24F7-45BE-9B23-C8E8DA4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1149C4-0129-4A18-8645-A5E984CC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177BBD-F79E-4DD3-8164-B822D140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866639-CF46-47DF-B7BC-666BA49D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E20DD0-B7B4-4B34-BE58-7BDCD476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9313DE-0100-43B9-A3E6-A2CC8E0A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4C46CD-A6AA-4582-979A-9B9F08F2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5529C5-1BDA-4CF2-94AC-B2C1844D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3BC630-AE01-4587-8DE6-0DCC9855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44EF23-8C84-489E-9A6A-594CDB43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5ADF1B-BAC4-499C-A679-A4BC77C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26CD74-283E-43C8-A322-C5807898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7C86D5-6ACE-4D83-80D2-E30DF82F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CED502-1C7F-4FA3-82CB-3D615DB7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2D7A74-4287-4B9D-AAC8-CF9FC3E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C63552-0314-4682-8A5A-EBD4F034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D99CC7-75AD-4733-B612-032555DC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007FEE-A087-4DAB-9627-EC105278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85332A-ECFA-4EB1-BAAA-AB8F5C20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B7282F-9716-4EC5-91E9-7D1423E8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F644C3-000F-431E-9A63-CECD301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3FB2C5-15F5-4025-B546-5C815E3A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480F13-47B0-4A4C-A174-41368EAF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6490954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00C32D-AE9B-4BD2-94CD-0C6CC9E9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F8A76-43E5-4F19-A7F7-E35EB8E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CAA91-DEDE-4203-BB51-FBB73582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9DE38-3FD3-421D-84C3-73CE51A4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8C85C-AB7E-4BA1-8DDD-9D59C71B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принятия 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49DAD-0627-4C9E-830C-A751133B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370C4-14C6-4B46-84FC-E2B1B009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711C3-8996-4C7E-8C79-AAE0D764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gate,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CC01E-16E3-409C-BD30-D4520F20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73036-C217-43A1-A0CC-D2D6AFCD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5ED20-7F8C-4E63-8943-8FF1C89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FDDAE-BDD0-4ECD-9DF3-8AFEE12A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7DB6A-B263-4CF6-BC88-D165312A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 и week trailer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5C5F0-8A52-4BB2-8C4B-C57FE861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578D6-3864-4504-8850-FF538D03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вау + понятна причинность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A8D5A-B31F-46A2-BC5B-47C4C11B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59642-772B-4038-B44F-F3F92567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7A5B6-0AC2-4093-BE86-B79F3425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91358-AB50-423A-BD25-8B75009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8-10 экранов и первый сценарий недели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D3FBC-0885-42BD-8501-CDA3EEB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8FE93-6DF7-4148-8A65-DE65A5F9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проходит loop без объяснений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F5FFF-8B90-444D-A65E-3F6AF1B5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2CF72-2D62-4900-AEED-ABB8AF58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15608-9F54-47D3-8F42-31A83809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Cohort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B31CB-A98F-4EAF-B8A9-6078BF85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users, интервью, paid-intent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FB97F-6BC2-4B05-B8AF-842B1479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BA00C2-1270-49ED-8B93-3224C8B2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&gt;20%, paid intent &gt;5%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667C7-08D0-414E-AACA-86F4B4C3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1D608-A0ED-48FF-A599-09FB0233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D7FCA-02EC-441F-B782-FA1DA381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8E6D2B-F9A6-4E9E-953E-BDB369C7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billing, analytics, generation logs, paywall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F7ACAE-FD28-4E43-9046-2CA1689A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9519A1-B69B-4E1A-9795-FA8EC0B0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B37DF6-89EB-49ED-B95A-6C4536C9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FB314-784D-4F6F-8672-CCC276B4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EFB90C-D36A-4D86-95B1-84150893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D1C12F-54D4-4532-B984-BBCB173D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hooks + маленький paid budget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6D6230-DBCF-44C7-A86B-B920EA5E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FE85E8-1154-4568-B14B-14699AC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7DAB2C-3413-48FE-ABC6-AFF58AF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0125"/>
            <a:ext cx="7858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D088E4-FE30-49B8-A0E4-BB8C3542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72050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Каждая фаза заканчивается решением: продолжаем, режем scope или останавливаем.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727248-CC47-4802-883A-F1094214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858945323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E91216-A681-404C-91C6-794DCF8B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E9264-5C3B-48F0-80FF-934738C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DB952-C71A-42E0-8FFA-3DE3AA6D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E10EA-433F-4D9E-BAD0-7D448966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CDAC7-AE18-4222-A284-A98187C8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Scope продукта: MVP vs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D867C-88BC-4E7B-A459-89B85E7F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4CADD-BEC9-4A08-A7C2-2FEBE39A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A29E2-8BA4-4486-A958-40C1697B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gate,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E3653-A666-4F24-B02D-87252632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02979-FBC1-4773-BEDC-B53F0F2B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362D9-DD37-4DF2-A006-65B148F7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A0731-DF0E-4902-A71D-60770AF3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14B3A-5E86-415B-8653-0B5D393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0CDF1-BDB5-4781-ABD2-5E61FE7C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73FCC-C129-45E1-9F4E-6F7800DF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D1631-CFB6-4A4B-8CAD-854D3351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41FE8-EDBC-4D5F-9B37-F73F0E8C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88BF9-9D4B-4CC7-97F8-6B798DD5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4C7D2-E51D-4C0F-8341-CA388CBF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4E4FC-F4F5-4072-9AD9-ACBF1B8C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Reflection → 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5D82D-15D0-41AE-864C-70E5EC30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B2E0F-4B29-449C-AF6E-9F76F10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 branching и deeper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0E31F-B259-409A-86E9-6E6FBFCA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B5067-8820-4096-8265-6AC1D95B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нужно доказать causality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3F888-4EA3-4B58-9BC1-85222143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6ED04-E366-4766-95EA-03FD85AE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98469E-4ECE-43EE-9E88-34149E4B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5E053A-EC40-48B3-8999-7E25F57F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chosen tone + weekly context + memory summary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886C0-8957-4DD0-AA8B-2E34EE21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58162-09E6-4970-82EF-A51EA2BC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creator voices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A252C8-D42A-4D3F-8C2E-8CE74604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35DF02-2F37-4437-A909-C1C8836F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 memory дешевле и быстрее валидировать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173314-808C-46C3-B832-910249EE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889311-4647-4105-8C26-2CF7A90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4E396D-958B-4D72-B800-B286C167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B9AAFC-96CE-4A41-AF08-9E932EA6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image-first Life Canvas + avatar style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E5525C-B078-4027-A84D-450D59CD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79A5DC-8ED5-47C1-AC4F-364553B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BF7086-5BB2-4BFA-BBFA-2DCCA41C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C6922F-598E-4F60-A31D-F7E55D46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— premium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05CBD9-ACD1-4DA3-B7BF-7076A433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7FFEE0-38CC-4C0B-9752-4529E081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Monetization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97D4AF-D44A-4144-B0B7-B4007D7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A03E3B-F535-4AF7-AA66-8126BFC4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one token 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D0A3B3-6AC3-47ED-9AF0-C4EB201F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E7B273-2589-4A17-AD79-D4EF7102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A6E6FB-4600-4659-9645-97479EA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A9B849-7583-4B7F-A248-29029948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избегаем complexity до retention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6D2E1D-3F2A-4F94-9630-A77C4FFB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72FCFD-7A56-42B7-B235-0B4CBEAA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67E010-22C6-4731-A23D-8A197A2A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F84F52-4EE1-48CD-A8CE-FCF3EF85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2B2EA2-E716-44D5-8955-57DBD0F4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5CD1DA-76E6-4833-967F-AC86365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3AE586-520F-4736-864D-48FEDC5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A0C4AB-961E-44A1-AF33-3F71E91D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social network до доказанной core value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E5C919-1530-4C7D-8CA5-161710A4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608638665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B2B70D-A07C-4E5E-B095-420FD6B1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08B79-C90B-42CE-A9A9-3946C0C2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3D3C8-7358-4A22-A294-410F466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6B436-56EC-4469-B463-EDFCEF3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C5DA7-C4D8-40DA-B654-C10AF172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79BAC-6673-4EEE-8EC0-EF924DE2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22E1D-3DDD-4C15-8F3C-BD8A5FF5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AB673-A7FE-43A4-A05E-33347981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gate,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20B64-A2AF-474D-A586-AAADC006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BBF2D-1A84-4CF6-A9CC-D66DD1B5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946E4-A880-4F99-AF52-3B4C604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E81EE-1A5C-4781-B685-3612A40F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ломает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E7A02-B42B-4BC7-A90A-FCD80D0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3A51F-CCAC-4086-8083-0066BC52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81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Митигация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BB517-0775-4AA2-A071-B3587F28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69BDC-D625-48B1-81C0-9AA2CF3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D1756-FACD-42DE-BF42-53BAB64D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37FFA-DF73-490B-B22C-206D947F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669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thinks it is generic astrology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751E3-01CC-47FE-9629-526F32CC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B74A0-BC12-4E0F-AA62-BF510C66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weekly life-series и action, не fate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7B274-4036-4C4D-BDCC-C89518B2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C6DA5-8030-4DE7-ACC7-AA9E709D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feels random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A43DC-2717-4BF5-86A2-F3FEB145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9495C-37C6-4837-B39F-8B184652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cannot explain visual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E68AE-6205-4BC3-AC4B-B6DCC3D9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480901-F9F5-4D0D-98A7-0E41030E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527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cause рядом с Canvas и связывать с action/reflection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51E5B-606B-44B0-983A-90B3990F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92E73-56A4-484C-BF08-6F75D5D5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cost kills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BB91B-19DF-4E6A-8D6A-DC0238F5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B1FA64-DBD6-46F5-8FB6-E67F93F0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385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generate expensive clips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BAA1B1-2388-4947-9B32-0B06059E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D39212-351E-45B0-8BEB-11A72CF1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385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premium/token video only; log COGS per 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E44D5E-3B9C-4557-91E4-0BB5DBB2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B8D854-EE7A-4F0A-8E42-E9916CCF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sounds generic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57C722-0625-46C6-92AA-4A51A67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4F90F6-3582-4056-BE1B-4F72D33E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243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low trust and no return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0AA19C-1C0E-4386-AA0D-1658CFC5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399BBB-31C0-49AA-8F17-F072E3D1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243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user feedback и memory guardrails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9FA1E8-F6FF-4AA7-9F64-A5E456C1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EEE83B-A13A-4C7B-9C7F-FAF96B83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paid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917252-8E98-4072-B210-9F7B928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BFC7D5-C53A-4A2F-B957-AAE0C010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0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users like it but do not pay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155508-9E6C-480A-8A59-851F42C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4002D1-7799-4A31-B6D4-CDC8E50F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0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after first completed loop и price tests by cohort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84A213-2209-465A-87A7-69915C23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943448381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027FB5-C63B-4443-957A-53E52D4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854B8-81E7-478B-9817-98F965F3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7E664-83AE-4F2C-AEDF-00FB50A4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E8CAF-B3A6-4891-BB55-4C1C0967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5E5B1-9254-4CBB-9DB8-A0AD0C5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роста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3C23F-2E6F-47B9-B23C-514F4BCF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60377-8916-457A-A8CF-4455461E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56375-274F-4C76-88BB-B5AC5BF1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gate,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9164B-0D34-409B-BBAB-FCB42BEC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CCC13-14BD-4DC4-AF4A-9E41A4DA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08E8B-22E7-4A3D-8ACD-13327CC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B0E03-25A8-437A-BE53-EE183B98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forecast + avatars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38466-93CB-4220-A375-E601598A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56065-5E96-4617-96B9-576ADAB7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76C87-0288-4BE6-BF43-D5457751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 season + Canvas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595A9-BBAC-455A-907F-2865971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01CB9-DA38-4B15-B90A-6748EE9B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B32E0-E636-4898-93D6-35C2997C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first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0B575-F115-4A71-9006-AAB99A5B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165DC-CA18-4E24-A53C-A6B1A86F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3A4CD-C493-4BB6-90CE-8B21DE34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D7 / season recaps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3174A-1C36-4D16-BB84-9FE82C62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F9FF2-2612-409C-A9A5-E2691D0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6E3F4-F30B-4D12-9FC2-93F52D38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creators + paid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275B2-A985-46F8-B72E-FFC35284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A6AFD6-13CE-4081-8C21-9136CC4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C6AC3-05A7-4917-8946-16953FD8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engine + annual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236855-ADC5-4800-A430-95478282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Roadmap остается узким, пока loop не доказан: сначала causality, затем retention, затем paid scale.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EF4193-2398-4CE1-8C5C-D375E62C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626400152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30EFD-A820-4017-8BD5-53023C1A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305CB-75CD-4ECF-8F81-D8C5561E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71E8B-E507-43CB-9A54-530072D3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04D2E-4BFA-44BF-B5E2-33C6B31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315CC-15E5-4761-AAFA-09AFC24F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нужно строить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E987E-62AE-4E53-BC8B-EA6DEFF5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ADF4F-C144-46E9-8AD1-A3248A7D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C26F1-A5AE-46DE-A087-021F34BC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visual self-guidance app: пользователь вводит birth data/context, получает прогноз, делает daily micro-actions и видит, как развивается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48A5E-A426-4E1F-B3C5-D4848514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3FF18-884A-4F14-9C95-E8D25814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Text-first assistant, weekly season, daily episode, action/reset/reflection, image-first Life Canvas, Plus paywall, один premium video token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B731A-9A94-4695-8E35-CA9E05B1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774C7-BE97-44B4-BEEA-D2A35B74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 стартовый тест, $12.99 blended/base, $14.99 visual bundle с 4 видео/мес, $4.99-$9.99 premium tokens, no unlimited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AAC96-4231-4413-AEA1-9041AE19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6E4B2-CDBD-4E29-913E-17152A2B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Начать с interviews и concierge cohorts, затем creator-led proof, затем маленькие paid tests вокруг visual week/future-self hooks.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8F4EC-B2E9-4197-8E60-ED265BB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Kill criteria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F009F-030B-49C8-A8C9-89E70E94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Stop/pivot, если users не объясняют Canvas causality, D1 ниже 20%, paid intent ниже 5% или video COGS нельзя контролировать.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F7E5D-70C5-44D4-B733-9F7F9C09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Next step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A4D2B-0983-4DF1-B048-6E4810BD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Сделать 3-5 visual examples, clickable prototype, 30-user cohort и один pricing/token experiment.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24ECF-8BFA-4068-8626-5390256B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701686389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55C7B-0A4A-4842-BF64-DFD3C6C0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68B15-9875-495D-A234-1062A422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B402B-B9EF-44BB-B9F7-3F6AA248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3A510-CB0E-43B4-A599-D8D5CEF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799B9-28D0-42B6-8C8A-17809DB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Контакты /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D1A75-F0E4-406B-AF71-EBC7F3D1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7BE92-EEF8-4FFC-95EC-1F3C9EDD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2B1EB-76BA-4168-9BF2-709FF0AC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visual examples, собрать clickable prototype, протестировать первых 30 users и проверить, понимают ли они causality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F7D5A-B9AD-461E-BCC5-68484F2F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Prototype → interviews → concierge cohort → paid 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B7242-6B05-4385-99ED-0678D229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743120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2026-06-06T09:29:08.1600000Z</dcterms:created>
  <dcterms:modified xsi:type="dcterms:W3CDTF">2026-06-06T09:29:08.1600000Z</dcterms:modified>
</coreProperties>
</file>