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3588250d634bc1" /><Relationship Type="http://schemas.openxmlformats.org/officeDocument/2006/relationships/extended-properties" Target="/docProps/app.xml" Id="Rcad8a486b29c4624" /><Relationship Type="http://schemas.openxmlformats.org/officeDocument/2006/relationships/officeDocument" Target="/ppt/presentation.xml" Id="Rc27cf39fe42641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b36cb7aedb4f29"/>
  </p:sldMasterIdLst>
  <p:notesMasterIdLst>
    <p:notesMasterId xmlns:r="http://schemas.openxmlformats.org/officeDocument/2006/relationships" r:id="R8ac05025edf24760"/>
  </p:notesMasterIdLst>
  <p:sldIdLst>
    <p:sldId xmlns:r="http://schemas.openxmlformats.org/officeDocument/2006/relationships" id="256" r:id="Rb81aa5b1c1a74958"/>
    <p:sldId xmlns:r="http://schemas.openxmlformats.org/officeDocument/2006/relationships" id="257" r:id="Ra0ed470d8da547d3"/>
    <p:sldId xmlns:r="http://schemas.openxmlformats.org/officeDocument/2006/relationships" id="258" r:id="R0ea4e61ecb4c40da"/>
    <p:sldId xmlns:r="http://schemas.openxmlformats.org/officeDocument/2006/relationships" id="259" r:id="R01e71f138cb24f5f"/>
    <p:sldId xmlns:r="http://schemas.openxmlformats.org/officeDocument/2006/relationships" id="260" r:id="R7b6cd263fb86483f"/>
    <p:sldId xmlns:r="http://schemas.openxmlformats.org/officeDocument/2006/relationships" id="261" r:id="R78a6af0e91fb4a2a"/>
    <p:sldId xmlns:r="http://schemas.openxmlformats.org/officeDocument/2006/relationships" id="262" r:id="Ra83804ca39764563"/>
    <p:sldId xmlns:r="http://schemas.openxmlformats.org/officeDocument/2006/relationships" id="263" r:id="R58ea0f686bf4414d"/>
    <p:sldId xmlns:r="http://schemas.openxmlformats.org/officeDocument/2006/relationships" id="264" r:id="R9c2490648f224102"/>
    <p:sldId xmlns:r="http://schemas.openxmlformats.org/officeDocument/2006/relationships" id="265" r:id="R98b1ce5e36254e5b"/>
    <p:sldId xmlns:r="http://schemas.openxmlformats.org/officeDocument/2006/relationships" id="266" r:id="R00d25d72f1904269"/>
    <p:sldId xmlns:r="http://schemas.openxmlformats.org/officeDocument/2006/relationships" id="267" r:id="Rd7985328309545fc"/>
    <p:sldId xmlns:r="http://schemas.openxmlformats.org/officeDocument/2006/relationships" id="268" r:id="R3a57d5a2fd91445e"/>
    <p:sldId xmlns:r="http://schemas.openxmlformats.org/officeDocument/2006/relationships" id="269" r:id="Reb61872061ef419e"/>
    <p:sldId xmlns:r="http://schemas.openxmlformats.org/officeDocument/2006/relationships" id="270" r:id="R61b33a21ff394017"/>
    <p:sldId xmlns:r="http://schemas.openxmlformats.org/officeDocument/2006/relationships" id="271" r:id="R1986aba1361d46dd"/>
    <p:sldId xmlns:r="http://schemas.openxmlformats.org/officeDocument/2006/relationships" id="272" r:id="Rc865a7470a284f2f"/>
    <p:sldId xmlns:r="http://schemas.openxmlformats.org/officeDocument/2006/relationships" id="273" r:id="R0deaed0666bf4a8a"/>
    <p:sldId xmlns:r="http://schemas.openxmlformats.org/officeDocument/2006/relationships" id="274" r:id="R50d06e1a7ebb4f8f"/>
    <p:sldId xmlns:r="http://schemas.openxmlformats.org/officeDocument/2006/relationships" id="275" r:id="R8a06f6c1cc0a4405"/>
    <p:sldId xmlns:r="http://schemas.openxmlformats.org/officeDocument/2006/relationships" id="276" r:id="Rba1e4e57c12b4141"/>
    <p:sldId xmlns:r="http://schemas.openxmlformats.org/officeDocument/2006/relationships" id="277" r:id="R6172a68c3b3b41e1"/>
    <p:sldId xmlns:r="http://schemas.openxmlformats.org/officeDocument/2006/relationships" id="278" r:id="R99c8d677b35040b2"/>
    <p:sldId xmlns:r="http://schemas.openxmlformats.org/officeDocument/2006/relationships" id="279" r:id="R510e03bc186447dc"/>
    <p:sldId xmlns:r="http://schemas.openxmlformats.org/officeDocument/2006/relationships" id="280" r:id="R8cd14189e2904f62"/>
    <p:sldId xmlns:r="http://schemas.openxmlformats.org/officeDocument/2006/relationships" id="281" r:id="Rfac9ae187a224873"/>
    <p:sldId xmlns:r="http://schemas.openxmlformats.org/officeDocument/2006/relationships" id="282" r:id="R584b232e38ae4926"/>
    <p:sldId xmlns:r="http://schemas.openxmlformats.org/officeDocument/2006/relationships" id="283" r:id="R202ca151fc144a72"/>
    <p:sldId xmlns:r="http://schemas.openxmlformats.org/officeDocument/2006/relationships" id="284" r:id="R51bfe2623e5a49af"/>
    <p:sldId xmlns:r="http://schemas.openxmlformats.org/officeDocument/2006/relationships" id="285" r:id="Rddf3c0ed29654625"/>
    <p:sldId xmlns:r="http://schemas.openxmlformats.org/officeDocument/2006/relationships" id="286" r:id="R50a4eccd4ce54898"/>
    <p:sldId xmlns:r="http://schemas.openxmlformats.org/officeDocument/2006/relationships" id="287" r:id="Ra5e6a453cd204842"/>
    <p:sldId xmlns:r="http://schemas.openxmlformats.org/officeDocument/2006/relationships" id="288" r:id="R2f36163e5ace4f80"/>
    <p:sldId xmlns:r="http://schemas.openxmlformats.org/officeDocument/2006/relationships" id="289" r:id="R80f6999b78b44877"/>
    <p:sldId xmlns:r="http://schemas.openxmlformats.org/officeDocument/2006/relationships" id="290" r:id="R331df88d86644502"/>
    <p:sldId xmlns:r="http://schemas.openxmlformats.org/officeDocument/2006/relationships" id="291" r:id="Ra84a1eee2cbf464c"/>
    <p:sldId xmlns:r="http://schemas.openxmlformats.org/officeDocument/2006/relationships" id="292" r:id="Rb7d1077907c84889"/>
    <p:sldId xmlns:r="http://schemas.openxmlformats.org/officeDocument/2006/relationships" id="293" r:id="R0123a956555247fd"/>
    <p:sldId xmlns:r="http://schemas.openxmlformats.org/officeDocument/2006/relationships" id="294" r:id="R8bcd5f28850b4890"/>
    <p:sldId xmlns:r="http://schemas.openxmlformats.org/officeDocument/2006/relationships" id="295" r:id="R14a99f584a444c64"/>
    <p:sldId xmlns:r="http://schemas.openxmlformats.org/officeDocument/2006/relationships" id="296" r:id="Ra89331e885e64676"/>
    <p:sldId xmlns:r="http://schemas.openxmlformats.org/officeDocument/2006/relationships" id="297" r:id="R6e50931355cf4445"/>
    <p:sldId xmlns:r="http://schemas.openxmlformats.org/officeDocument/2006/relationships" id="298" r:id="R44f6d0895a1848be"/>
    <p:sldId xmlns:r="http://schemas.openxmlformats.org/officeDocument/2006/relationships" id="299" r:id="R46204a982c1a4e44"/>
    <p:sldId xmlns:r="http://schemas.openxmlformats.org/officeDocument/2006/relationships" id="300" r:id="R7349b043e43b4f48"/>
    <p:sldId xmlns:r="http://schemas.openxmlformats.org/officeDocument/2006/relationships" id="301" r:id="Rde67e4fc73db41a4"/>
    <p:sldId xmlns:r="http://schemas.openxmlformats.org/officeDocument/2006/relationships" id="302" r:id="Re6c5a64599434dae"/>
    <p:sldId xmlns:r="http://schemas.openxmlformats.org/officeDocument/2006/relationships" id="303" r:id="Re487eeaddfff4ba0"/>
    <p:sldId xmlns:r="http://schemas.openxmlformats.org/officeDocument/2006/relationships" id="304" r:id="Rf9c7790723514711"/>
    <p:sldId xmlns:r="http://schemas.openxmlformats.org/officeDocument/2006/relationships" id="305" r:id="Rc70961d1976743b0"/>
    <p:sldId xmlns:r="http://schemas.openxmlformats.org/officeDocument/2006/relationships" id="306" r:id="R318089a9ca434cc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6dca4a2df94cec" /><Relationship Type="http://schemas.openxmlformats.org/officeDocument/2006/relationships/slideMaster" Target="/ppt/slideMasters/slideMaster1.xml" Id="R48b36cb7aedb4f29" /><Relationship Type="http://schemas.openxmlformats.org/officeDocument/2006/relationships/notesMaster" Target="/ppt/notesMasters/notesMaster1.xml" Id="R8ac05025edf24760" /><Relationship Type="http://schemas.openxmlformats.org/officeDocument/2006/relationships/presProps" Target="/ppt/presProps.xml" Id="R0566edf2ea544d28" /><Relationship Type="http://schemas.openxmlformats.org/officeDocument/2006/relationships/viewProps" Target="/ppt/viewProps.xml" Id="R0c47e57c26d1422f" /><Relationship Type="http://schemas.openxmlformats.org/officeDocument/2006/relationships/tableStyles" Target="/ppt/tableStyles.xml" Id="R49b1f94f0ff04aa0" /><Relationship Type="http://schemas.openxmlformats.org/officeDocument/2006/relationships/slide" Target="/ppt/slides/slide1.xml" Id="Rb81aa5b1c1a74958" /><Relationship Type="http://schemas.openxmlformats.org/officeDocument/2006/relationships/slide" Target="/ppt/slides/slide2.xml" Id="Ra0ed470d8da547d3" /><Relationship Type="http://schemas.openxmlformats.org/officeDocument/2006/relationships/slide" Target="/ppt/slides/slide3.xml" Id="R0ea4e61ecb4c40da" /><Relationship Type="http://schemas.openxmlformats.org/officeDocument/2006/relationships/slide" Target="/ppt/slides/slide4.xml" Id="R01e71f138cb24f5f" /><Relationship Type="http://schemas.openxmlformats.org/officeDocument/2006/relationships/slide" Target="/ppt/slides/slide5.xml" Id="R7b6cd263fb86483f" /><Relationship Type="http://schemas.openxmlformats.org/officeDocument/2006/relationships/slide" Target="/ppt/slides/slide6.xml" Id="R78a6af0e91fb4a2a" /><Relationship Type="http://schemas.openxmlformats.org/officeDocument/2006/relationships/slide" Target="/ppt/slides/slide7.xml" Id="Ra83804ca39764563" /><Relationship Type="http://schemas.openxmlformats.org/officeDocument/2006/relationships/slide" Target="/ppt/slides/slide8.xml" Id="R58ea0f686bf4414d" /><Relationship Type="http://schemas.openxmlformats.org/officeDocument/2006/relationships/slide" Target="/ppt/slides/slide9.xml" Id="R9c2490648f224102" /><Relationship Type="http://schemas.openxmlformats.org/officeDocument/2006/relationships/slide" Target="/ppt/slides/slide10.xml" Id="R98b1ce5e36254e5b" /><Relationship Type="http://schemas.openxmlformats.org/officeDocument/2006/relationships/slide" Target="/ppt/slides/slide11.xml" Id="R00d25d72f1904269" /><Relationship Type="http://schemas.openxmlformats.org/officeDocument/2006/relationships/slide" Target="/ppt/slides/slide12.xml" Id="Rd7985328309545fc" /><Relationship Type="http://schemas.openxmlformats.org/officeDocument/2006/relationships/slide" Target="/ppt/slides/slide13.xml" Id="R3a57d5a2fd91445e" /><Relationship Type="http://schemas.openxmlformats.org/officeDocument/2006/relationships/slide" Target="/ppt/slides/slide14.xml" Id="Reb61872061ef419e" /><Relationship Type="http://schemas.openxmlformats.org/officeDocument/2006/relationships/slide" Target="/ppt/slides/slide15.xml" Id="R61b33a21ff394017" /><Relationship Type="http://schemas.openxmlformats.org/officeDocument/2006/relationships/slide" Target="/ppt/slides/slide16.xml" Id="R1986aba1361d46dd" /><Relationship Type="http://schemas.openxmlformats.org/officeDocument/2006/relationships/slide" Target="/ppt/slides/slide17.xml" Id="Rc865a7470a284f2f" /><Relationship Type="http://schemas.openxmlformats.org/officeDocument/2006/relationships/slide" Target="/ppt/slides/slide18.xml" Id="R0deaed0666bf4a8a" /><Relationship Type="http://schemas.openxmlformats.org/officeDocument/2006/relationships/slide" Target="/ppt/slides/slide19.xml" Id="R50d06e1a7ebb4f8f" /><Relationship Type="http://schemas.openxmlformats.org/officeDocument/2006/relationships/slide" Target="/ppt/slides/slide20.xml" Id="R8a06f6c1cc0a4405" /><Relationship Type="http://schemas.openxmlformats.org/officeDocument/2006/relationships/slide" Target="/ppt/slides/slide21.xml" Id="Rba1e4e57c12b4141" /><Relationship Type="http://schemas.openxmlformats.org/officeDocument/2006/relationships/slide" Target="/ppt/slides/slide22.xml" Id="R6172a68c3b3b41e1" /><Relationship Type="http://schemas.openxmlformats.org/officeDocument/2006/relationships/slide" Target="/ppt/slides/slide23.xml" Id="R99c8d677b35040b2" /><Relationship Type="http://schemas.openxmlformats.org/officeDocument/2006/relationships/slide" Target="/ppt/slides/slide24.xml" Id="R510e03bc186447dc" /><Relationship Type="http://schemas.openxmlformats.org/officeDocument/2006/relationships/slide" Target="/ppt/slides/slide25.xml" Id="R8cd14189e2904f62" /><Relationship Type="http://schemas.openxmlformats.org/officeDocument/2006/relationships/slide" Target="/ppt/slides/slide26.xml" Id="Rfac9ae187a224873" /><Relationship Type="http://schemas.openxmlformats.org/officeDocument/2006/relationships/slide" Target="/ppt/slides/slide27.xml" Id="R584b232e38ae4926" /><Relationship Type="http://schemas.openxmlformats.org/officeDocument/2006/relationships/slide" Target="/ppt/slides/slide28.xml" Id="R202ca151fc144a72" /><Relationship Type="http://schemas.openxmlformats.org/officeDocument/2006/relationships/slide" Target="/ppt/slides/slide29.xml" Id="R51bfe2623e5a49af" /><Relationship Type="http://schemas.openxmlformats.org/officeDocument/2006/relationships/slide" Target="/ppt/slides/slide30.xml" Id="Rddf3c0ed29654625" /><Relationship Type="http://schemas.openxmlformats.org/officeDocument/2006/relationships/slide" Target="/ppt/slides/slide31.xml" Id="R50a4eccd4ce54898" /><Relationship Type="http://schemas.openxmlformats.org/officeDocument/2006/relationships/slide" Target="/ppt/slides/slide32.xml" Id="Ra5e6a453cd204842" /><Relationship Type="http://schemas.openxmlformats.org/officeDocument/2006/relationships/slide" Target="/ppt/slides/slide33.xml" Id="R2f36163e5ace4f80" /><Relationship Type="http://schemas.openxmlformats.org/officeDocument/2006/relationships/slide" Target="/ppt/slides/slide34.xml" Id="R80f6999b78b44877" /><Relationship Type="http://schemas.openxmlformats.org/officeDocument/2006/relationships/slide" Target="/ppt/slides/slide35.xml" Id="R331df88d86644502" /><Relationship Type="http://schemas.openxmlformats.org/officeDocument/2006/relationships/slide" Target="/ppt/slides/slide36.xml" Id="Ra84a1eee2cbf464c" /><Relationship Type="http://schemas.openxmlformats.org/officeDocument/2006/relationships/slide" Target="/ppt/slides/slide37.xml" Id="Rb7d1077907c84889" /><Relationship Type="http://schemas.openxmlformats.org/officeDocument/2006/relationships/slide" Target="/ppt/slides/slide38.xml" Id="R0123a956555247fd" /><Relationship Type="http://schemas.openxmlformats.org/officeDocument/2006/relationships/slide" Target="/ppt/slides/slide39.xml" Id="R8bcd5f28850b4890" /><Relationship Type="http://schemas.openxmlformats.org/officeDocument/2006/relationships/slide" Target="/ppt/slides/slide40.xml" Id="R14a99f584a444c64" /><Relationship Type="http://schemas.openxmlformats.org/officeDocument/2006/relationships/slide" Target="/ppt/slides/slide41.xml" Id="Ra89331e885e64676" /><Relationship Type="http://schemas.openxmlformats.org/officeDocument/2006/relationships/slide" Target="/ppt/slides/slide42.xml" Id="R6e50931355cf4445" /><Relationship Type="http://schemas.openxmlformats.org/officeDocument/2006/relationships/slide" Target="/ppt/slides/slide43.xml" Id="R44f6d0895a1848be" /><Relationship Type="http://schemas.openxmlformats.org/officeDocument/2006/relationships/slide" Target="/ppt/slides/slide44.xml" Id="R46204a982c1a4e44" /><Relationship Type="http://schemas.openxmlformats.org/officeDocument/2006/relationships/slide" Target="/ppt/slides/slide45.xml" Id="R7349b043e43b4f48" /><Relationship Type="http://schemas.openxmlformats.org/officeDocument/2006/relationships/slide" Target="/ppt/slides/slide46.xml" Id="Rde67e4fc73db41a4" /><Relationship Type="http://schemas.openxmlformats.org/officeDocument/2006/relationships/slide" Target="/ppt/slides/slide47.xml" Id="Re6c5a64599434dae" /><Relationship Type="http://schemas.openxmlformats.org/officeDocument/2006/relationships/slide" Target="/ppt/slides/slide48.xml" Id="Re487eeaddfff4ba0" /><Relationship Type="http://schemas.openxmlformats.org/officeDocument/2006/relationships/slide" Target="/ppt/slides/slide49.xml" Id="Rf9c7790723514711" /><Relationship Type="http://schemas.openxmlformats.org/officeDocument/2006/relationships/slide" Target="/ppt/slides/slide50.xml" Id="Rc70961d1976743b0" /><Relationship Type="http://schemas.openxmlformats.org/officeDocument/2006/relationships/slide" Target="/ppt/slides/slide51.xml" Id="R318089a9ca434c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74c571a85f40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61ee5b35f74e97" /><Relationship Type="http://schemas.openxmlformats.org/officeDocument/2006/relationships/notesMaster" Target="/ppt/notesMasters/notesMaster1.xml" Id="Re7ee417cafb648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d240a8cb114bad" /><Relationship Type="http://schemas.openxmlformats.org/officeDocument/2006/relationships/notesMaster" Target="/ppt/notesMasters/notesMaster1.xml" Id="Re2baad6189e24d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021f35a6cf4c96" /><Relationship Type="http://schemas.openxmlformats.org/officeDocument/2006/relationships/notesMaster" Target="/ppt/notesMasters/notesMaster1.xml" Id="R8b54a4c098ee40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9d9178fff74284" /><Relationship Type="http://schemas.openxmlformats.org/officeDocument/2006/relationships/notesMaster" Target="/ppt/notesMasters/notesMaster1.xml" Id="Rab2505bb35ed4d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bfad20e45a4460" /><Relationship Type="http://schemas.openxmlformats.org/officeDocument/2006/relationships/notesMaster" Target="/ppt/notesMasters/notesMaster1.xml" Id="R7166d82987a74c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5de1a8c54f4071" /><Relationship Type="http://schemas.openxmlformats.org/officeDocument/2006/relationships/notesMaster" Target="/ppt/notesMasters/notesMaster1.xml" Id="R4260ab13dc3a43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6a2d55c0934833" /><Relationship Type="http://schemas.openxmlformats.org/officeDocument/2006/relationships/notesMaster" Target="/ppt/notesMasters/notesMaster1.xml" Id="Rf4f224dedae343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1ee8e9e0dc4f75" /><Relationship Type="http://schemas.openxmlformats.org/officeDocument/2006/relationships/notesMaster" Target="/ppt/notesMasters/notesMaster1.xml" Id="Rbaa4c4957b5741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f8e37b88584cb5" /><Relationship Type="http://schemas.openxmlformats.org/officeDocument/2006/relationships/notesMaster" Target="/ppt/notesMasters/notesMaster1.xml" Id="R5b30ce0ad6c94c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a714dd08da434f" /><Relationship Type="http://schemas.openxmlformats.org/officeDocument/2006/relationships/notesMaster" Target="/ppt/notesMasters/notesMaster1.xml" Id="R8814329a840f4b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e5a1ed1a4c480f" /><Relationship Type="http://schemas.openxmlformats.org/officeDocument/2006/relationships/notesMaster" Target="/ppt/notesMasters/notesMaster1.xml" Id="R2ac2c54cc68e40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ee5e9a2abb4ccd" /><Relationship Type="http://schemas.openxmlformats.org/officeDocument/2006/relationships/notesMaster" Target="/ppt/notesMasters/notesMaster1.xml" Id="R2bc3ae08435f48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168af05c09499e" /><Relationship Type="http://schemas.openxmlformats.org/officeDocument/2006/relationships/notesMaster" Target="/ppt/notesMasters/notesMaster1.xml" Id="Re7b3b5788a0449a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bde40ea45bd4e02" /><Relationship Type="http://schemas.openxmlformats.org/officeDocument/2006/relationships/notesMaster" Target="/ppt/notesMasters/notesMaster1.xml" Id="R6baa11375481485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1171fe05524fb4" /><Relationship Type="http://schemas.openxmlformats.org/officeDocument/2006/relationships/notesMaster" Target="/ppt/notesMasters/notesMaster1.xml" Id="Rbebf7bf92ad642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4963860d804476b" /><Relationship Type="http://schemas.openxmlformats.org/officeDocument/2006/relationships/notesMaster" Target="/ppt/notesMasters/notesMaster1.xml" Id="R5623e8736bbe430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7cdfbda68a04bba" /><Relationship Type="http://schemas.openxmlformats.org/officeDocument/2006/relationships/notesMaster" Target="/ppt/notesMasters/notesMaster1.xml" Id="R6bb082051e3e405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f27f02087504349" /><Relationship Type="http://schemas.openxmlformats.org/officeDocument/2006/relationships/notesMaster" Target="/ppt/notesMasters/notesMaster1.xml" Id="Rbcc8e14ccd4041a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43cf49f3aa14a90" /><Relationship Type="http://schemas.openxmlformats.org/officeDocument/2006/relationships/notesMaster" Target="/ppt/notesMasters/notesMaster1.xml" Id="R90cd0f715f07489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261bdceac364a48" /><Relationship Type="http://schemas.openxmlformats.org/officeDocument/2006/relationships/notesMaster" Target="/ppt/notesMasters/notesMaster1.xml" Id="Rf7e6979433144c4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ad22641dab64aec" /><Relationship Type="http://schemas.openxmlformats.org/officeDocument/2006/relationships/notesMaster" Target="/ppt/notesMasters/notesMaster1.xml" Id="Re4b9023ada9f454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71900cef5de43a5" /><Relationship Type="http://schemas.openxmlformats.org/officeDocument/2006/relationships/notesMaster" Target="/ppt/notesMasters/notesMaster1.xml" Id="R47af0d3cea7a4ad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9d0324819c74b6d" /><Relationship Type="http://schemas.openxmlformats.org/officeDocument/2006/relationships/notesMaster" Target="/ppt/notesMasters/notesMaster1.xml" Id="Rfea0db42f467473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4b5e8e6af284018" /><Relationship Type="http://schemas.openxmlformats.org/officeDocument/2006/relationships/notesMaster" Target="/ppt/notesMasters/notesMaster1.xml" Id="R77bfaf7780cf4d8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78b8cfe7bc94fad" /><Relationship Type="http://schemas.openxmlformats.org/officeDocument/2006/relationships/notesMaster" Target="/ppt/notesMasters/notesMaster1.xml" Id="Ra32f5a093dee403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cc9075d4f6e4d5b" /><Relationship Type="http://schemas.openxmlformats.org/officeDocument/2006/relationships/notesMaster" Target="/ppt/notesMasters/notesMaster1.xml" Id="R728929677cad47a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9f18b620b09435b" /><Relationship Type="http://schemas.openxmlformats.org/officeDocument/2006/relationships/notesMaster" Target="/ppt/notesMasters/notesMaster1.xml" Id="R9837cfaa29074ca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d9e21cb4c7d49e2" /><Relationship Type="http://schemas.openxmlformats.org/officeDocument/2006/relationships/notesMaster" Target="/ppt/notesMasters/notesMaster1.xml" Id="R4ee98140f170488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6ea35a6a55b4975" /><Relationship Type="http://schemas.openxmlformats.org/officeDocument/2006/relationships/notesMaster" Target="/ppt/notesMasters/notesMaster1.xml" Id="R9f92db5f4b71481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ba308f2a4f245ce" /><Relationship Type="http://schemas.openxmlformats.org/officeDocument/2006/relationships/notesMaster" Target="/ppt/notesMasters/notesMaster1.xml" Id="R853d935e3f5647e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2e9527b50054b31" /><Relationship Type="http://schemas.openxmlformats.org/officeDocument/2006/relationships/notesMaster" Target="/ppt/notesMasters/notesMaster1.xml" Id="R9b33121215ac4c5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ec32bbd31d8479b" /><Relationship Type="http://schemas.openxmlformats.org/officeDocument/2006/relationships/notesMaster" Target="/ppt/notesMasters/notesMaster1.xml" Id="Rc8052a8f3dd74d8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794fcd1a5364e4e" /><Relationship Type="http://schemas.openxmlformats.org/officeDocument/2006/relationships/notesMaster" Target="/ppt/notesMasters/notesMaster1.xml" Id="R4599cef135064c6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b82abc9b6a14af9" /><Relationship Type="http://schemas.openxmlformats.org/officeDocument/2006/relationships/notesMaster" Target="/ppt/notesMasters/notesMaster1.xml" Id="R8c54ced167284bd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426f9a924ce4d5f" /><Relationship Type="http://schemas.openxmlformats.org/officeDocument/2006/relationships/notesMaster" Target="/ppt/notesMasters/notesMaster1.xml" Id="R497c0e79a8234c9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3a3fb9f95654515" /><Relationship Type="http://schemas.openxmlformats.org/officeDocument/2006/relationships/notesMaster" Target="/ppt/notesMasters/notesMaster1.xml" Id="R313d32aab890420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13b10825f774bc0" /><Relationship Type="http://schemas.openxmlformats.org/officeDocument/2006/relationships/notesMaster" Target="/ppt/notesMasters/notesMaster1.xml" Id="Re08bb9e0ed56475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91bf5ab41aa49fa" /><Relationship Type="http://schemas.openxmlformats.org/officeDocument/2006/relationships/notesMaster" Target="/ppt/notesMasters/notesMaster1.xml" Id="Rfa57331ea12245d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00ec7afdc9c46d9" /><Relationship Type="http://schemas.openxmlformats.org/officeDocument/2006/relationships/notesMaster" Target="/ppt/notesMasters/notesMaster1.xml" Id="R290eedb9066a496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cb2e0548c924758" /><Relationship Type="http://schemas.openxmlformats.org/officeDocument/2006/relationships/notesMaster" Target="/ppt/notesMasters/notesMaster1.xml" Id="Rd3851697742947f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6f88ad67047475b" /><Relationship Type="http://schemas.openxmlformats.org/officeDocument/2006/relationships/notesMaster" Target="/ppt/notesMasters/notesMaster1.xml" Id="R8b508621e28846d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7aa70acf9fd458f" /><Relationship Type="http://schemas.openxmlformats.org/officeDocument/2006/relationships/notesMaster" Target="/ppt/notesMasters/notesMaster1.xml" Id="Raae2b73192b743a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0b63d7c9a334bfd" /><Relationship Type="http://schemas.openxmlformats.org/officeDocument/2006/relationships/notesMaster" Target="/ppt/notesMasters/notesMaster1.xml" Id="Ra9b1ee96728c4a6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326b8f54fff4b50" /><Relationship Type="http://schemas.openxmlformats.org/officeDocument/2006/relationships/notesMaster" Target="/ppt/notesMasters/notesMaster1.xml" Id="Rc158d5a0cf0a494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d4bb63fdc554f0c" /><Relationship Type="http://schemas.openxmlformats.org/officeDocument/2006/relationships/notesMaster" Target="/ppt/notesMasters/notesMaster1.xml" Id="R10374a98ed9c443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8fb9511c7b2406b" /><Relationship Type="http://schemas.openxmlformats.org/officeDocument/2006/relationships/notesMaster" Target="/ppt/notesMasters/notesMaster1.xml" Id="R2acc295e5fd34a6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4355319c3a2472a" /><Relationship Type="http://schemas.openxmlformats.org/officeDocument/2006/relationships/notesMaster" Target="/ppt/notesMasters/notesMaster1.xml" Id="R62b90cd4afbb428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39e84c02bdd412d" /><Relationship Type="http://schemas.openxmlformats.org/officeDocument/2006/relationships/notesMaster" Target="/ppt/notesMasters/notesMaster1.xml" Id="Re9fb801eba0c46e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ddf80b8c6624e79" /><Relationship Type="http://schemas.openxmlformats.org/officeDocument/2006/relationships/notesMaster" Target="/ppt/notesMasters/notesMaster1.xml" Id="Rd989e9c9b39e4f47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86931348ac44c7e" /><Relationship Type="http://schemas.openxmlformats.org/officeDocument/2006/relationships/notesMaster" Target="/ppt/notesMasters/notesMaster1.xml" Id="Ra45dc128161e48f1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3654a7841a324667" /><Relationship Type="http://schemas.openxmlformats.org/officeDocument/2006/relationships/notesMaster" Target="/ppt/notesMasters/notesMaster1.xml" Id="R4ea98d418ab94e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9b648d76b44b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2e30177a1a439c" /><Relationship Type="http://schemas.openxmlformats.org/officeDocument/2006/relationships/slideLayout" Target="/ppt/slideLayouts/slideLayout1.xml" Id="R06ac287c5c7643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ac287c5c7643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cb72a45514637" /><Relationship Type="http://schemas.openxmlformats.org/officeDocument/2006/relationships/notesSlide" Target="/ppt/notesSlides/notesSlide1.xml" Id="Rd03a4a2386f84c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7eecfdaa140e9" /><Relationship Type="http://schemas.openxmlformats.org/officeDocument/2006/relationships/notesSlide" Target="/ppt/notesSlides/notesSlide2.xml" Id="Rda7e93ebfbad44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b681c194a46eb" /><Relationship Type="http://schemas.openxmlformats.org/officeDocument/2006/relationships/notesSlide" Target="/ppt/notesSlides/notesSlide3.xml" Id="Re6fd306ca33a47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a3b70f5da49b3" /><Relationship Type="http://schemas.openxmlformats.org/officeDocument/2006/relationships/notesSlide" Target="/ppt/notesSlides/notesSlide4.xml" Id="R4805f958255145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1f297b7194e10" /><Relationship Type="http://schemas.openxmlformats.org/officeDocument/2006/relationships/notesSlide" Target="/ppt/notesSlides/notesSlide5.xml" Id="R0d8d860dcb1b4d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c7a4373dc472c" /><Relationship Type="http://schemas.openxmlformats.org/officeDocument/2006/relationships/notesSlide" Target="/ppt/notesSlides/notesSlide6.xml" Id="Rbfe1d67a095f4f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5b5b628364a00" /><Relationship Type="http://schemas.openxmlformats.org/officeDocument/2006/relationships/notesSlide" Target="/ppt/notesSlides/notesSlide7.xml" Id="Rc0fc05ad3f354c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39b3b776247c2" /><Relationship Type="http://schemas.openxmlformats.org/officeDocument/2006/relationships/notesSlide" Target="/ppt/notesSlides/notesSlide8.xml" Id="Rfb6f263ab8b348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445887c8f4a2b" /><Relationship Type="http://schemas.openxmlformats.org/officeDocument/2006/relationships/notesSlide" Target="/ppt/notesSlides/notesSlide9.xml" Id="Ra4baa3f62a9e4a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baf85e92b4a07" /><Relationship Type="http://schemas.openxmlformats.org/officeDocument/2006/relationships/notesSlide" Target="/ppt/notesSlides/notesSlide10.xml" Id="R49a0cb4f65374c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26baaba3447b6" /><Relationship Type="http://schemas.openxmlformats.org/officeDocument/2006/relationships/notesSlide" Target="/ppt/notesSlides/notesSlide11.xml" Id="R004610b493204c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3dbcbba27479b" /><Relationship Type="http://schemas.openxmlformats.org/officeDocument/2006/relationships/notesSlide" Target="/ppt/notesSlides/notesSlide12.xml" Id="R53cb07d2094a42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0bf68cea54d0b" /><Relationship Type="http://schemas.openxmlformats.org/officeDocument/2006/relationships/notesSlide" Target="/ppt/notesSlides/notesSlide13.xml" Id="R269f4a591e9940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9202f80bb4e5a" /><Relationship Type="http://schemas.openxmlformats.org/officeDocument/2006/relationships/notesSlide" Target="/ppt/notesSlides/notesSlide14.xml" Id="R48d68d9698374c2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7281218cc45c0" /><Relationship Type="http://schemas.openxmlformats.org/officeDocument/2006/relationships/notesSlide" Target="/ppt/notesSlides/notesSlide15.xml" Id="R87f3bc2ffc2d488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23ce7fa64447d" /><Relationship Type="http://schemas.openxmlformats.org/officeDocument/2006/relationships/notesSlide" Target="/ppt/notesSlides/notesSlide16.xml" Id="R725a9d3e58124e2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4ec8bfa0e43c7" /><Relationship Type="http://schemas.openxmlformats.org/officeDocument/2006/relationships/notesSlide" Target="/ppt/notesSlides/notesSlide17.xml" Id="R00cf97e5cbe2475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307afbd684a64" /><Relationship Type="http://schemas.openxmlformats.org/officeDocument/2006/relationships/notesSlide" Target="/ppt/notesSlides/notesSlide18.xml" Id="R6ec5ed9e01a84b0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636ebd77b4120" /><Relationship Type="http://schemas.openxmlformats.org/officeDocument/2006/relationships/notesSlide" Target="/ppt/notesSlides/notesSlide19.xml" Id="R742c5ececcb647d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3ea7060f44d58" /><Relationship Type="http://schemas.openxmlformats.org/officeDocument/2006/relationships/notesSlide" Target="/ppt/notesSlides/notesSlide20.xml" Id="R8bc1c9cbbda54ee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6c25d0c0c4351" /><Relationship Type="http://schemas.openxmlformats.org/officeDocument/2006/relationships/notesSlide" Target="/ppt/notesSlides/notesSlide21.xml" Id="R98fc7490092d422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9bc297156449e" /><Relationship Type="http://schemas.openxmlformats.org/officeDocument/2006/relationships/notesSlide" Target="/ppt/notesSlides/notesSlide22.xml" Id="Ra1b71a9293644d6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e1716a2f148e0" /><Relationship Type="http://schemas.openxmlformats.org/officeDocument/2006/relationships/notesSlide" Target="/ppt/notesSlides/notesSlide23.xml" Id="Re0e0b3497feb46c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ff635f5614de2" /><Relationship Type="http://schemas.openxmlformats.org/officeDocument/2006/relationships/notesSlide" Target="/ppt/notesSlides/notesSlide24.xml" Id="Readf934790d94f0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f218098e54714" /><Relationship Type="http://schemas.openxmlformats.org/officeDocument/2006/relationships/notesSlide" Target="/ppt/notesSlides/notesSlide25.xml" Id="R99ae6e4036414c9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9ad1b6e5f4c74" /><Relationship Type="http://schemas.openxmlformats.org/officeDocument/2006/relationships/notesSlide" Target="/ppt/notesSlides/notesSlide26.xml" Id="R8a15a97d14b7497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59f8617d34594" /><Relationship Type="http://schemas.openxmlformats.org/officeDocument/2006/relationships/notesSlide" Target="/ppt/notesSlides/notesSlide27.xml" Id="R3e31b4d478dc448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e14abf0cc4e01" /><Relationship Type="http://schemas.openxmlformats.org/officeDocument/2006/relationships/notesSlide" Target="/ppt/notesSlides/notesSlide28.xml" Id="R1fbbf48ddbe9468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7d30b2cc04333" /><Relationship Type="http://schemas.openxmlformats.org/officeDocument/2006/relationships/notesSlide" Target="/ppt/notesSlides/notesSlide29.xml" Id="Rdb1716cbaef049c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6cebf50a0446f" /><Relationship Type="http://schemas.openxmlformats.org/officeDocument/2006/relationships/notesSlide" Target="/ppt/notesSlides/notesSlide30.xml" Id="R17f9075f13fb46e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a02e15c27473b" /><Relationship Type="http://schemas.openxmlformats.org/officeDocument/2006/relationships/notesSlide" Target="/ppt/notesSlides/notesSlide31.xml" Id="Rccedcc09cd9242f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2720985b74bbf" /><Relationship Type="http://schemas.openxmlformats.org/officeDocument/2006/relationships/notesSlide" Target="/ppt/notesSlides/notesSlide32.xml" Id="R690c529967d741a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29c56c04148b5" /><Relationship Type="http://schemas.openxmlformats.org/officeDocument/2006/relationships/notesSlide" Target="/ppt/notesSlides/notesSlide33.xml" Id="Rc7f71dec87944a3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ee570320440d6" /><Relationship Type="http://schemas.openxmlformats.org/officeDocument/2006/relationships/notesSlide" Target="/ppt/notesSlides/notesSlide34.xml" Id="R81ddb76f2ab1415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7999021ec446b" /><Relationship Type="http://schemas.openxmlformats.org/officeDocument/2006/relationships/notesSlide" Target="/ppt/notesSlides/notesSlide35.xml" Id="R784cdc625cbd491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42760da8145d1" /><Relationship Type="http://schemas.openxmlformats.org/officeDocument/2006/relationships/notesSlide" Target="/ppt/notesSlides/notesSlide36.xml" Id="R8f956d61b15645f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357400ac0488e" /><Relationship Type="http://schemas.openxmlformats.org/officeDocument/2006/relationships/notesSlide" Target="/ppt/notesSlides/notesSlide37.xml" Id="R33ecd57681a445a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d532f2a194eb6" /><Relationship Type="http://schemas.openxmlformats.org/officeDocument/2006/relationships/notesSlide" Target="/ppt/notesSlides/notesSlide38.xml" Id="R7050168c6c684c2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d665d445f41dc" /><Relationship Type="http://schemas.openxmlformats.org/officeDocument/2006/relationships/notesSlide" Target="/ppt/notesSlides/notesSlide39.xml" Id="R4036c58588fd454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55949723a4d78" /><Relationship Type="http://schemas.openxmlformats.org/officeDocument/2006/relationships/notesSlide" Target="/ppt/notesSlides/notesSlide40.xml" Id="R2752f6193187406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ef3818f6047ec" /><Relationship Type="http://schemas.openxmlformats.org/officeDocument/2006/relationships/notesSlide" Target="/ppt/notesSlides/notesSlide41.xml" Id="Rc476ee3592d343a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02ce42cd44fec" /><Relationship Type="http://schemas.openxmlformats.org/officeDocument/2006/relationships/notesSlide" Target="/ppt/notesSlides/notesSlide42.xml" Id="Rb0709d7adf464ee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2c39c531844aa" /><Relationship Type="http://schemas.openxmlformats.org/officeDocument/2006/relationships/notesSlide" Target="/ppt/notesSlides/notesSlide43.xml" Id="R03d882d23e71429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853d119244803" /><Relationship Type="http://schemas.openxmlformats.org/officeDocument/2006/relationships/notesSlide" Target="/ppt/notesSlides/notesSlide44.xml" Id="R7b000804661a431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0701615fe4162" /><Relationship Type="http://schemas.openxmlformats.org/officeDocument/2006/relationships/notesSlide" Target="/ppt/notesSlides/notesSlide45.xml" Id="R8bf742c4f4b5440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b84b0c44e46d2" /><Relationship Type="http://schemas.openxmlformats.org/officeDocument/2006/relationships/notesSlide" Target="/ppt/notesSlides/notesSlide46.xml" Id="Rc0ec9bd02f65423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029d03053493e" /><Relationship Type="http://schemas.openxmlformats.org/officeDocument/2006/relationships/notesSlide" Target="/ppt/notesSlides/notesSlide47.xml" Id="R90309d35d3964aa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a47c2fb4d417e" /><Relationship Type="http://schemas.openxmlformats.org/officeDocument/2006/relationships/notesSlide" Target="/ppt/notesSlides/notesSlide48.xml" Id="Rdcd94f61336e438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228a55d354118" /><Relationship Type="http://schemas.openxmlformats.org/officeDocument/2006/relationships/notesSlide" Target="/ppt/notesSlides/notesSlide49.xml" Id="R178d8abd70514a4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328b4611d4c90" /><Relationship Type="http://schemas.openxmlformats.org/officeDocument/2006/relationships/notesSlide" Target="/ppt/notesSlides/notesSlide50.xml" Id="R6b19515f78f2428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e5c5b057a4b3b" /><Relationship Type="http://schemas.openxmlformats.org/officeDocument/2006/relationships/notesSlide" Target="/ppt/notesSlides/notesSlide51.xml" Id="R8f8bdbba6842447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5C23CB-BADD-4499-9F3A-773A5D4C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D9E0B-50BA-47BB-AD6D-42443E54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E434F-AE93-4C06-B556-A26F7F6E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527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DF1A3-3F73-409C-95FC-95EC3175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D5856-4F05-43F7-9FD9-A5DC751C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Продуктовая презентация для обсуждения запуска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541A6-886D-48B6-B8AF-A7CEED42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104824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65E0AC-D38A-46AB-90AE-4D705804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3FBEF-80AE-41D6-B1A8-5C7B62E2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6FC32-2651-40A4-8A97-ED859FF5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101E3-7EC0-4EB9-88FA-554E9C95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ACB9E-E659-4C6A-9FA4-C99C19F6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Короткий ответ: что мы строим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D0956-370C-4E97-AA26-E6FBD87D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D3C09-5DEC-4163-842E-DA02C354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058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C99F1-F8A9-450E-9E93-5083F5B6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952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AURA — это персональный weekly visual self-guidance продукт: пользователь вводит дату рождения и текущий запрос, получает прогноз недели, проходит daily episodes и видит, как меняется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8DD22-A2FF-4C88-B322-0055ED17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BD5E9-F7F2-4A17-8300-7B4A5C8C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Что продаем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0897D-039C-4389-84DC-C1889F05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647950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“астрологию”, а понятную неделю: смысл → действие → визуальное изменение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6AA958-0754-49C3-AFAE-0E681D52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76500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1EC466-989A-4E48-ABF0-2470BFD1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47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Почему сейчас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45A52-D4ED-414D-97C0-A5B67D2A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47950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уже платит за personal guidance, daily wellness, AI companion и visual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AF593-1DFE-47F4-BF90-7A54AFEE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D3B3D-848B-42C5-9BA1-551C7719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Что в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B1EAF8-78FD-41FC-981F-2A2AA881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029075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forecast, daily card, action/reset, Life Canvas, Plus paywall, один video-token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DCE03E-55D1-4EB8-A32C-BBC98113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57625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51D7C1-A3EC-4951-A8E5-792DC263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290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Главный риск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CD3654-28FC-45DD-B006-D2A8135F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29075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должен понимать: Canvas изменился из-за моего действия, а не случайной генерации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BC202B-8789-42C1-B11B-62903D7A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67350"/>
            <a:ext cx="7886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B85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EC1A4B-EB91-466A-A301-0D05F169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81650"/>
            <a:ext cx="756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Следующий шаг: не спорить о рынке, а проверить loop на 30-50 пользователях.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977571-5C0C-42A1-A4FD-4B128C9F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670427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CECFAF-D795-4B19-B77A-ADA1E92E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522D0-17BC-49B0-B38B-FECD0753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B57DE-6805-4C1C-B6B3-3CC5F3ED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F5659-7B70-4225-AD16-1B29EBCF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6EEDF-F741-4F66-ACA4-4857C5EF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Компас показателей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4ECEB-A6FD-4BC8-BC14-E579CE66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B7A24-167B-45AA-8CF5-1C84E314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8110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каждом финансовом или рыночном слайде важна не сама таблица, а показатель, который меняет решение.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C96D5-CCF7-4C6F-B7D9-951832B5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9EAAF-C625-4072-8D3A-6779AF06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4E23D-B436-4709-BD9A-DC7AF71D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764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Активация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Возврат D1/D7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Понимание Canvas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21B51F-708F-4EF8-B527-09243ADB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понимает ли человек ценность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3D6EC-976E-4B56-B8FF-16415FBB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0500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4A787-A059-4470-9584-1D0554F9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57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Деньги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E611CD-5664-41A7-9548-155E5CE6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764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интерес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Конверсия в оплату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 на пользователя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144955-1311-4624-BB00-AAC224D2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платная модель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7879E-817F-4D03-899E-BC81A951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7F5A48-4769-4472-A449-D96B959A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Себестоимость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581576-DB64-46F4-90C5-89EF96E8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 free-user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 платящего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видео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7C173B-8221-44E1-942F-C7344FE6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съедает ли AI маржу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2B9EE0-7119-47E8-B64E-330EE5A7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1475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6B1594-D18F-48CD-A34F-5A37301A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67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Рост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20560A-D89A-417F-A5FA-87559710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регистрации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активации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Доказательство от авторов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EEE3DF-68DB-4ABC-9387-77CAEFE2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48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ли приводить людей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403517-A1D7-4419-AC63-A197776D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9B85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6D0272-3D23-4204-B0DD-8BBF27ED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734050"/>
            <a:ext cx="714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Каждый блок ниже читается через один вопрос: какой показатель меняет решение по продукту?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7F7853-6D09-4C44-9291-6BB2460B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052374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79812B-EC6B-4913-B32A-46B1A19E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53E88-F48E-42A8-A8F6-96AE4EBD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1FBCE-DDB6-445A-9AC7-3CE0ECD0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334FB-AE67-4F78-B87A-D7548806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49B04-A3BA-44E4-B941-6582BA46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Словарь метрик простым языком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2A4FF-C1B2-4C55-A31F-EE784F1D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6E762-2EAF-4729-B6DF-6330C4F6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Этот слайд нужен, чтобы Алина и клиент читали финмодель без финансового жаргона.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CA518-4330-496B-B3AC-2807BE8A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F8897-1473-4504-90AB-60E77261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9725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C90FC-76BE-4CDE-A860-7CC662CD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543050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80A31-2A75-44A9-AA00-414566ED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09725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Простое объяснение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170ED-8524-4061-B115-77194725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43050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A65BA-D5E8-4FF8-9504-8BA443B7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09725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важно для AURA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36897-87F9-4032-95C0-59E0D9B2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669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B9FB7-F711-4E82-A867-9343B9EE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D1 / D7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20A4B-A0D8-45FB-B2D9-8BF613F5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6692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3EFDC0-923C-467E-BB84-EBD58414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33600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людей вернулось на следующий день / через неделю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3C866-8641-4F04-9CF6-A0D80A1B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66925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EC9D50-6C6A-4625-B679-6C1EDA60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показывает, есть ли ежедневная привычка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CDD9D9-6562-46B7-A7EB-A1408D47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8D58F0-C7B0-44CD-AF6D-9E7E11E3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Canvas causality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823198-CBCB-4572-9E80-8B96BBFC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90800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FB6426-8AD5-4A99-B196-324C2112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57475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понимает ли человек, почему изменилась картинка Life Canvas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90F5F1-7774-4B58-9F21-C78524ED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90800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B663CB-8AF5-40F3-AFE9-DAB242DA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57475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главная проверка: это продукт или просто AI-картинка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D5B5AE-B4C0-4357-B971-9F673CB0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1467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E6722E-660A-4C36-BC25-3BD9D986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E1E203-9286-43CF-B0B6-018C07A1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1467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C93AFB-77FF-4892-9570-0A558E4B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81350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людей готовы платить или оставляют явный сигнал интереса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BAF98F-18EE-44EE-A673-AA733FE4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14675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411745-619C-46C3-A8FC-A3A7A1A4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81350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разработки нужно понять, есть ли деньги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129A5F-58B2-4C02-8C5B-1CC9B067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3AB732-6EB7-46EC-A97F-3E4D9448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05225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Conversion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838CAA-5A63-4F54-A781-C8116D21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38550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B38E53-BDE8-4DA9-ABD5-F78A33D1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05225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какая доля пользователей становится платящей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137196-8C0B-4CE8-8A7E-E6BB7A2A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38550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ADD8F3-A48F-464D-BAF4-8B25A6C9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05225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определяет, может ли подписка окупить продукт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A26A75-F21A-4881-BF88-5F21017E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624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5F18E7-31D4-47B0-9E40-56CC59D7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29100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D7BC71-EDE3-4BA5-95FC-C13A4BD5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6242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35F9EA-9A22-4B35-BD46-BF659262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29100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переменная себестоимость AI, картинок, видео и поддержки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568696-512B-4857-A79F-72053AD0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62425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1CF303-CD29-4B00-93B4-3758D827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29100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COGS высокий, подписка не держит маржу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053339-1858-42B4-838A-3A5A9AF1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A0965E-E482-4843-95D6-09CAC02B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52975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317CFB-3D53-478C-874A-E300BA25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86300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87DCDD2-88A8-438B-A490-8FC580F1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52975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привлечения пользователя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2AAD2B-B6F6-4EE0-AE6F-6F20BCE9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86300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082820-19F3-4A9E-8974-A8BC01BA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52975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 можно масштабировать только если CAC ниже LTV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1E44CB-C93D-4DB5-99AF-587B36F0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017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58857D-87C1-419B-89CF-35EEA1A9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F533D5-24E1-44C7-9842-ABB5272D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1017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8D98A6-9FD5-438D-A0E1-2A846A9F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76850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денег нужно, чтобы дойти до следующего решения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DFD806B-64A0-4506-BF80-69DDC7CE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10175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A88E453-EF68-4949-8A52-B0D1889A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76850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путать первую проверку и год масштабирования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03DABE-70A0-4C33-8EF3-F69E20B1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5C7779C-431E-409F-AF57-87289300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91225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Все сокращения нужны только как индустриальный язык. Для решения читаем русскую колонку: что проверяем и почему это важно.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4AA191-5AA8-4DDA-87A2-0EDB6C95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754759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C1F390-CA1C-4691-AF31-DB79F679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D2931-5F41-4AB1-AAE2-B2724846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5A769-1BDC-4C24-905C-6C45702F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AAE67-2320-4C0E-B81C-FF0E5013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B8811-B2A4-4C5D-A086-2DC2A0F2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уже доказали лидеры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375EB-93A9-42EF-95C8-BB76B4A5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3877B-CC15-470B-A0F4-409B0515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349AF-529B-4F26-8774-F6392FEF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/ Co-Star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C1435-EA64-4DC3-906D-35E5B5F5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19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личная навигация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7E9EE-B102-4FE6-B6E2-DD1312D1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рождения, недельный смысл, совместимость, платные разборы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BA576-062D-4057-9D5B-2D82B7EE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оценка iOS: $718K-$797K/мес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C15BA-2437-4347-BCDB-DB8D2955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28750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D3494-EBFC-4E3A-9EE7-25F6CAC5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00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/ Headspace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1B3C9-6A09-4474-8091-C7F3EB02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ежедневный ритуал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605DC2-AF2D-415B-A3F3-1FB8C7C2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доверие к подписке, годовые планы, wellness-привычка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51B9C-6729-430B-8673-C935EE34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717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proxy: около $300M/год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6D78FC-3CA1-45DD-9F62-D49C1326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1833B1-0FD2-4AF7-9647-1B6D4FDC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Finch / Replika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D2A6FE-378C-4AC7-A7BF-19E1C875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петля помощника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9748A6-F096-4C3F-9A2E-FAEEE233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память, аватар, мягкий возврат, эмоциональная непрерывность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B92755-47B2-4F28-B238-81F9795E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243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оценки: $1.5M-$2.36M/мес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C3BD06-839A-499D-A62C-168869D7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81375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02C78E-8019-413F-966C-3C4C7CE4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5528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/ HeyGen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23F8EC-2674-4BE7-8792-3DE995C2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визуальный AI-слой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B0836E-E23A-4EA4-96FE-B6EDC20B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10025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видео/аватар как premium-результат, не дешевый daily commodity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C02222-D11C-43D3-B47A-67449E55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5243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8s Gen-4 Turbo ~= $0.40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E10237-6D8E-42C8-A82D-59D7BFC6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рынке уже есть все ингредиенты. AURA собирает их в один причинный недельный опыт.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BCADAE-DD55-4623-9CA1-73DCA175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526714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A2A552-05AD-4999-9C0A-18436827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1B946-09B4-40E6-AD6D-5B6FE38E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B8A6B-B301-4875-9731-72E96F5F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21C18-B97E-416B-B7BE-87715D90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7E9F8-00BE-4CBF-A8F3-632CBE90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Новый формат находится на пересечении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FA3FE-021B-4E79-A645-5A501599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D6FB7-7635-466C-9DA0-2D9B932F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6CD47-9B80-4C2F-A68B-4A0303E9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0002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Астрология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DAC637-EDE5-41E8-AE5C-7EFF549C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смысл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BE4F5-F31B-4ACE-91C1-4EFD5E6A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7621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1F9B2-3906-44FC-9015-22EF2D6D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0002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56718-352F-435F-B141-FEEADB1D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384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ежедневный ритуал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A0F33-9244-4ECF-AE27-11843A21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576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375740-EA3D-42E5-88BE-8F74A292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957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AI-помощник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DB71B-5371-421C-BBB7-0ED9BACC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339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 / ассистент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7F0CA1-3B61-485E-99C0-F9C46635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8576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65CEB-74BA-4CC6-83AB-8E869705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0957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4E7978-FE43-4727-B0F9-592C12DB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7339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/ видео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F9C6B-4C3F-41BB-8D6E-7A80CA34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15CED3-931E-4AEF-B247-CB6E6C21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5CF7D5-BC98-44A9-A19E-ADF67EAC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визуальная навигация недели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57D6BE-2503-4D92-81C2-899A0554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97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— не “еще одно приложение с гороскопами”. Это сериал о своей неделе, где смысл приводит к действию, а действие меняет визуальное состояние.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670B04-87B4-42A0-AC92-A0179FF0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212505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FC3463-5005-4062-A2C4-48479DE2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52569-3908-439D-B26E-87760E34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6BB9A-C7DD-46A2-A9BB-E08D52DF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26BA3-D404-4465-834D-022BE060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D3B34-6708-4E70-B4FC-1479AA65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Как мы выводим продукт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96C74-4FDD-4D3B-9853-21F4B584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93789-FB59-4E42-8EC8-01CDA452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909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D5662-CD9A-4237-83EC-6810F169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D137B-DF3A-403D-800D-E16B8542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11393-4A6E-4E61-966F-FD3C41A2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Смотрим лидеров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69DEE-242A-4924-8675-9C1E15FD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Nebula / Calm / Finch / Runway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4FF23-E3E6-4762-8407-DAEF25ED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уже платит за смысл, ритуал, память и визуальный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4AF0B-751E-43F0-8D32-324C4E27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457CF-67CD-47CE-91FA-388857DE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CA4725-B49E-46C5-8701-4EB23C7E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Находим разрыв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EAF37-2B84-444F-8FC6-E9940F72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приложения дают куски опыта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E7F3C8-AF10-4C48-89E8-B0F5380C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формата, где смысл превращается в действие и видимое изменение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95702A-C292-4F5B-8394-596A12AC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44FDFD-25EC-4E87-9345-3C6934FC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D7FF9B-4439-4994-8708-3A414818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Формулируем AURA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CE7462-5B88-4C75-8D67-BA19AAEA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weekly visual self-guidance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6DB586-D133-4E13-9099-B77D3E39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становится личным сериалом, а Life Canvas показывает причинность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5DA0E2-6232-42BC-8062-15CA20C6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749D0A-B9AF-47B8-8B2C-4C0F2C1B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68667A-D950-4111-9E94-ED956090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Собираем MVP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50DC2A-7621-40B9-9B0E-B601B4B0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Episode → Action → Canvas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B1AECF-DE49-46E3-93BE-67B9D8B0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проверяем не рынок вообще, а понятна ли пользователю причинная петля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B03F84-7462-4105-8CC4-F8C9963B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Логика презентации: не “мы придумали приложение”, а “из существующих платных паттернов появляется новый формат”.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A846E3-46CC-4446-A95C-D939F378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7837173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1DDAA3-27A3-4998-8545-7009A5D4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28427-8632-4C01-9987-7E539FAE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5146E-E08A-44E3-8526-2C27D13A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83CF3-528E-47B6-B090-A0C555ED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1B694-B6B8-4045-BABD-8B3C414C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Пользовательская проблема → ответ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AB277-A427-4DA4-BB03-C5AC2B91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500C9-4A7B-4CEB-A4A3-FC378C65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сейчас болит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D07ED-1FA7-4EE2-B45D-5107B366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A3D41-5F23-4B39-B0DC-434292D2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Гороскопы дают смысл, но часто звучат общо и не ведут к действию.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90417D-5E39-4B4D-A1DA-4A13C4C3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EC680D-4978-4945-B8DA-F0CC245B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 дает ритуал, но не объясняет личную неделю пользователя.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E959F-75E3-4CCF-AB26-3A697B41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C874C-A2B1-474B-A9D5-C3408721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 умеет помнить, но не превращает неделю в понятную структуру.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DDC7A-25EC-4F36-ABC5-F2AF70DD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D0791C-F976-47A2-9CCC-9D9EA8A3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Avatar/video tools дают вау-картинку, но она часто не связана с поведением.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56C20-815D-4A0F-BC39-C25161A3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должна дать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E5322B-4A48-49CB-94B2-CF8B7CFE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3EBAD-C78F-4E04-92A3-C848668D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прогноз недели на основе birth data и текущего запроса.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23D154-32E2-4B21-A657-92C2AF73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41E62C-706A-4309-B511-78F05A7D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episode: один фокус дня, одно маленькое действие, один reset.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40AEB0-A958-4A82-B8DC-C0587CEC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009011-D239-42B5-9D7F-49E90F7A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Canvas: визуальная картинка меняется не случайно, а по причине.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DFDB86-F411-440F-BC73-C25AFE8A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7DC6F-E8A8-4C4A-B49E-693FF7AD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recap/video: неделя ощущается как серия жизни, а не набор карточек.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12ED3B-EB0B-44A9-ABF9-BA27C285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DCAE1C-B3F9-4CB1-AA5F-E7FBB797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Ассистент с памятью: пользователь чувствует продолжение, а не новый чат с нуля.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C72588-F6A8-4C54-820A-3737A0C4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6687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78B52A-049A-4BF2-8F77-1A34004B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824588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4D5594-A3FF-496C-A385-6AB4F68C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FE656-DFD0-4229-B0BC-90913AF2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6A69D-35E8-46E8-98E4-52A36109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75045-0C06-4E1F-8641-322F97A9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5CC16-A459-47AC-8977-6079D6CD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3 рабочие продуктовые концепции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5A00F-DBA1-4CAF-B235-0351A265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358D3-A8B5-41A7-8E1D-8639475D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48F24-73D1-45EA-A36F-693CDDEC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Концепция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9F7FC-E8E1-42C3-8274-79C25F87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ED9B5-06F4-4B78-A748-EAC1EA16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выглядит для пользователя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A8D32-8B23-45F6-BA7B-CB74ACDB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D3797-C585-46EC-9197-950C762A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Вау-момент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DA550-E7E5-481E-A973-DB695171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EED100-1FD1-436B-9A03-C884EC49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проверяет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30ED3-BB59-41B0-B741-36773A18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89C3D-946A-4F01-830D-F3022047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Life Trailer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71E67A-2DD8-4366-9E04-33842EF5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D123D3-6539-453F-93C1-844A6622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раз в неделю пользователь получает визуальный трейлер своей недели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7875A5-BEC1-4337-A6E3-756A1130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60CF07-457F-47E3-9534-3E70CB28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“моя неделя выглядит как фильм обо мне”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6E059B-991A-4E82-AE48-89DF5172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51413D-4E57-4C14-8A6E-567FC734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готов ли пользователь платить за premium visual moment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007173-1F4C-4FF7-8B85-EDC1AF4E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F2D3B8-C05F-44A7-B42C-77543F48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 Self Canvas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D8B946-D836-4C81-BA0F-25603E52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527BC8-BA8B-4E3E-B6DA-7FAF4F52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ежедневные действия меняют образ будущей версии себя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7AB76D-EEA6-49C8-BC27-91D80DED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F7B89F-8743-4BD6-B480-8B69D00D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“картинка изменилась, потому что я сделал действие”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EF070F-0C8B-4B65-B020-0BF6A5EE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E1D1A1-3237-41B0-826B-E389BFF3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понятна ли причинность Life Canvas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E7FB45-5347-4CAE-B0D9-1D31328C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5B5B40-CC95-414F-8475-5E7E9456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Pocket Forecastist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EB813E-7F8F-454D-8BD6-184DBB2D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4BA758-6C36-4DBE-8F02-AFE92137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карманный прогнозист помнит контекст и ведет через неделю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33E90B-ED40-421A-94DC-808BA4FE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8DC24F-64DC-4CE2-9144-24EF1C1F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“он понимает мою ситуацию, а не просто пишет гороскоп”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40122F-522E-4DA6-843A-D8C77A89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667DC4-BFE0-4AC1-93B7-D8C67BBE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ли trust + memory + weekly guidance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56455A-6C0A-443A-A937-652E51E6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843449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F707D9-DBBF-452F-8456-02C02CC0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17B2B-4BBB-489A-AC02-1BD8709D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23127-E94B-4B27-8AF9-EE045A72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F9029-430C-4385-B818-D86083E3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AE8D2-C462-4CAD-A80F-275FE5B9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Финальная формула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FAFFD-08FA-478A-AE58-410F8E19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61BFB-D38D-46DA-901A-8A1DAF80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Финальная формула 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BEF9D-D790-46DA-B927-79084C31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7335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— weekly visual self-guidance app: пользователь вводит birth data и текущий запрос, получает прогноз недели, проходит daily episodes и видит изменение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4BE65-C6D6-4D25-92C5-5D0CA8E3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принцип 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37A85-DD1E-4C96-B753-82F20F71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098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 не продает “предсказание судьбы”. Он продает структуру недели: понять состояние → сделать действие → увидеть изменение → вернуться завтра.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A2537-C806-480A-9310-419375C7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внутри 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AD45A-8899-4AA8-920C-0F390F22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08610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Карманный прогнозист/ассистент с памятью, weekly season, daily action/reset, image-first Life Canvas и редкими premium video moments.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C0201-EEB1-4D76-81B0-73BA8498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отличает 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640BE-44AF-46B5-8686-FCFB49EC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6237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У конкурентов смысл, ритуал, AI-память и визуал часто живут отдельно. AURA соединяет их в причинную петлю.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C5170-3770-4542-8E7D-08E6EA6A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не делаем 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4CA3A-5648-42C4-8226-12CAB3AC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4386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строим безлимитный AI-video generator, социальную сеть или marketplace экспертов в MVP. Сначала доказываем loop.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958509-70C6-4FC9-B6EC-3DBD4E7A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49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Критерий жизни продукта 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7AE285-376F-47A7-8570-334B77C5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1149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пользователь может объяснить, почему Canvas изменился, AURA имеет шанс. Если нет — это просто генератор красивых картинок.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2E83FE-C963-47E9-B35D-A9ADEA3A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444042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544D5A-C57D-45DC-86B7-369865F2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02AC0-7B58-448E-85CA-87EF20C2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19BBB-8BDC-41D9-B291-4CA956A8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D86DC-D85C-4436-B221-3B9B13DB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866FD-BB79-47DF-8F4F-BE31F311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Продуктовая петля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C8B3C-64FB-43D0-B57C-848A1C64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A4405-2305-4CC4-95C8-2599E04A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1C465-F9BA-4795-9D47-F7F7200B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 + запрос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6AA49-DA19-4109-A83E-C873F964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контекст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8D618-F3C5-4B81-9CC3-1F4F8009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07A23-2DB8-4216-8D84-729DAE84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Прогноз недели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8ECA9-8702-4AEE-AFF6-0B6E9CC0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арка сезона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33A6E8-D5BF-4502-B356-20F462A6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16C0A-596B-46A7-975E-9BFFB860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563221-0BAA-4865-B060-061C0A43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 дня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512C5-93DF-4555-B83F-59B35B43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E98DBE-A0DD-44CD-9523-109E216D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Action / Reset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6294F4-4F39-4D74-9909-ECD8CF92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маленькое действие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E2C507-DB0A-44E9-9579-5BE11962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203FA8-CC16-401C-8872-DD0F489B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6C1345-F26E-4ED8-AB67-AC41247A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причинность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4604B8-CE2D-497F-BDE4-4FD3ACD1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Петля и есть продукт: Episode → Action → Reset → Reflection → Life Canvas → Tomorrow Hook.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B80B1C-5FA5-4A13-A457-07710A5B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Источник: Google Vertex AI pricing page for Veo 2; exact video model pricing нужно перепроверить перед build.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D4BABE-4098-4C64-8D6E-8C5F1DC6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6531477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112DFF-12BB-4698-91BE-37992167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0EE66-FAD0-42F1-8F18-0D4F5477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3EF13-4859-475E-98FB-4197F449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8D5BE-5575-4BC6-9C6E-5E0E5A40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21A36-B076-43B2-AE61-9FA05642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Путь пользователя: первые 30 дней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E9F1E-32B6-44FB-A363-41B25597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0B47C-32F5-439C-A29D-96D32CD6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914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C6813-B652-4D04-A0ED-32A2CAA6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302F8-F451-450B-84A5-1F05D52C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0BD86-0B60-41F5-B6F1-CB7EBBFF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Момент поиска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03949-D4C6-44BB-A51A-7CA741F5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хочет смысл на неделю, мягкий reset или визуальный образ будущей версии себя.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12109-F0FB-4BBA-9648-55F3A21D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2D891-2F8B-4F11-A491-5135C6DB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День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24372-B4F5-4530-AA5E-1177A243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Первая петля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120BCE-7CD9-4BFC-B140-CBE0C5FF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 + контекст → первый прогноз → одно действие → первый сдвиг Life Canvas.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5F13D5-EB6D-44C1-9507-E3A8E06E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F4863-EA4D-4AC3-ACF8-8048363E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79927-6C56-42C8-AF19-0B7029C5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сезон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7ABE02-1A37-4569-BAF6-3DB0A580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видит недельную арку, помнит действия и получает recap/визуальный артефакт.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4C9A9-E289-4DB0-BCA7-8A6D1003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C151BA-1B85-4B06-82A5-15908188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7BBA3A-78F7-4596-9095-826F9283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Личная система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81A750-8F5D-446B-B3ED-0A59B236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становится ритуалом: память ассистента, сезоны, premium-визуалы, годовой путь.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910CFA-D694-4481-9E42-34D1A7C0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150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работает только если пользователь понимает цепочку: ввод → смысл → действие → видимое изменение → возврат завтра.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C9BE93-F356-4F26-B89E-279C9065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969945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523B3C-B196-4DE3-AC4C-22BDD6AC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49C3B-4F1F-421D-82CD-457A96AB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C2B37-FD25-49A8-969B-74453003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50095-FC42-45B1-B921-9295F64A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6333E-4B27-4BC5-81D9-040B1C15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Ключевые экраны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E4039-30D9-45F4-99B3-D0F8F2EA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CD73A-8FEF-4D44-9969-835659D1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F0B5D-FFAE-442E-84A7-DEC5C342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F68BB-C377-44B3-B629-ED08327F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902F6-663E-4AD7-9232-1F8D7B55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Данные рождения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A7C39-BC80-40C5-BAEB-22473C7B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0047E-3F54-4E09-A192-F3BBF341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/ время / место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текущий вопрос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29A80-5455-4D7C-9857-FF863331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C40C7-CFE1-42F8-8E66-152C86E8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6FADA8-87F8-491B-9895-D548B6E5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526AF-EC07-4D9A-8DD3-66319DC6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A7B103-E49F-4010-8896-1889CD5E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4C4DB5-4AB5-4560-951C-6D028DF5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Прогноз недели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1686C8-FCBC-422E-A539-78FB5ABC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E5E077-557C-4881-8BF3-72018CF6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тема сезона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 напряжения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первое обещание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EA750A-232B-4EAC-A651-9AE2CCC6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18219-0BB4-4FE1-8E8B-5A4E4A30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880986-DCD7-4504-8A43-EF8E045B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B4BF1D-C791-4FCF-B995-EB57A6D0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DCD943-6AD4-4668-9878-E569D9AF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2C15A2-D5E7-4359-BDC6-0A8C8489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067980-4D6E-4484-B7D2-10715CD7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018106-77F8-4FEC-95C8-4EAF37C5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 дня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сообщение ассистента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карточка действия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3D8675-C970-4EF6-AC77-503C9A3F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071C01-AA8B-4339-9AE8-5C894E19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2DEC3B-A4DD-4DDA-B756-E04A4533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1C9A30-A242-4830-BCAE-90F0C1CD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A6B0F9-0F5F-4B49-B3FB-82665BB9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9D0AC8-6BDA-4B53-B884-F28A64B4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CC2DEE-F911-4282-AAAF-09CFDEEF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EB6DA4-A38A-4C60-9163-7326BB72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2-мин практика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рефлексия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завершение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3572DC-A451-4906-AB96-BF82516B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885E06-F766-437C-93EE-EA5F8CC0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A85CCF-3E29-4F2A-9205-15985104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992D2A-F56E-4071-AD7D-D90D33FE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9A9D44-1695-43D5-95CF-E34B20CE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9F9FC3-5EA2-4034-A2E0-ADEE9B25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961B14-FD34-4FAE-8C5E-6A22E123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2618E0-3DA0-48D4-BFF1-09833D26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/ после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изменилось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изменилось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0EBF8F-E21B-4FFC-996D-A369FC5D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3A52A8-E499-4D23-B1F6-E3095D05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7F528A-4339-43BD-9AE4-AD5AEE0A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AEA022-69D8-4F3D-8CF7-A2A18F69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BD7F49-D322-4063-8DFA-01546F3B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289719-C3E0-42A0-9564-D865437D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176307-1406-4CE1-9BA3-94EA8E0F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2ED1B3-BF90-46D2-B7C5-EB16BEC0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продолжить сезон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/ annual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token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C20C206-E156-4612-8C7F-B28391C9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3518D27-FBA1-401A-9987-77CF6F4F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выбрать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5553C1B-FEFC-493B-BC37-56F1C7B8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292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финальный UI-дизайн. Это логика того, что дизайнер должен сделать видимым на экране.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E633FD-4A84-494B-950C-B693480B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7537611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D1D312-3EB0-474E-BE63-86582249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15CB2-C47E-455B-8669-5F0770E9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D4432-61DA-448E-BEB0-F1C78D7E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6951D-17A0-40DB-88EE-D7608389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37A48-DC49-46F0-8E52-4EC38E69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Life Canvas должен объяснять причинность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B67A5-7ED0-49F5-B2DC-26A6E209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E09F0-594C-4D86-AD5A-3E280DF0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81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действия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43B04-18B2-4124-A185-447EA3D2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После действия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691E7-DF98-4A38-93C4-1076B1ED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917E2-E114-4D05-8ED3-9A12E6BC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5E6"/>
          </a:solidFill>
          <a:ln xmlns:a="http://schemas.openxmlformats.org/drawingml/2006/main" w="0">
            <a:solidFill>
              <a:srgbClr val="D8D5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877F72-7C08-437F-B9CD-EA25E72B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38375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B7F5"/>
          </a:solidFill>
          <a:ln xmlns:a="http://schemas.openxmlformats.org/drawingml/2006/main" w="0">
            <a:solidFill>
              <a:srgbClr val="C4B7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337FD-BBCA-4CE8-8DB9-ED7BA93E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576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туман / давление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неясная неделя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CD21D-6971-4531-9EF9-55398A84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0002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FF0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A1143C-3902-4A5E-B273-DEC0F13A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0">
            <a:solidFill>
              <a:srgbClr val="DCEF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D71525-EBEC-4367-8B18-DF0184EE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D0EBF-45CF-4CF2-9B06-045086EC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1"/>
          </a:solidFill>
          <a:ln xmlns:a="http://schemas.openxmlformats.org/drawingml/2006/main" w="0">
            <a:solidFill>
              <a:srgbClr val="7B61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EE723-1BFC-4A9A-9147-1A701611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ясный маршрут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собранное состояние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EECB68-63B3-463B-8298-019857D7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57500"/>
            <a:ext cx="47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1AB42C-C074-4710-B1E7-E0F516C5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752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0C932-CEE0-40DD-BB8A-21B76D52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57750"/>
            <a:ext cx="714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сделал reset и reflection, поэтому Canvas меняется из “туман / давление” в “понятный маршрут / собранное состояние”.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B363A5-2A3E-442F-83C0-7950BE0D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769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пользователь говорит “ИИ просто нарисовал другую картинку” — продукт провалился. Если говорит “картинка изменилась, потому что я действовал” — AURA жива.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7F33C9-E556-4378-9EE6-E0336AA1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6844483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33FE57-E972-4F61-A10A-356B95D9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D84ED-F3F9-4E8C-A8AF-CDCFC7DE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A2C98-351B-444A-A2EC-DF138648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84163-19F5-4B41-BE6D-03EABCC8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0D813-4724-49A6-A4D4-52309F6E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Premium-видео — это момент магии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62F8A-37D0-4DC1-BA81-42647177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DB528-9E0D-4AD6-938A-9C970BF9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619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22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8E099-9D92-456C-872E-031D47E7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D0C82-8892-4EBF-80E5-FFE15E9A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33675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TRAILER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C9AB7-A415-4925-88F4-54F0A9FE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005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Premium video moment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3EA61-1E8F-4507-A237-7F187D68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192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 можно включать в подписку только если модель дешевая и жестко лимитирована: один 8s ролик в неделю, а не безлимитная генерация.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D291D1-E7CB-4F02-BD15-BE44651B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1462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64478-41A1-43AA-BFC8-EEBE8563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813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 sec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B0CE8-D409-4D30-B623-11F5EDDE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146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77EA2C-5329-43B9-BA73-09DD4A06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~$0.40 себестоимость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CB47A-29BB-4AF9-A34C-D9FFDAEA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908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2F616-B169-46B0-A27A-0493B231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видео/мес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775FED-5985-4F5E-BC8C-36B19CAC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B13E19-8E5A-4A38-AA64-0F0817AC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575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~$1.60 себестоимость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0EA19E-B7A2-4C76-BE17-9D51A86A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6712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A3B82D-D264-4306-96CF-3E8A2544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images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C0BBC8-FC93-4CF6-AD49-27AF5BEB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671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3C8CE3-197A-4CC0-8C07-BE863E0C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338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~$0.60-$1.20 себестоимость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03E872-1C0C-4346-BC45-8E40D5A8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433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14AE77-C56A-4DD5-AEBB-9F218C91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Итого media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57EA89-2276-41B7-859B-8F452230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62D80B-D7B5-450B-871F-75C9534B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100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~$2.20-$3.80/мес до буфера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497EA4-20DD-4339-9EBD-54934896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Бизнес-ход: продавать визуальную подписку, но жестко лимитировать генерации и считать каждый asset.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A263AA-CA89-416A-A5D1-37A8AD6D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1979646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9A2714-00E4-409B-9455-6A446760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6E959-CF51-4C78-9567-2B83B2E1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02CD1-0ECC-4D8B-BAF1-02CFEDE3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2D77C-A88A-4F4D-BB72-B6BCD38D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7B35E-BB78-4E30-8210-8420C6D5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Архитектура paywall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207AC-A413-4453-89E3-77C005F1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275E9-3E76-4C40-88DE-DB62967C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60F53-916D-4541-8863-21F2D6D8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A1B3E-1CCB-44B6-9E9C-8C14B7EF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EEE7F-9DFE-4390-833A-FA0779DA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3-7 daily cards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лимит картинок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 weekly video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E1383-A6E6-450B-A9D8-21C3045E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C94B8-5C82-4BC2-A758-AB1F7EDB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активация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AF277-4D8C-4F0A-86A7-45BA33A3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627F0-074A-47A7-A06C-CF7A2B1C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Plus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18BE53-140E-4E18-AD5B-36579992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952AF-8D08-40C3-B4BB-8331088A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cards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0-2 видео/мес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3A7648-026F-4A94-A980-3358276F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1358D0-184B-492A-A0D2-A9173349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стартовый тест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564F1-0557-453B-B2F8-FFE9E16C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A4CC58-6503-4111-AFBD-54373443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0BE70B-72A2-4771-ADA4-8EC01EAC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B56A41-AF88-417A-A2EC-AEB657DA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videos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B8431F-C3A1-40A4-AFC3-E8965542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841282-F165-409B-86EA-75453DCD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пакет с видео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FE301F-B3B0-4C70-8C85-B497FF5A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8C7E32-EF15-4E5F-A2C6-F137DFB4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Annual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7C3D9D-524C-4F05-8267-DEBB6820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$79-$89/год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AAFA12-B23F-461C-817B-5F83359D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тот же пакет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ниже churn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деньги вперед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47E9E0-FEE2-478C-A93D-819D1276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834268-F96A-4837-9F0F-E734D95E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861701-E82D-4DEA-A110-9D7D6F38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76875"/>
            <a:ext cx="800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— не внезапное повышение, а верхний тест для пакета с 4 видео/мес. Базовую цену нужно тестировать.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2BC1A8-6C04-496D-B526-E4DD9802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5029441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55EE07-9681-4B76-949F-037A1885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347CF-7EA6-4F0A-B5B6-7DFA8231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174C7-560C-46E2-A0A8-36365F18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0FF0E-8E13-4CD8-B891-37E285AB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D79F5-7707-4203-9ED1-BF4FB6B6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Почему это не просто астрология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808E2-D7E5-40A5-80B8-B598A004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53B75-5564-4089-A688-464E8CCD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дают существующие приложения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127DB-C987-4410-9ABB-8CAC0E12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102EA-40DC-479B-A26A-4F402F1F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Astrology: смысл, но часто слишком общий и пассивный.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F8BB41-BFDA-4BBE-9C8F-E72D743B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51C4D-090F-4F0A-8E35-D059ED91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Mindfulness: ритуал, но часто недостаточно персональный.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40153-8CC3-4D03-BA13-3050A739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230105-694A-4651-ABAC-964C4763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companion: разговор, но не структурированная неделя.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FA151-B544-45C0-851D-5824330D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E90AD-63DA-4244-B207-20E43FC7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tools: визуал, но слабая причинность.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F90C29-C9D2-4BAD-BAAA-2F8DA3E8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соединяет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6BCEFE-1D3B-4501-A185-95801D62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05615-D34F-4D14-BF76-F9CFBCBE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Контекст даты рождения без фаталистичного позиционирования.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CBEBF3-B6AA-424B-9F66-6662E024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278511-0A90-487D-8DA2-8211DC61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Недельный сезон, который дает структуру.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158476-B5EA-40AE-B7FC-6E8049D7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A54151-A80E-4FAF-818B-9E7811A7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micro-action, который возвращает agency.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A10973-988B-44EA-B179-8F5E2AA0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14B566-F02B-4B85-95E2-62DECA5B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Canvas, который меняется по причине.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E44D78-BEE2-4F23-913D-CC7081FA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8AC577-BFDD-4A1B-B3BC-ADCACF80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Premium-видео как редкий proof-of-magic, а не ежедневная утечка COGS.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BF3146-6A4B-4F91-B2A9-53E7A24E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6687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5D166B-0112-4E15-B8FD-579B4548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1509046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765A52-D3E9-4F45-8874-D104CCB3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D7D83-7E94-4411-8786-442CFF19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AA0AB-AD27-4FB3-9A64-CAC3C329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B1E00-5674-4E99-8A26-04F6A0BC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0E575-2FD5-4EED-887D-37723B3B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Карта рынка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A6407-32AF-46C2-A72B-3C585679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6ACE8-D326-4B0B-9230-64847500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6212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A4A7A-5EC2-4657-9ED4-DC9D435C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28838"/>
            <a:ext cx="847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0E914-893C-4186-A2AA-1326AF37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859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consumer mobile apps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40C84-FB2F-4431-B765-D0AD1322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907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конкурирует за ежедневную привычку открывать приложение ради смысла, reset и самонавигации.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6937B-1C3C-4541-B592-37834A1A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0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11119-DBD1-4DAA-B7A8-5FA951DF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14713"/>
            <a:ext cx="847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9C329-072A-40BA-BABE-FE05D6F2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718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платных поведения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99E66C-A798-421B-A0E4-3F64E583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личная навигация, wellness-ритуал, память AI-companion, визуальная идентичность/avatar progression.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F4F418-4886-4337-A985-96BAED6D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3387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9AE2D-CECF-4C7A-A3FC-E74498CD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00588"/>
            <a:ext cx="847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53B49-D512-4B58-85AA-4BDB3F06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577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apps + web + AI 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466613-359E-4651-AB88-E478B764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исследование покрывает app stores, web apps, paywalls, соседние инструменты и ручной competitor walkthrough.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097F03-F1A0-49CA-8154-4EE97D6A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05000"/>
            <a:ext cx="11430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48AF5C-A59A-4200-ADFF-2E0FFEE6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479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2071FF-2BEC-4772-BEBA-9C52556A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812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100k-300k users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F5087A-7899-4335-BE8D-A086E406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05050"/>
            <a:ext cx="276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достижимый первый масштаб, если creator-led GTM, недельные сезоны и premium-визуалы работают.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DF950F-2845-4785-8EF2-58350E7E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11430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1369B3-15BF-4089-BD95-48803D2C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7665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17C4F6-7823-4F02-829C-329E90D9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099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$30-80M ARR path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B757B4-D5BB-4AAE-97FF-8DEE46B3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33800"/>
            <a:ext cx="276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подписка + annual + premium tokens + creator seasons могут дать venture-relevant upside.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C6B3EF-75F3-4F9D-96C0-B1FCFA71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— это не один horoscope TAM. Это пересечение paid personal meaning, daily ritual и AI visual identity.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C6D740-FDE0-4EEB-B6D9-5336FEC2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3724499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4A8DA0-467A-4669-AA9B-13F5C2F1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CE652-CA62-42CC-891C-953B3D45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5BAF1-BDDF-4F8A-B16A-4BB6803F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0FB1D-0B3F-4646-A731-0E1AE348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FE332-F33E-4C3E-ADDD-8F5FC2BE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Четыре главные цифры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5E0B5-54B5-471B-8108-7110A18C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B8695-01DA-477E-9938-943DD732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E02D3-3358-4EC6-B334-00B49B84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764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AA351-CF5F-4FB6-BD35-5C8A7241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4310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paid conversion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8C645-D242-488F-8F0B-D83E8182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из Co-Star / Nebula / The Pattern style subscription apps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56032-B5FB-46C1-A94B-8C11640E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6687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2D679-4115-4DB7-B808-51237DD3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764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0EE5B-458F-4FDA-85F2-917BBE03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ARPMAU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8EF2E-6E80-49C5-9B26-C2AA4FD4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050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нужна подписка + visual/token uplift, чтобы быть сильнее long-tail astrology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DA7185-CB6F-4CCE-9BC2-E78B0AAE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5ABFD1-CEB9-4611-A399-E8635729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$0.80-$1.50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9AA995-A032-412E-BBB4-73C4B803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4335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 ARPMAU 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EF4C0F-FA1F-45CC-BCD3-0498CDB4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0532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работают high-intent premium moments: future-self, relationship, video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32885C-9FAD-4C71-BE0E-2B429635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6712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B5F96B-7DEB-4A72-901A-84D10B07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766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&lt;$1.50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2BB69E-E12B-4C9A-BA2C-8057372A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AI/image COGS target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22E060-F2B5-4D4A-A6A2-CD6AE420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0532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ежедневная петля без видео должна быть достаточно дешевой для подписки $9.99-$14.99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52C9DB-5979-41F1-ADC7-F77A6B9A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57875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ломается хотя бы одна из этих цифр, продуктовую модель нужно менять до масштабирования.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FD7AB7-0DE2-4157-95D9-051265C8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0696734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605C15-2CEC-4876-9138-EF2D0D0A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C1D06-146E-497B-B185-598C206C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F590E-B76B-4C4B-8396-735F90EA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92F48-3030-49A7-B4E1-2603D33B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CDA0E-8EB6-4E03-9499-38CEC4F4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Пороговые показатели запуска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DCA96-AA44-464D-A13C-40ECA185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73664-CAA7-495E-BF37-204BCE9F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239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KPI “на вырост”, а gates для решения: продолжаем, режем scope или останавливаем.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F5C38-3029-4B2A-BE80-84E2AC05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D39D6-DB2D-4AF5-B9B8-E9EE1E94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03172-40BD-4954-99E8-B466AE19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192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0956C-0953-4E75-AC5D-228F7132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859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Минимум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A601BD-5AA7-4EAD-A0D1-BFC779A3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42E10-5421-48EE-8A1A-71D4A588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859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Хороший сигнал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D4428-52C4-4E85-8068-23EAC946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7B6499-32C0-4B41-A4E3-38DBA1F3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859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8129C-6A86-4483-ACF2-3D837C7E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4A41A-4797-4505-982D-65C973DD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Понимание категории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C31AF5-C492-4813-8710-7BF1BA16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526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48C4D1-37D0-4EB6-8595-152C6F52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193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&gt;70%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D1983B-79DD-4302-860F-4B4F5EB5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578CE7-4E9C-49F1-82C2-291FF224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193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&gt;85%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41A765-1937-4721-A1CC-255A3B51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484F12-22B8-4A0B-B245-12A5E91A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193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объяснять продукт без длинной продажи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DC094F-42C9-4DD4-B95B-02286568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7B2515-5716-4758-9E56-E4F371E1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Canvas causality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E0EEF8-9D24-42B2-8E83-801F844E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860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898627-8780-427F-9AA7-51F67112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527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&gt;50%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522B9E-9990-4E8D-AFB6-D91B4DD3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860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B8C3E6-7DB1-4B45-A753-0B2C85B6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527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&gt;65%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31FBB3-7E33-4587-8E9C-4D6D2EE4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F71C20-8165-4E76-A267-150F143C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527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работает как ядро, не как случайная картинка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8FF631-69CF-4037-9DC5-A400AFEF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FB25E0-8D50-4E71-8710-24EBC779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Возврат D1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F80134-CE80-4CA3-8FF5-40C9BFD4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194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A47C07-8F03-4AF1-A204-60F29BB4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861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&gt;20%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98D4BD-E581-4A30-B57B-445CFF4B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194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505346-8B78-4FFF-99E8-B938C1C4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861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&gt;30%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FDFA02-48C3-4A58-AA75-FEAF771C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2AA2EA-66FA-4724-919C-A9333EF2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861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 вызывает возврат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672D6C-7568-48AB-BFAB-CB52EBEA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7F24CA-9322-4189-8D2D-861E232A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95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интерес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7AE396-9E3D-4D97-9E80-B1B5FF0B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528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1FA825-F101-4FD4-B982-9F49D3F4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195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C0F929-FD09-413C-AAB4-E3AEBBF4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528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631AB3-61C6-44A4-A09D-91B7D24E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195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&gt;8-10%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39D8C9-8E10-41E9-A9FE-B208DF93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11FCE0-25CD-47B4-8AAB-26FBD70B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95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переходить к paywall / pricing test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375ABB-DDAD-4059-BC75-909CCCD2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0186BB-DB1D-4DEA-8DCD-5F948B0F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платящего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3B9C10-F3C1-4906-8E68-E3B5F58F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862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7DF732-0EBF-4B13-AC9F-9353204E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529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&lt;$4/мес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ED97AD0-2D08-492E-81C9-53D3F84A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A03628-86E6-4380-B984-93B4A467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529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&lt;$3/мес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C102029-0CD9-4B07-BB0B-89C5C336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5E6CBB7-4BBE-4960-BDD7-89EE7AAD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529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не убивает маржу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E8DE5B0-0548-488A-BA0A-85B63A00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DFA097E-0B70-46C0-8CC8-9C100411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863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активированного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AA000B6-10F3-4529-AEA5-2B6D0840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196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711BA2F-E5B3-4D06-BE9E-B78215CF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863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&lt;$1.00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8A0E7B6-5B7B-433B-80CE-931F2CFB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127BCEE-584F-4A6D-B7C4-35FDDDC3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863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&lt;$2.00 при сильном LTV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4837B13-68F9-48D8-9408-A1389828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96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A9630A3-41BF-4BEF-B09A-187FEA8E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863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начинать маленькие paid tests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BEF960F-06E1-41EC-ADB6-F302FECE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05500"/>
            <a:ext cx="904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ECB1973-0DB5-4D4A-9093-3C538C9B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81700"/>
            <a:ext cx="866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Эти пороги превращают презентацию в систему решений: не “верим в идею”, а проверяем конкретные условия перехода дальше.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38EBF5D-2778-4D1E-B745-6FB89CEF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1614277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69DEA5-3C89-4DD6-B9A6-20FD36C4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C28FF-7EE6-462C-8DE3-AB17C2D6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D678C-C296-4B78-AFF2-805C033B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A789B-8355-4B72-AC0C-693E551F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D0869-679E-4BC4-AADE-1A9B2A2D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Экономика конкурентов: главный вывод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E6B28-24F2-4B55-B357-19FE1707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D5909-B55F-4068-86D4-56C52B77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26E91-76C5-4FB9-A34E-3B550E4E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13C73-1E1C-4E8F-8509-CD66B01E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4097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F6941-366D-41D2-9633-EA1A52AB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4763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Сигнал конкурента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ED893-A78C-4465-BE60-287BCCD4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097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38D51-C652-4FB9-A537-1B11E506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4763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доказывает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F7480-15C1-46D2-B5E7-000CCDFF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4097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7211CA-5391-4039-8D36-23860DB0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4763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 для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D9915-7FA6-4FD0-980E-98632EEF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4F428B-A5AF-4249-B085-3F20E9AD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812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Люди платят за личный смысл?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29BB45-6768-478A-A82B-AA2CDEB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1145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2C348E-81D6-446E-A7F1-9EB47F86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1812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 iOS: $797.5K/мес, 2.7M MAU, 64K payers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2466CC-03C0-4057-B2F6-CF8C2BC0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731229-3E1E-4DE5-8959-04C19570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812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но conversion ближе к 2-3%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ACC1FC-A238-4889-B252-3018D72C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145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18E081-7717-4E3D-A8E2-14964D6E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812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conversion: 2.5-3.0%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45FAA2-766D-41BB-87DD-F479CF6D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C007E8-5C83-4F8F-87EE-681CA64F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Spiritual guidance монетизируется?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F9ED33-3D7A-4038-8134-469BA8B0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8194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FA10C4-807B-4A4D-B437-D2568A94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860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iOS: $718K/мес, 52K payers, $0.33 ARPMAU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71F1B4-3F73-4E8E-80A1-25E59F82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194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8F3163-85D8-445D-868E-A10BF63D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860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но агрессивный paywall ломает доверие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1E6664-0D77-451D-9E6D-1F27258D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194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F3E304-E6DC-4745-A0B2-0BFAA01C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860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продавать causality + season, не vague psychic pressure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DA7990-5139-405B-96A2-A5E07D65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2F30E8-DB0F-4698-A43E-A90631F1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909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ritual может стать большим?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33DF18-6582-4D37-80A1-7E77B175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5242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67F4F0-CBFE-43B7-80E5-A5258310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5909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Calm: proxy $300M/год, 4M+ subscribers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A191C7-DB58-4263-B84D-54298F11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242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2BE13E-FADD-4416-8C6C-23922C37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909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если есть доверие и annual habit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1C6B23-255B-4C50-BA1B-311EC88A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242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E373A4-88C4-4E8D-89C2-5F799982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909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 plan после первой завершенной недели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128508-52B5-4D89-867D-39926E12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2D7738-7047-4BE8-9AB2-2A910E99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AI/avatar создает paid intent?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C331EF-75F6-4901-B639-7399A3A3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2291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233C31-2EA3-4B7E-ABC8-A7EFA98C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2957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Replika Android: оценка $2.36M/мес, 99K payers proxy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3364D1-8603-45F6-AF52-C0B4CB51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2291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746989-9AAB-4628-A037-0A761049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957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пользователи платят за memory/avatar/voice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B2C313-C5F1-4773-8E05-A46A6758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2291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F9C4D9-BEB2-41D5-A7AC-59D0BD36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957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 ассистента + visual identity layer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9CE9FA-68E6-4A8F-8D10-1F076D06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88A8D5-3CB1-41B6-865B-10BBE409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006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Urgent guidance повышает ARPMAU?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72D23BD-0840-4C84-922C-DF2B8F2D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9339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873672-016B-4553-A922-BE3FC1FA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0006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AstroTime Android: $1.82 ARPMAU, 4.5% conversion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5BF29E6-B5D1-432D-B3CC-B683E6BA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339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C5B4CB-428B-4D8A-B270-1FB8D69D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0006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high-intent moments монетизируются лучше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21F92E-CD87-44C4-9BE6-B9767113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9339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01884A-E2BE-4EAE-80AF-5EF20C60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0006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future-self / relationship / video tokens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2BD2F3-1EFC-4A26-9921-A24AA994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Base-case AURA должен считаться как subscription self-discovery, upside — как premium visual/guidance moments.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37E6C7D-C1A7-4C35-AE0E-69FDF688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683685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F6CBBD-2B51-4DBF-8476-4EBF9934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B1587-713C-4442-809C-4E25BB34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EF252-1C5E-4899-8A0D-5153BD26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307B7-39AE-4271-8E20-D49E69EE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CFEF6-71B6-4CC0-8E1D-7BE18CF9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Unit-экономика astrology-приложений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D5E7C-F811-4743-8058-1C408E04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0C3B4-D5A7-4A78-9F2B-C238D63D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97DDC-1FCF-4031-A091-A7B0C3CD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MAU, платящие, конверсия.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BC720-A572-4202-81AF-BAE5CA71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925F54-59C2-4ADD-882D-8AAF8D67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0A86A-02F9-4843-99EB-01339F4A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15F13-74A7-4924-8072-FD6C8D2D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5904F-1B6C-4E0E-8D0E-18487E5D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AC580-F076-42BA-B0B0-6D252B21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экономика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F500F-4B93-46EE-BD78-2ABBEEEC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C45F8-D72F-4E93-A2E2-BAD0B606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F4D40C-10B2-42AA-98C1-8571125C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A3AE56-F4D8-4811-9848-37AA22AE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 iOS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70CC2-341C-4DF9-9A4E-06EF13FF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62F98E-E710-45C0-B33E-D9AA2040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$797.5K/мес; 2.7M MAU; 64K payers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EF03F0-B916-435F-8572-E9933EAD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E827A9-B115-484D-B0B8-EACFE611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~$0.30; conversion ~2.4%; $8.99/мес + IAP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8E79C4-1689-4F5F-81E1-B8E170AB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0A258E-0BF5-4A0F-A9F9-1A22B6A2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paid conversion должен быть 2-3%, не fantasy 8-10%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4611EC-E6A2-4946-B978-B82278A5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2C1F8D-21BC-4C8E-A641-350DAA51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iOS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F6D4C0-96D1-403D-94DF-757D6BAC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8CECE4-6B5C-404E-9194-26B80340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$718K/мес; 2.2M MAU; 52K payers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375C23-A842-401E-B911-92AD5D6C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5418E9-4E4B-40F7-9475-E5E13C76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~$0.33; conversion ~2.4%; $9.99/мес + weekly IAPs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C7E965-F29D-41E4-96C0-9AB76649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8E8D72-4A33-4FDF-A3D8-F5AB6589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personal guidance монетизируется, но trust paywall хрупкий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6804E6-A675-44F5-B828-F513D070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CFF98C-DDA6-4726-95BB-D6397B86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Pattern iOS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AC53AE-BDFB-484F-B788-95B06206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524C7B-5340-4CA1-9B63-05E1F692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$36.1K/мес; 160K MAU; 4K payers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1F7273-5F46-4089-B8EA-87A0136F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8393D3-9D12-4C84-A3A9-55AB2D54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~$0.23; conversion ~2.5%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2EAB09-C122-4F58-A5F7-32C71060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C00FDF-D69D-443E-A06B-1F4194EA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relationship/self-insight работает, но depth сам по себе не гарантирует scale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91BBF4-FA3F-47DC-8CF8-93F56D2D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D20A54-113C-438D-8F17-862BDE42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AstroSage Android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F8704F-3C54-43B4-B922-817B53A7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6265FC-00BA-4947-BA09-A1292F5A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$547.8K/мес; 2.4M MAU; 34K payers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42D9A3-7106-4279-A22B-E79083D2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E69C4C-56C4-40EA-A438-381AB8BB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~$0.23; conversion ~1.4%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AD8460-902C-40FB-A462-D8F023F7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33C2E1-B8BC-4DEE-B26F-44008AD3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birth-data utility дает большой reach при более низкой conversion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DF8DDC-49FD-493D-B59A-93F8A902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E8BBB1-593E-4B72-9CFB-924F6745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AstroTime Android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49F55B-77B4-4E59-A591-0F5160CF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7C6233B-BC73-4C0C-9B8E-D4439246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$440.8K/мес; 242K MAU; 11K payers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CEBA411-CA99-48C6-9372-AFF34D4F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EA8212-0BA4-4DBA-AC62-78BFFB0E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~$1.82; conversion ~4.5%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226445-6553-4001-950E-6CBDB9B0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503A0A8-F220-4211-828B-54455679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urgent guidance mechanics могут поднять conversion и ARPMAU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3CE6322-45A1-43FF-9275-DA112E1E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4B06CE3-A53F-48A8-B560-AB48936F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29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 company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04FF8A2-0547-433C-912C-C4CF9D8B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962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9084C18-CC4B-4D80-B78C-B16C37E7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29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Rs 1,214 crore FY25 total revenue reported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6C9D0F6-8E8B-44A6-8D9E-D3F4D2B4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62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FE1BE81-EC71-489D-A237-7B7CD4D1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29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consultation marketplace, не pure app subscription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B0AB9CC-B530-46DF-AFBA-18966EFE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FEBB10-550C-4CF4-B8F7-96A492DF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29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human/expert layer — upside later, не MVP core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87DC3F4-B77F-4B9F-A340-F8C4F35E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Источник: оценки Rev.now и публичные отчеты/пресса. Это directional benchmarks, не audited internal P&amp;L.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B068102-87EA-4033-BDEA-85DB05B8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9047150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552468-07E5-4B08-A285-FF56BC10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2CB22-5540-4549-B407-6C86245B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C3C97-F1D0-4EB7-A392-AA17A763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2D018-2901-4AA8-B128-31ED9FED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51F21-B382-434A-BE5D-069C8450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Unit-экономика mindfulness-приложений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16EB6-3BCD-4684-AE9E-3ADB0089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D55DB-767D-4242-A32D-61DCD5D8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0B5D6-685D-4593-86A3-F88BDAA2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MAU, платящие, конверсия.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44897-8340-4580-85CD-D95C5E06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2C42E-2512-404D-84F2-B1C37502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63AE1-619F-462B-9B4B-CA2FF465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EA2C6-4C76-4D92-8312-5397685D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49307-3E3A-4295-88AF-85155083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A314AD-E0EC-4AA2-A654-7A508A17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экономика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1B1BC9-EEE3-481D-8247-D0C23730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D5C974-97E2-4198-9C57-EC6EDE80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1ECEBD-0E68-4FDE-A136-50743CBE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C16792-E249-4E62-A6EE-434AAF43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brand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2E10D5-F00C-4FDE-8464-DE6DB722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AB5353-7CD8-479E-BF75-A0DEE04D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proxy $300M/год; 4M+ paying subscribers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0B5E1B-02AE-40E5-BCB6-06A6C58E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A4A4B-AEBE-4A70-8C38-06D4EE95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$70/год и $14.99/мес price anchors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D3C317-3F13-445E-B695-60C20F6F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B834D2-F94A-452C-AD4A-6E994D67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 wellness subscription может быть большой при доверии и routine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8CDC2E-F850-4956-A29E-D38ABDC0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9210CB-47FE-45A9-9BB3-57DBB281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Android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AA150D-DF5B-4738-AD5C-7670F376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444BE2-5AD4-4600-B1BA-A84B743B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$2.35M/мес; 3.6M MAU; 85K payers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9665B9-EAFB-4B8E-9CD9-78764E86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01B9E4-EF51-4CD5-B9E4-630F182F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~$0.65; conversion ~2.4%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FC6706-156A-4E23-B35C-ED4C6694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3FAAF6-3807-40C4-8E90-FF16FD6B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wellness может монетизироваться выше astrology ARPMAU, но нужна retention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7DB794-8387-48C1-87CF-67630288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6EC7AE-ADC9-4B13-AC7D-3B87D732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Headspace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0947D2-5772-430A-BD65-1D7B5FD2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302089-4CAA-42FF-B7DD-C8807D36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~$200M/год brand proxy; app-store proxy ~$39-40M/год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6E766A-0817-400B-8F2C-9F1DD748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1D6CC7-D8D3-4D7F-BBCB-89EE485D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$12.99/мес price signal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61CF64-DFD3-4596-9B47-853D67F8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C9E298-2A96-40FA-A42D-9745385C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off-store/B2B revenue может занижать видимую app economics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1B908F-CD2C-475C-9D8F-7BF52E46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B8F77B-7E2F-4F3A-B85A-6EDC7EC6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Waking Up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BE6446-3FDB-4E4A-8C2F-5FBED1AA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EDD8D1-4F8A-4176-9104-A83148FD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$492.7K/мес iOS leaderboard estimate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1D4951-61A3-437A-893E-96A8D302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E4D0D9-F57C-4B2F-9426-E4F3265E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$19.99/мес; $129.99/год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B77D50-AE16-4D48-9604-3EFB0213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4478E2-2C9D-44BE-B4E1-8283F186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trusted teacher voice может оправдать premium pricing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82D94D5-6B17-48C8-A385-CFC7C0CC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D28910-BC4C-4EB4-8AB1-5F5FE32A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Balance Android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778119A-A238-4AD1-A050-819A1924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894D82-1AC8-43E4-8398-2702BFA9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$180K/мес; ~317K MAU; 11K payers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6ED9FE9-2B8B-4418-8C1A-3CDDC588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86D65C-9DA6-4FCE-94E3-800F9E5D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~$0.57; conversion ~3.5%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45A9BE-38D6-4240-93CA-60081473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E773CCA-C1E4-4877-8287-54563D90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personalization может outperform generic meditation libraries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C4C6A2D-650F-46DB-8CCE-9D5E4FF0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1D50A4A-B826-42A0-AFA8-DDD4268D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29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Meditopia iOS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E1283C5-3BFA-41F8-97CB-B9EC7653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962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EF1CEB-01A4-420C-9A70-DD1C4660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29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$118.4K/мес; 629K MAU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7F573DB-9E65-4BEF-9007-9DFBAACA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62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DB65EF4-08CD-41C7-AEDD-ACA025CB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29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~$0.19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45787A2-6977-4882-80E2-9667FB72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377B1AA-94C3-4F32-8A4A-3CBFFC95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29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большой MAU без сильной monetization все еще может быть тонким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C9B01ED-F6D0-409C-95F7-139623DF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должна взять daily ritual и annual plan logic, а не строить гигантскую meditation library.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5E507D-397C-46A0-B7F7-6D81E87E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89849727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8B2EF1-0B12-433C-9B62-4A5D61EE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47C09-91A7-45BD-908F-F7CBD513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28A8E-7C22-440D-99C3-231507F7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C3FC0-F2E2-43E0-8D99-63E271F6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E0AEB-33D7-406B-AD6F-FE80169D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Экономика AI companion / avatar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5269D-7675-44B1-8EB2-4BA4239A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61A46-3584-491E-B5A3-C05FB608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63754-89EA-4195-AFC2-1166D8B3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MAU, платящие, конверсия.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7B66A-5261-45BF-8CD1-C3330589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59FD7-F140-4058-B69C-1BC594C6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3FED5-F7B7-493A-BC7C-EBDEFD83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26617-9670-483C-9909-8F8EEFD0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33F96A-9CE0-4216-A64C-55DBCE24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2CE76-9291-4C7E-87E6-5E80E07E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 что платят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E84E7-4254-4FD4-B29C-AD082399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3B895-AE84-4CAB-A0D6-819A60CC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91B4F-860A-4B1D-AF74-332B7B1E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5B4285-5ABB-431B-964E-48F9D1B0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Character.AI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A6F12-F0A1-4105-BFCE-C0D6654F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B7A9CB-4689-4379-BC23-9843EAA9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$30M-$32M ARR proxy; c.ai+ $9.99/мес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2D9A6F-9CFB-4AF2-9F35-5DF75A76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538FBC-0CE7-4992-9FF8-45532B09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priority, memory, engagement, chat volume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0499A7-7D11-4EFC-B4C2-9CB3AA1C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104A36-A0C8-4969-A7D5-61135418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может монетизировать engagement, но inference cost и safety доминируют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045E49-C431-446A-AB7E-258D93E8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CF4287-EFCA-42AD-B2D6-4524D4C6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Replika Android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7F4958-9AC9-43CF-BDE3-547A5B47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3E1E74-1CB8-4EDA-BA23-D492AB5F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оценка $2.36M/мес; 99K payers proxy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081095-EB84-4EF3-9CF9-96DA7B47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2E6D7F-CF10-46CE-8C9A-0CB059BE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companion, avatar, memory, voice/video features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B6643B-55A0-41D9-858B-AC7E229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EB999A-FAE8-46A3-9B91-CD2CEA8D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пользователи платят за emotional continuity, не raw text chat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4953BE-B77C-44B5-8A56-C2029F4E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13067E-B3CE-47CF-90F9-C762863E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Finch iOS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11A715-3BA2-4E8F-B965-F9CFB8F5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C10821-164C-4F09-9637-EF37C012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$1.5M-$2.0M/мес public estimate range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15D59A-1A0C-470B-A720-84768BD0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431237-BD6F-4B73-8381-06276469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self-care pet, soft progression, daily loop, Plus features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191F0E-80B7-4BD7-87AB-845ED2AD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5B34FE-CEE8-43F3-94E8-10A8EA15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companion mechanics могут монетизироваться без scary “therapy” positioning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EAE4D0-FE54-4E3A-92B5-7FA5B029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E24BA3-8CC0-440D-AEEF-B6525CA2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/ D-ID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B78491-49ED-4966-B21C-E6ACDDD8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4683F3-B1B8-4D6E-93A2-ECFD44BE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API pricing показывает, что avatar video — paid compute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2CC0B6-74A8-472C-ABE1-C4E6BA84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AA4DBF-2993-43EE-AEF2-BC461798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$0.05-$0.0667/sec или plan/credit based pricing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A5A144-6F77-4486-940B-6345C3DB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29B0AB-EC88-444E-B3F8-287991EC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talking avatar — premium event, не free habit content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498428-86DF-4916-A6C8-D6E39F37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C69A28-87E0-498A-92E1-418C5B1B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24A95C-4DE1-4FE3-B004-69DE2E1A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8B520A5-2D63-4D1E-96B0-FFD4181B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$9.99-$14.99/мес + tokens target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BAC5B06-A9F9-4CDD-BC06-24C83FB9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CD3A27F-3066-4A67-9226-E221C6B0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season, assistant memory, Life Canvas, rare video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92703B0-92C3-4EA3-AF73-B0D79335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BF1C3B-9A31-471E-8AC3-617F6C18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должна быть cost-controlled AI product под premium visual wrapper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D11C809-D58B-4B55-99B3-1DF0DB78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Аватар — не декорация. Он должен помогать пользователю понять, почему изменилась неделя.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CFC92B1-8A5E-415F-8F09-66F29561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77890793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FA6883-5C56-4F0B-85E3-8E48AEF8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8181F-FDC1-4827-8D41-CCB0C33B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E2AC1-A81A-45E8-9945-BD06F62E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45158-1CCD-48DD-801E-C71EBA3A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F345D-4AAB-4715-8ABB-3ED60E35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За что люди реально платят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8FC82-DABF-4A4F-B07E-BB6CC75E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DCA2F-C8F5-4FE5-9CDC-BEE8E908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B2D62-7CD9-417A-9188-BE11BC2E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момент ценности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C50E7-0CA9-43D9-A034-184B1ECF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A7F17-8A6B-47B9-9B43-0037BBE0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объект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34DAF-DDAB-4700-98CC-0320D8DB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B0ADC-2871-4524-ADAB-A8DF8B6C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Где видно у конкурентов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ACAF2-1680-435A-9BA4-62E0A914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6FB34-2C53-41D3-B3D2-288CBBE2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платят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5E81A-7B23-4022-97CE-ABABD355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23F2DC-2087-4987-B7EE-785EEEC3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Эквивалент в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4F9C08-7D00-435A-89C0-C83B4900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63961-18F5-469B-BBC0-DB0DE2BC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Месячная подписка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ED6CF0-6C99-4126-9729-079AB539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0E467B-0DE8-4369-AB66-D57B9092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Nebula, CHANI, Calm, Balance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CCCAAC-1E67-4A51-85D8-E9E5877D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1BAD13-035F-47F0-B689-B5D1B14C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регулярная личная ценность и низкое трение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9CF707-94C3-4EA9-9C05-5B7910BA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C1DEA4-3845-4A66-A95A-751059DA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Plus: weekly season + memory + Life Canvas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5D4C71-0BD5-4D79-BB39-F13D35BE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63EC4F-55A8-4ADC-810B-46B2079A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Годовая подписка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8E02CE-6291-4415-AECF-9E634B95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A1575A-971A-47AF-9BB5-3C5CA27C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Calm, Headspace, Waking Up, CHANI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5A33C6-BD38-4ADB-89AF-7E1A3DF5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D12379-BC94-4B06-A2EB-077D5431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commitment и cashflow, когда доверие уже сформировано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8D6B9B-008C-4CFE-93AA-FA04DA6A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CEB180-4951-4C66-ACCB-2A03266D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 annual после первой завершенной недели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290011-30B4-4184-AC0A-1242E5BE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C65E5A-99B8-4C23-BD73-EF7FC061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Compatibility / relationship report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C7E22B-7D05-4FE6-A611-AA90E4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B6A923-3118-4A00-B699-0CE869EC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The Pattern, Nebula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2C5F0D-4E77-4BE1-BD2E-835F9EA6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16EEC7-2547-41D1-8D08-D633A358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эмоционально важный personal insight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BF6945-BCDF-48FC-84A7-39D8C3EA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367B97-9F75-410F-B069-2A843C0E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relationship / future-self special episode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92152B-5513-4575-92FD-9AC5872D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F9B573-7D45-409B-800E-C9F686E3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Live или urgent guidance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5D93FC-42B4-4344-A65F-0DA70D07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ADCC02-B3FF-443C-8535-1C09015D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Astrotalk, AstroTime, Astroyogi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430F7E-34EA-41E8-B25A-E7774112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AD9EB9-357F-488C-94D9-9564AD3C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момент тревоги: “ответь мне сейчас”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93E277-CAE5-4ED9-9B9C-77B89358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A6F4D3-CD0F-4215-B775-553CC634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сначала AI assistant; human/creator layer позже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532186-4389-490A-98D2-29050D5C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DA389C8-5CC2-40A4-910A-68BFBD13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Special visual asset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BB7682-A8CF-47AA-997F-B5FACB57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D9B52B-A379-4542-8A82-25653066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soulmate sketch, aura reading, avatar/video tools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572B2C3-A5FE-4526-BE6D-57BF0D79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512A47B-7817-40FB-9E22-E84D39BA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ownable image себя/будущего/периода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A474BD4-819D-4A63-BF92-4AE91776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A30807C-1880-4AE7-8FF9-0B788A6F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trailer или future-self video token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D35061-23F4-4D6F-87C7-70D87E07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22122051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EA41B3-9946-41A4-BD26-03AF4CB9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8CB9F-9518-4404-B36B-4A46E66D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564C8-1BCF-422B-A4EE-41AEC477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A0518-EFC7-4D3C-8988-00B57CE6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84D1F-F478-4781-AC47-9DCBD714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Решение по pricing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E1FAF-B52A-4143-9A43-086BB616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70756-4534-4F0A-A2A3-2331D648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FB364-2D31-4CD3-A5CB-50C4334C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момент ценности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8E632-4821-4687-9548-56F9CEE4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DF565-01C9-4F2B-957E-7DF650ED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AADA3-E480-4F19-9CC8-BA2DFA27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287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AE8D9-F45E-411A-B526-B1C67135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954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44EFC-0AAB-4F08-BB0C-066A6C53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287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511D2-F6B8-4244-85E3-87742CB6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4954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 по генерации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F4CEE-CB7E-4555-986B-A2C82A38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4287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4CD2E6-1D0C-4115-937B-B18EAAA7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4954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Логика маржи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78CC9A-E606-4453-BE69-CA2A08C5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74E543-B101-47EC-BE33-AB151458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29F80-4C90-430A-9AE7-79580040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812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045200-87BE-458F-8566-0182F058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187FC5-87E7-47A1-8958-E6DD0ADD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812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E87B21-B7A6-4532-AE2F-691F5A45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478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 + Day 1 loop + один medium Life Canvas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6E0CD5-DD7A-4B77-9DD4-065C1091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9812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3AAAB5-8FC6-4E19-AA95-75F63BC1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0478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target &lt;$0.20; цель — activation, не щедрость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3802D6-4CED-4876-A297-559A77B6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A859FC-B19F-4D2C-AB7E-4A067477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4B6FC8-3065-4DB7-B790-5C067034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336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6DBC96-6300-453F-8D06-C0EF4265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003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E71220-F5BC-4C9D-8279-B627C921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336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990E07-BD1F-46D0-B7DF-9D7C96C4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003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loop, memory, weekly recap, 30 images/mo, без обязательных 4 видео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AF71FE-0559-4D59-B68B-22BCD79F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5336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03B7BB-29E8-4B09-B4E0-F1B7D57D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6003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нижний price test; проверяем willingness-to-pay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623F3F-F6CA-4C4C-A365-47A23856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C34E04-AFC6-437D-8CE3-9D9555FD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457FF3-B2C5-45A1-9E2F-3B6E32F5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861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458A2A-71D3-4F6C-AE38-2D4A3E7E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527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$12.99-$14.99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7CB234-48AC-4014-8517-CF32B858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861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A6AF01-ECA0-446D-8F8A-FF5A14F0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527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 + 4 weekly Runway 8s videos + recap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DE04DA-3289-4C4F-9F06-E3A05803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0861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DBA842-2CEF-4FC2-9D40-8407C612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1527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— верхний тест для полного video bundle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E74241-8B76-44DC-9D0A-C9BE7FE5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294755-25D7-4F6B-AEC2-60FC9958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052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annual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7A59B6-D104-41E0-B768-FB4D4380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385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683965-AD9B-4F82-901E-367CFA5E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052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$79-$89/year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D2071C-D3E0-44A0-A9AC-901AE4E7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385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23A439-19EC-4087-87E0-B6DABCC6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052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тот же loop + annual season framing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0AF540-9C46-436F-A0D7-BF2D156F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6385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CC9FC6-5B66-4E2A-96D3-48C51D80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7052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cashflow и ниже churn pressure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AF1616-3F2F-41F2-9AED-13DABFCB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1EC609-DC2D-4DC4-B561-BE0F087C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576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 video token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023219-CB47-4DFE-AFB5-A9DF71EB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910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168357-A2E4-4037-B368-6702B2F4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576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$4.99-$9.99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F3EA6E0-375A-4DA0-BB3A-EB105D75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910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5A74C74-DD37-4512-A23E-E4C8E92F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576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Veo/Replicate/HeyGen high-quality moment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D34F451-3A2D-4709-9D98-BA5AB6C5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1910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846340-903D-4747-A674-5805065E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2576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нужен, если COGS $2-$4+ или нужен “wow” выше подписки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D57B795-B1CC-44D6-954F-456C6459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817907-99BA-403A-B67E-D8CCF33D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season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52D3039-98EB-43DA-8450-68803CD4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434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671B77B-A5AE-4334-B93A-F88CF286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01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$14.99-$29.99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2ACB72A-00A8-45AA-9EFF-1BE40D2E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434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C811847-829A-4249-963A-D21E7369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101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limited guided pack / custom assistant style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3F816A9-4B5B-4C93-B119-6452193B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7434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97D00D9-1D32-4EEF-9C94-B277B746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8101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монетизирует content leverage, не только compute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5976A95-A106-407F-ABCC-710F278E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84CFBC6-E5D9-47D9-B347-98622F1B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не должна продавать unlimited AI. Она продает season, memory, causality и лимитированные visual events.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83E0310-EA91-4A3A-B79F-07577B33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2883975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52643D-18DF-4273-AEA0-04E63169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47305-0486-43C3-933A-065C088C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14AEE-31A0-4DBF-B782-68F08EC5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9FC3C-9BDA-4AE9-A3D8-77A94D54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67FCB-C36A-461A-A563-5EBB6D6B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Гипотезы conversion / ARPMAU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2B804-AD73-4C6A-846E-626CE4C1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67B6E-05AA-4537-9CF3-EBE9B976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05B7A-6E95-4848-8338-887980EF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диапазоны conservative / base / strong. Смысл: какие предположения должны подтвердиться.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C46DC-00D1-4566-88F2-7B7FE164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B2FB1-9B49-4012-BAAB-598BD1A7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6C49C-3255-461A-9439-E9084116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A7789-BDEB-402E-A583-D95DAE70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066DA-01F4-4F61-A6AA-CE375198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D54D8-3480-4CA4-B36C-80216A75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33BA05-F213-4804-8286-97866089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7574C0-A84E-4F96-813A-D913B160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6BC2B5-AF64-4796-938C-CFE0D48E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999AE-5CD6-41F9-81F3-D8D2C846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A84FC9-C483-4BBF-BBBB-5A85CC7E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600FAD-667E-479A-8F45-D7137B63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3BB31C-818C-4E11-B267-1346C2E3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2DBD51-1BF3-40FB-A40B-5B02EE0F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1DDDFF-6E33-4CB2-89A9-79141233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6B628B-9B8C-42BE-8652-A10E2364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4.0-5.0%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360EE5-5E0A-4872-920E-1603960A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22C475-61B3-4062-8163-FCEA7FA9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ARPMAU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F09C12-AA4A-4E34-BB78-09B1F17B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D3A190-38BC-43F9-854F-E4BAD99D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67792F-E455-46C9-9927-128EE247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638467-8C15-4760-BD7B-637C0C5A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B70B44-516A-4166-8FF6-147669E6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C729FB-F036-49C2-B707-C3771E7C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$0.80-$1.50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2A6DB6-2C4A-4B3A-AA65-476DE97F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025F56-AB3B-4B66-9F52-C26E19D6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price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6AEAC8-563B-4B6B-B666-F50C4022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8F90F5-B068-46FC-BD3E-952E57EA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348B4C-8EE0-4A49-928F-44DF580E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34A4C3-931D-4FE6-BFF0-EBCD5AAF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$11.99-$12.99 blended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7CA8D0-BB1D-426C-B294-39CF32C9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C29FD5-741D-4149-B7CD-4D403A01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7F3739-6590-40F2-B56F-C3A5313F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A3EE3D-BD3B-4AD9-A07F-069137AF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Token buyer share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2F27DD-2A99-4B01-A1FF-8DE3FE28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B2CDC1-8D6D-42E6-9302-EDC9344B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C342AB-3C46-441D-B1A0-CB8F13C6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3FDF68-9198-4393-8055-8FEBC07E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8-12%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3F90EF-059A-4070-BFFA-399E90F8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FAB639-D3CA-4CC3-B1A0-83755CF7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15-20%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C378E0-CECB-4783-B2AF-749BDBA1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D01140-E899-4840-8A71-0D2597EB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payer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F852F4-3E95-43C1-B92C-237FEDA7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7FAD9A-CCB3-4CAD-B532-6C332629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$300-$800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B7EE23-AB7A-439E-B105-3917E086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B9FF80-B497-421B-99D7-28E7E906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$100-$250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EADC6D5-61EC-4D7E-8715-5419401E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FFF517-6ECF-4FBE-8655-46087A3E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$30-$100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93DDB6D-EE1E-450B-82AB-69EE6C32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25059AF-3EDC-4CAC-A569-80ED4CE9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CECB8E5-7A43-4362-8949-EB8CFCF9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ED52919-F27A-4C2B-89DF-EB107C2F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content app risk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2D87D66-F14D-4856-94A7-4939D312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BA9DBED-FE95-4435-ABB0-1DE071A6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работает, если понятна causality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7032696-6179-44EF-AC11-101FD5B6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073E8C2-6EC5-49AE-99CF-B066E7A1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только с high-intent moments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6B8D8D1-3E09-47DB-8678-8B12DA07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86375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Гипотезы построены из оценок конкурентов: Co-Star, Nebula, The Pattern, AstroSage, AstroTime, Calm и Balance.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E711540-8022-4E99-98EA-25206E64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Assumptions: $10-14 ARPPU, image-first cost control, premium video gated. Нужно пересчитать после prototype telemetry.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3EA539D-9A89-48D8-82F9-4129738D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61948283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8CB275-09AB-45D6-BF82-F29A5C9C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FE89C-E3BA-4344-BBD4-F4EAAA7A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8F636-6E99-40C9-A665-8578A983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90BFF-A285-421D-BBE7-65D089FA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34A73-1CFA-4A64-BC4A-6A5166E2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Подписка на генерации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AB83C-18F6-4C26-9DEE-915F9F09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17DD1-894F-4E0D-8DF5-66F2DF45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5B681-D306-44CB-AB9A-771985DE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момент ценности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BA690-F8B6-446C-802D-72B8B550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52412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D2EA4-49DF-4D4E-B656-7B61C990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57350"/>
            <a:ext cx="2047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4E88F-0158-4900-9C18-1CF67C76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1857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cards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8s videos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5946A-1048-47AA-8FA3-106586B4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~$2.40-$4.05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62126-A03B-482B-9442-A131367F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/ paid user / month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20EE61-66CA-49C2-882A-ED4A799C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811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5E880-D3C5-4E94-904A-527D7192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4478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055F94-5DEC-4079-8185-2E775B23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9F79E8-8484-45E8-BAFD-A172ED28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478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Частота / месяц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23BD0-B20C-4049-B1C4-FF609C8A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5FC202-0DC4-463C-97A0-8C3ADE33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4478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Модель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CEA567-3F10-42CA-9A1B-257BBA17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3811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1AF04A-E482-4741-ABA0-A915658E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4478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Unit COGS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D15DB6-5BCF-45B2-A2C9-B0F69CCE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3811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96865-CF25-41CA-971E-8DC197E1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4478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COGS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9722BB-AC1B-4727-A186-AF39AA29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954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C5CBF5-2F42-43B9-959B-5CB0430E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9621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Текст daily card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4AFC4A-017B-4A43-82E0-7998BDB0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954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6D5388-AFBB-43C6-8B04-99CDE3A1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621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C39F98-C43C-43B2-8B1A-4F11826D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954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420107-BF78-4496-9A1F-488D7066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621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LLM mini / structured prompt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FEA509-AAEB-48E7-91B1-B66C7375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954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65F58E-CC1D-44C7-8989-EA4406A4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9621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$0.003-$0.008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9B7284-B825-472C-811A-E8FEF168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8954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D000F4-68ED-48AE-89CE-2C98BF87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9621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$0.10-$0.25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D45832-2EF8-498C-BA54-BAF55B79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AD3175-6B19-454D-81AD-77A6AB5F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765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image / Life Canvas frame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3881DA-6916-4259-BFAE-7AFFB2C2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98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7D9A98-A199-4648-860D-DFA02FBE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0CD2BA-B71D-42F4-B8FC-2DB78CD6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98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9F9599-F144-49E1-9747-C64D210B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gen4_image_turbo или low-cost image model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C88D09-3E3B-4350-83CE-D10A69BA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098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05C534-A035-462E-B255-EFDE01DE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765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$0.02-$0.04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F1BDA2-2D2A-4896-B892-E7C1370D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098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BB7D19-B352-40C5-B2D3-846BE5B1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4765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$0.60-$1.20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B42708-CDF0-42DB-A088-23869E1A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241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95A011-2857-48BF-8D8D-1465788A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908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8s video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E55A86-09A1-43AB-B58D-BD6DEF62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241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240B52-9B20-46D5-A857-AB02E36F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908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B1B636-FD30-469D-AB6A-2FEC0A30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241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27D0FE-E582-426D-A202-8023BEAA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9908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Gen-4 Turbo, 5 credits/sec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8D00C11-D841-4257-BD74-8FADFBA4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241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A0228EF-B62B-4D76-95CF-5CAA3717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9908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51B72B-9707-4B71-8655-C30F0088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9241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2F5B54-E480-49A5-8AF3-ADE24534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9908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~$1.60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F5B6366-E63B-4678-9C4D-1C96AF61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385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7A3A031-CA57-4983-AE65-E15A346F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5052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Retry / failed generation buffer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EDE2366-1F7F-458F-A364-6C7959EB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385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BF42DAA-2673-4E00-877D-2AB40669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052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20-30%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B15B9C6-CF9F-45B8-ADF6-53A34897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385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9615491-BECE-48E9-BF3C-B33B6725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5052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media retry reserve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FC8A917-6136-4647-A83D-464ABFD6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385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27FAB4C-3B37-4B78-A01B-5C411267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5052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BFF6E2D-7935-4417-B037-519DEBD5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4385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F92C841-1992-48D5-BFA6-E41234F5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5052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$0.50-$1.10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A2468FD-DCB8-47ED-BB69-8A132B7A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528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128BCF1-BD32-405A-B6E0-611D789C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0195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Storage / infra / analytics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A39CF5-D823-437E-A44E-D5205C5C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528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1261F9B-E813-4C3B-BB6A-00B8C0C8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195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9A3F1D8-2890-4492-979B-385D245C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528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05B4159-98C1-4A6A-A688-A26C0973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195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S3 + backend + events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7AFF288-32FD-4C49-8416-A7D553F4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528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03785EB-3B3D-4846-BB30-5E529D00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195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0D5F56E-CB0E-4AA0-83DD-DE95FCEA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9528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F5CB432-A833-49DD-B4A6-E53A1806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0195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$0.20-$0.50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742E7F3-AF19-4145-BB4E-657D60B8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672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4886ED3-48E6-4EBC-8364-CC633225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5339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Total paid user COGS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8EF28FE-725F-4917-8F14-7E46EFD7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672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C4F199A-60A4-4291-8A60-DC3341C1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339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package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F78963E-30FA-4AE7-93AF-156F5A54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672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81FB136-B1AB-4594-B9C5-197083C0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5339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subscription generation bundle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34A5C57-FCD6-4F20-AE45-CC597839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672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8C23EE3-6B51-4F8F-BC52-1C68FC52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5339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41B18DC-A64A-4066-A374-E3E6ABE4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672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E85E540-1CD7-4A45-9FCD-2591473F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5339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~$2.40-$4.05/мес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5A7EA04-A1B5-439E-8631-B2644460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8170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Рекомендуемый Visual Plus bundle: 30 daily visual cards + 4 weekly videos, жестко лимитировано.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694B6AE-61E5-4DCC-92C1-DAC372F3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204236488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7FB5D3-3E87-42CD-B364-0FB704AD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28AB9-BB00-4E91-A94D-89256DBC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55804-5FA8-4B8D-AA7C-8E5BA3A4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5DF92-AFF9-4AE6-A664-9CC02952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EACEC-72A2-498E-BC90-1E57FFF5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Стоимость free user и break-even conversion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5B6CB-3E14-47FA-AAE6-841EB80F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27FAD2-C39B-4092-A4BB-0D986873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488E9-FC86-4B9E-B860-ECB0D73D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1A8ED-5CC2-47D9-BDA7-C395F96B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A31A9-83B4-47B5-AF53-98E37767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Free-сценарий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4F2F4-DB4D-4DC8-88F0-4F383B33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09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35A9B-657D-4184-88BC-D61ADAFA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76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9DA6C-C073-4E60-BA81-5F5D86DA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409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0F19D-0CDD-4CD6-B652-0C53E14E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76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COGS / activated user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CAC2C-8D23-4D44-B798-1BAA7B14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409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9F2CC3-6F3D-4EEA-91C8-30F5B098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476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должно случиться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A331C-2898-4841-89DE-25A1A25C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16427D-048F-409B-9FBC-BC026B54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Light free trial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A747D8-7285-435A-822E-E620E874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81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A08FE-D5EC-47F2-9418-9E67C815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47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 + 3 cards + 1 image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CD690B-2670-4A58-91C2-FF77810D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81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DF1181-73B1-462E-AC2A-3DAEC82E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47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$0.08-$0.18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6ED449-259F-4DBD-A59F-BDE907E2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81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B4B808-1C25-451B-ABE6-7326A095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47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 для broad acquisition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E5E6CE-2203-4AEA-8FF3-EEB1AE50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EF02CA-7EA5-42A3-8AA8-8116BB62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7-day free loop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10F904-377E-4605-A618-7D0CEC7B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52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8D21AB-5AC5-4013-B27E-E982AC59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19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7 daily cards + 7 images + no video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69F2B0-7A1A-4121-A233-D17CB98F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52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C36445-C9E5-4267-B1F2-4678A114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19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$0.25-$0.55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6436D9-A8CF-44AD-A3AA-AE982F81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52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40537E-9D13-46E9-8758-BD2319BB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19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только если видны D1/D7 и paywall intent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CD8910-0064-40B9-81A2-4905AB7C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5B33DF-495F-47F7-A2C1-075DDB5E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video trial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8D3288-3969-44E7-8817-62EDC250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24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A5F8AF-17F5-4B9B-B687-3923EC87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90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 free 8s Runway video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276685-8842-4269-8EF2-C3E15288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24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971929-DC83-4B35-86D4-0A4080B9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90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+$0.40-$0.60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C8DF45-BA1D-41AA-AD3D-BFB72817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24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B32B74-3D40-42EB-AE45-4C45128B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90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рискованно, если не поднимает conversion резко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44283C-4FF0-483D-B822-C4C43A7B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C5A5CD-8622-47FF-B650-B421B920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contribution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703DE4-BFB9-479D-ACDF-7363942D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95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31D9C2-7A72-4B85-8E56-0A7C7CDE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62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 blended price, 15% fee, $2.40-$4.05 COGS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919AAB-D140-47CB-9AAE-F8E97349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95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F2473E-BAEF-4EF2-8F31-6555082C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62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$6.99-$8.64 / month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6977D3-18AA-4D85-8497-62DD2791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95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1C9109-1E77-4BEB-8562-44DC9B7A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62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базовая subscription margin per payer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882281-B635-485A-AC9D-AD350FAB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1F873F-0ADC-4BC5-831A-51F54BA5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CAC activated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F59888E-5A32-45CF-8459-7346985F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67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02D6B8-146E-4F3D-A849-4C8CF6C2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33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3% conversion, 3-month payer life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5044A4-3ED4-4FF1-91F6-F811AB83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67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6F2559-01D6-41C4-94E8-4D17B047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33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~$0.42-$0.78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D5CA93-060F-43B9-A255-4176D225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67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3C9B8C3-01AF-4CB0-AD60-8DA46FFF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33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ads пока нельзя масштабировать без лучшего LTV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B4489A1-48C8-4573-A105-4D832259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38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B9D25AC-5EB9-415D-83FC-B8DD307B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 CAC activated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DAB997C-3AFE-4FEA-8BDF-356525CE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38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47A9B7-3546-401D-B491-5113F557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05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5% conversion, 4-month payer life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2A0281C-B855-4401-9D66-20DF8936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38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06A1E53-17E4-4DB2-9517-D10FE189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905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~$1.40-$1.73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FB1ED8E-2B82-451D-BEF5-42888D29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38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3BE16E3-8B18-472D-9430-604DD88A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05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возможно только при сильной retention и visual proof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1543FC6-BC8D-4E29-AA27-46607BDE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267225D-7FF2-4B89-8C29-7C647EF3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53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users не бесплатны. AURA должна тестировать paid acquisition только после замера free COGS и paywall conversion.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BA4E0EC-B330-4B39-A105-E8806C02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569304956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925061-E204-4E1B-AE4A-98F9A6A9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CCAEE-A605-4CBC-B678-05C0A8A0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00891-EB09-4BA9-BA76-D54B060E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B79B8-2FD0-4CEF-B18F-8221342E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91A16-BEBE-46F9-BDCC-612CA978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Бенчмарки стоимости генерации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12886-3A87-47F1-B535-20CA3BD1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AE31F-420C-4D91-B2BA-C7EAD7F0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0152C-8E74-4D25-8486-451452C8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20C6C-E46F-40E5-9C23-E8DC32DA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088B4-DA26-4CCD-9016-A63BA629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E5E95-2C20-4FAE-9455-7A1EB1CE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4287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FA4B8-9FA2-40E4-9C34-CB8EF007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4954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Provider /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6A70FA-C501-4401-8D32-9985DCF8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287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AFB9E1-D4C7-4DF3-93F3-D42D02F1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954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price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7AE08-F000-4D5B-90AF-B7D6F4DE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4287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A79782-21F3-4765-9C58-B30E4BDF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954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0652B-5B8A-41D2-AD37-A9148E72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DF79FF-5F1E-4C92-A607-7A45FD4D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97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342BC3-E5B0-4DA0-889F-98EBAC49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9431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447174-1D3B-44D6-9E5F-9D9DDF99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0097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OpenAI GPT-4.1 mini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69625E-C2F2-41F8-AFF3-6B61AB6D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431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CBEA3A-0EFA-47EF-BAA9-FF6CFE33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97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$0.40 / 1M input tokens; $1.60 / 1M output tokens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275673-0F68-447F-84B0-298BA8C7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2804A9-76E4-4B49-8F0B-A02B3815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097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text loop дешевый, если prompts структурированы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6CFED6-9FA4-4EE2-B80A-20D20FF3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430FBC-4E9A-484A-9286-B281A11E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A985DD-FFAC-4406-AC94-94414B4B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4574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E5D6B1-D0F1-4645-AA11-815D9DA0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5241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OpenAI Images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AFA2A5-019A-4E5C-BB7A-9A43D13F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85A970-09EC-4646-BF20-A965CF70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~$0.01 low / $0.04 medium / $0.17 high per square image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AF3812-7DD2-4CE9-8E5E-04EC1CF1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574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C16F3A-755C-47BE-8EBC-39F098C8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241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можно включать, если image count capped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980D69-A809-4916-8DB5-28E94861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718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F7EB13-5CC7-4E2E-ADDE-59A93ACE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EA9187-269A-43D7-96B9-0720957A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9718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8270DA-20EB-4D91-98E7-A3B8A0BD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384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Google Veo 2 / Vertex AI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A990B1-E89E-4C6A-822D-9B63C06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AE1BB2-87C4-48B5-86E1-0C7F3ADB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384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~$0.50 per generated second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D5CF37-CAE6-4CD8-BD0E-E238F039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718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EB37AD-7ACD-4780-BBF1-D793D3A0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384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$4.00; нельзя делать free daily content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C58BBD-FD93-4685-8A32-72FBF286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3D14A3-931B-4DF2-8743-02D373AF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528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8BA23B-2829-4F96-9801-ADC003AD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861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591739-D87B-414C-9CFB-58822823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528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API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1952A0-17BC-4314-AF9E-5D7CEDF0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DA4441-6190-4675-8B96-48B2C3AE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528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 per 5 sec API example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C363C0-CF0D-4E9A-B678-E3FC1779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861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074AF3-91A2-4752-8E4D-F8F2BEC8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528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$0.40; подходит для тестов, но нужен retry budget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04F593-EFDB-4901-90ED-7B9A65A9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AFB53D-F2BF-4408-991D-B78180BC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671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model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1A80E8-0242-4519-A5C9-55A6B829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0005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3503344-9A77-459F-BDBA-FFAA33B0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671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Replicate Wan 2.1 720p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3EF936D-6990-427B-8330-6F0E5184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005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5CBAC0F-8BB1-493A-9232-A0751355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671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$0.24 per output second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F215D4-30BB-4B08-BC83-EAEEBC6E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00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508F710-92B5-41DC-B9F2-38209A46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671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$1.92; лучше как paid token / milestone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F1C201C-DAFB-469F-8DF8-24DB66B0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214441-D125-4DEC-8DC4-51CF97DE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815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Talking avatar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A4C2272-79C3-4D75-8C70-195B19FC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5148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85C266A-A08A-452B-81CC-42421139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5815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API Avatar IV/V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2054C38-D1F9-4E63-BE5D-CCC18BF7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148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610FDBB-0A37-40B8-B2D7-FA102E25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815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$0.05/sec photo avatar; $0.0667/sec digital twin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F77B848-389B-400F-9840-4ADF6D97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148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57252E2-6404-4639-A299-EA448AD3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815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sec ~= $1.50-$2.00; не default daily loop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1151FFA-2ADA-491F-BDB8-61B38B6F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292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60F2608-F33D-40C9-869D-3B209DF7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API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666EF01-EEDE-4350-9C00-111B93D3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0292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653CC09-69BA-466B-8FE2-860DCB8A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0958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D-ID Build plan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4862382-701E-4154-A471-20751454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292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211C55F-EC15-44E3-A2AA-0B213804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958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$14.4/mo annual plan; up to 16 offline video min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058BFEA-F0D9-4069-B605-0C4740EC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292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025578D-0DDB-43C0-B1E7-78D11C34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958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~$0.90/min plan math, но limits/watermark/credits важны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64B8277-33B3-4FB8-8760-011EB9F0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Все цены — public API/pricing-page signals на июнь 2026; exact billing нужно перепроверить перед закупкой.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6E438D2-16B3-41EE-B97C-11806435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Источники: OpenAI, Google Vertex AI, Runway, Replicate, HeyGen, D-ID, Luma public pricing pages.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87768A9-6CBF-459B-BBC3-139314A4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328421546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041B6E-93EC-4CF9-8E1C-6CB0966C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8456B-0637-4386-A453-4BECF434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BA254-2EE4-456E-AE72-22C7EFB2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1C3B0-041F-40CD-AE3E-D965FD79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10F2D-5941-41CB-815C-D20EC7F3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Стоимость пользователя / месяц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F734F-C296-4271-888B-BE31C03E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EBED8-5543-4B9F-B275-CC1820C9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A3149-EBA9-4A62-AC70-C1FEC256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ED0FA-B1A2-40BE-BABA-2DB2DF18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A838D-AEB5-4BBD-9798-D86B1830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335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Тип пользователя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D42F7-905E-42D2-9006-A0651EF3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668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EFF52-7C29-48F1-9065-A6C16C12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335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Usage assumption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3384D-1CB4-4850-A496-B6F04336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4668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6B8EF-DA23-495A-99DF-031E6F31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5335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Variable AI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B9FB1-FF71-4650-8B50-D8868B45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668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08B69-9A0C-4162-8079-6820F647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335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Бизнес-смысл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EFDBD6-A44B-4A14-8288-54318268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15E92B-FF48-422F-9684-22FD17C2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859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active user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0D2B9F-5EDC-4D35-8563-433F152B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193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DFDB7-A524-49A9-BB2D-211EEAA6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859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text loops + 1 medium image + no video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40DE0-2024-491E-81E2-8ED3FF11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0193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E640DA-5209-4F6D-B0FE-52378008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0859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$0.10-$0.20 / MAU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127E9C-D9D0-4674-AF82-ACB81A27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193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F8667-255A-434D-AC7F-16A3B654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859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безопасно, если onboarding capped и нет free video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BF1F63-4DD1-476F-AB02-E8675C84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15D4FA-8450-45FB-BBE5-9D996EAD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Engaged free user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EAFEDE-2F54-44E1-8E40-D8B8D190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17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D742E6-3573-4D87-B0B4-6C73BD58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384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 text loops + 2 images + no video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953542-C285-467F-B9A0-9A6A0983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5717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1AFDC6-052F-45B7-A8D8-43983DBA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6384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$0.25-$0.45 / MAU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123FD7-2FE1-486B-A8B2-986B9CAA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717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CF5A00-56C6-4308-851F-EBA0B5F2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384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допустимо только если видны retention и conversion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317E83-BCA2-4D6A-8571-A4128B2D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BA1968-B354-406D-8E01-1E7C384C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с Runway video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CA7A26-DF58-430E-B956-DE478059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242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2D35A0-AA44-492D-96CB-C97F8499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908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cards + 30 images + 4 weekly 8s videos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6306EA-D502-4D60-8087-3243E0D3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1242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DCF1C7-DDBE-4ABC-8BC4-489B58E7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908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$2.40-$4.05 / payer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11C607-E304-43D7-89D7-6B5AE8C3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242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C73C97-8CBA-4638-9237-36797E27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908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$12.99-$14.99 может держать margin при capped retries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B08056-CB98-4374-BA7B-77EB6CBC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3C11DB-E640-4FAB-A854-7E6FB094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433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с Veo video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6370B0-E468-49CB-93D3-22904B4F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766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61503B-0679-4B95-99B1-E4E20D5C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433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 four weekly 8s Veo clips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437820-2941-41F3-AD23-E5AB5B1F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6766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1BD6FB-1A81-4D81-A7B2-10506941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7433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+$16.00 before retries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F8BCE2-9C24-45CB-A27F-D979C7AF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766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D8912B-3E01-4EF8-A274-FFF1F775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433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слишком дорого для базовой подписки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FBF1A1-2C69-49BE-98CD-D7D0B5BB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2560DD-9FB8-4D04-AC52-AABCA7B0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 avatar token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C53ED15-9F63-4B26-B410-E3FE1885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291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4B77E8B-E042-41C3-8807-36FE677D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957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/ talking-avatar moment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CAACDC-4CD0-420A-BC68-0A8D3C07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291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828D32-D976-4710-A87A-EFCF7F7B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2957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$1.50-$2.00 per 30 sec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143AE5E-90FE-489D-86EE-BFED885C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291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CBBAD2D-CCFB-47E6-885C-0DD036C7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957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продавать отдельным pack или milestone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585886-19CD-45F2-837F-62612BE3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7283E85-8AC0-49A7-8970-36D53A81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482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High-quality video token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B6A5860-414B-4BAE-AFED-CFF9B10D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815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41E9420-4577-470A-B333-1A27E925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482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Replicate / Veo / premium model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A545238-03AA-4632-BC31-E5739601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7815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E27962-ED3E-4A96-8BA3-05C462EB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8482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$1.92-$4.00 per 8 sec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FDD6E47-ABBE-4A78-A966-0C1F7551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815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F579BAD-6E4F-4A0C-8515-20316637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482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price token by model quality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A66F03D-27C8-4B2C-BB85-B13CF5C1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1F11FCE-79BB-4088-83E9-6FDCAF93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950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= LLM tokens + images + video seconds × provider price + storage + support + failed-generation buffer.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8073377-B9CA-4FC9-B31E-FE5E3820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57875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product может быть дешевым. Weekly video жизнеспособно только как capped paid subscription benefit или token.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08EEEF0-4923-42A7-8374-C2264FDA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691708652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E74E86-B8BF-4671-9223-C0ACA4CA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6D824-F075-4032-8616-9118AB79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1E0C8-B26F-47A2-B7C5-B8F9E996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79310-BFF4-4461-955E-C6A6EB53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592D8-676F-4A39-89C8-688C37CC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Stress-test стоимости видео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97332-ED96-46BB-B8CE-0EC4F430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491D1-71B6-4BFF-B16F-8C6F16B4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823FD-A944-4BB9-A307-80A15B66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F1171-FAAB-40DF-B29F-682582FA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4124DF-EEF2-4347-9779-7248ED12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AD0F2-F9D1-4E7D-8D7E-7D8143A3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5049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54E60-DE80-472B-80A9-AC111BF3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5716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100 users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E4231-3519-492C-9EB2-2D247A67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04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AE20D7-2A10-4113-962D-315E22FF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716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1,000 users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3D217-015B-4F1C-A162-79C7E422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049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B832C-D072-45E2-AC63-C7495524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716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10,000 users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76B3E5-0A01-4931-8E2E-4ADD2483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049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1FCB09-DC0F-4B50-A54E-4176E609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716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2CCC8-5742-444A-BCE7-53676382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89090A-D813-48D2-A03C-90483B06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240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Runway clips / payer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06175A-6260-4B36-A504-8D5DB37D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0574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568164-6C47-47E3-BAB2-1A9D7931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1240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534110-A402-4BC2-A311-2E513880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57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0245AB-3AFF-49CF-B30F-2992487A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240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$1,600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FA8C6E-D99B-4B56-92D3-7CB585C1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57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ECFC3E-006E-4B68-BD93-52A0578F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$16,000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90E520-CF7B-40EA-8312-10AA84AC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574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DA190E-C7E8-4007-826C-0E320F3F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240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жизнеспособно внутри $12.99-$14.99, если paid cohort реальный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00519B-2DF4-4CA0-AA36-670D1437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CC9A01-C8C5-45C4-94F6-31345CA8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765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Veo clips / payer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3DD725-F140-4EE2-8895-BC54E525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098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A97A9A-4D4E-484B-B525-1118C6F2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6765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$1,600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3C2EC9-EC84-417F-B724-AE390606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FFE73E-BD74-448E-A94A-80529482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765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$16,000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E6D3BC-7CBF-4EBB-8BEE-940366D7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098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2338D4-1EAE-443D-A887-78848610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765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$160,000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E40F51-0A40-4BA8-AFE8-1036C4B3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098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09325E-6CB8-4924-B338-FBA7FC0B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765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жизнеспособно как base subscription bundle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B81C37-3154-4C2F-AFB6-3685326E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383FFF-2D38-41E8-9CA8-29ACCA0A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free Runway trial clip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19F0E4-0AD6-4C96-B8C9-E5ABAE4F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1623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4E3C4A-1675-45AC-967E-4C0D0270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2289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 COGS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8811EF-3BB4-4C59-8F39-FEF27C56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62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4CDABE-96F4-43DD-AA7C-FEF32BDE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289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$400 COGS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416AD2-6DF3-4B00-8014-8682985B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623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0458CB-C090-4F6A-8133-32CE6548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289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$4,000 COGS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B60D1B-CE78-4DA2-B95C-82AD7AC3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32BB02-94C8-4444-B62B-E0A31102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289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резко поднимает paid conversion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9C1485-97EA-4BA9-936F-8AB0B77F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786DE4-697F-42C6-935C-160363DC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premium Replicate/Wan clip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31AEF1-B96C-42C6-B1D2-76836266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7147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D51120-468E-4E92-BE30-D7FCE70A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7814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$192 COGS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38299C-E18D-4F40-87C7-5766EC00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AE01C71-DFE7-41F7-9965-98B586C7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814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$1,920 COGS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67D0E3-FB9C-4784-A96C-49B3E911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5B5859E-4389-4848-B1B0-4D46CEE1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814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$19,200 COGS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6AD7D3C-BD01-4454-AB69-89C717AE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147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FDDA44-A670-4A2F-950D-5A81234F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814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нужен $4.99-$9.99 token или bundle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4719978-5219-484F-8220-D4340759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F53C670-F999-4426-B55B-AD90EC8F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paid 30s HeyGen avatar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D011E38-CBE4-4A9E-B4BB-3A647089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2672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D3BBB1C-13EC-4F64-9E82-2C6CA0BF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3338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$150-$200 COGS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5D562A1-EF61-432A-B71B-BF4E76C6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672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BF783B5-6C93-4655-83A8-1B646825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338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$1,500-$2,000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8977C37-9C0F-42AF-B129-F31FE985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672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7BFA5A7-A2F7-499A-8746-2674A6F7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338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$15,000-$20,000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560DEC3-6DE5-4465-A9CF-754321E9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67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DCB6B2A-F09B-4A48-90D2-445FC8F7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338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для premium forecast / assistant moment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A0D8D01-3472-47C7-BA91-3A4C9BC9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C81E97B-CF3C-47CA-91F0-804DA81C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863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Life Canvas images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4640830-EA27-446E-80D1-1981FE7A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8196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CBCC543-E7EB-41F8-AD11-81EFF1E1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8863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$60-$120 COGS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5B685A7-1700-45D7-A608-1EAC8EF4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96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298EFB9-E666-4716-8A4E-24D9415F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863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$600-$1,200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34B8EA1-0117-4EEC-9A6C-FCFF3441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196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2E8C58F-6C92-427B-B458-66596232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863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$6,000-$12,000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691FC14-EF37-453F-8D10-6D52015B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196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642EF4A-A42D-4DBD-ABE6-19371145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863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 только для paid users, capped retries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E3D61BF-C29B-4BEC-92D3-CED4234A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Решение: Runway может быть weekly subscription video; Veo/avatars остаются premium или later.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E4CE758-9E57-4BDD-B247-381E2D38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250533058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B3EE47-076E-4FA7-9F5E-05CDB91D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5A076-90C1-4677-8FBA-1BCDE92A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904A2-8D80-4F2D-ADA1-7DA458FE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DE457-7892-41CF-9625-3A283B2F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23D79-6870-4612-9EF7-80EF2829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Базовая финансовая модель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A9B77-5923-4B53-A6D2-F5AEEB22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9F888-A738-4411-B053-89AACCAD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2A512-3769-4A82-A8A7-F191073C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686A6-ED34-40E2-9351-A61DE389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7B5F9-8C48-4B20-B889-02F1655F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E07D4-BF41-4FAA-8149-253E3870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DCDFF8-F26B-4815-B8A8-86DC3506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MAU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F1E17-A020-4D35-927C-305D7809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94A0D-4D2A-4EBE-B41E-8134C496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50k MAU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A43AB6-45A9-4ED2-A614-A58F8DEF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C9080D-EB74-43F5-A034-94B8A373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150k MAU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D99FF9-028C-4101-8B88-819DA69D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EB47C4-E6BD-423E-8CCF-28B3EB88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D0D824-CE44-4E47-9B2B-FC475DDD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A9A323-6C24-49CF-ACF6-50C7E7AB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5B3C80-587C-4B0D-8DE0-4F640CC4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375360-BB66-48EE-A516-AD875BD0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F91E76-1BB6-44F2-B4E9-8688D1D7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33ED8D-BA38-49D2-8B62-AFFD80A4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4.5%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65A7A0-FBA1-4C81-924F-21E02516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DFF287-20CC-48FF-9F1A-226C8514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7F9817-8245-4AF4-BF5B-879949F4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22915D-5891-44E6-A4CF-1FA67910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EEA1A9-0CCE-4841-83F9-503A5C05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E2E9B7-AC48-49DE-BC6D-E8BED141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1,500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2FC5A3-096A-46EA-A25A-2F3D8D5D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608DB2-55EA-466C-B22C-3E59CB8A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6,750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882A9E-B180-414F-AB04-5EC2CD26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9E0B6F-C1CC-44D9-8170-AFD46B47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Gross subscription @ $12.99 blended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68B2D9-ED54-4763-A55F-BBE0A20F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98BAFF-4238-4D36-AD22-853CA4C4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$1.9K/мес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31BB75-4864-422E-A39D-A159CCA6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30B8DA-CBFA-4A98-B885-9EC8845B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$19.5K/мес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27BEA5-3FB4-4586-BC1F-0F74DC41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00BEED-D8FD-46E5-8B22-739AA126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$87.7K/мес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80C1A3-C9B0-48FB-89C4-28C84DA2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160478-EF5E-4445-8437-5805254B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Net после 15% fee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D9E6C0-8667-48DE-BECB-BBAEB247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2C8B93-D664-4A7D-9FF0-0AB52A3D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$1.7K/мес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1189CD-3253-4165-AE13-AA4523EE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04788E-72B3-4343-8311-782F312D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$16.6K/мес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503BF2-68C2-4220-89AA-3BD41D42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658615-A16F-4352-8A2C-E01BB4E6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$74.5K/мес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ECD567-A06F-49A8-98E7-4EA0A382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25F2EA-7A1F-416C-BD45-2DDFD097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генерации paid users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2E01A5-960E-4538-9578-6EAF6A27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19F94A-59B8-464A-9764-352959AD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$0.4K-$0.6K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707175-EDFD-4140-BB59-00E9FC09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C999907-FD7D-4CC4-85A0-3579D19C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$3.6K-$6.1K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DFD11A2-5B35-4F7F-A672-FAA892BB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EC92B17-A3C5-400D-A568-20D2CB10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$16.2K-$27.3K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5223831-90F7-42C7-B9DF-58182F2D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1DA70B1-1161-46CE-878C-C6D6D59B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238E63F-2A11-4DF6-A803-23ECB8DF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C26FDF-2825-4180-BB52-4CAC3ABA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тонко, пока не доказана retention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CE72368-EE34-44A9-99D4-A6107F5A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07EB99-5975-4FFD-B373-B60103C6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при capped free COGS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53A461-60A6-4504-B7A7-FE030C32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03B059E-04D4-4845-9B6E-5CAA6349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сильно, если annual + token upsell работают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887B0E0-DDB3-4594-ADD5-423E8F70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86375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model считает blended price $12.99. $14.99 — верхний тест для полного Visual Plus с 4 видео/мес.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CB8C929-8087-4669-BA9F-1411A765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Assumptions: $10-14 ARPPU, image-first cost control, premium video gated. Нужно пересчитать после prototype telemetry.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0C7FAE0-EC16-4467-90F6-D9E5847A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479461733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95D86E-C23F-48AA-A610-A462D4C9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BE1CC-02BA-4E0F-9470-666CCD8C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A10DC-75EF-4E9A-B02E-053BADD5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247A6-A763-4732-95E6-CB29968F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B6784-7ED5-44B0-8140-9F044F0F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Сколько может стоить проект по стадиям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73397-C5EB-4DA0-BD72-F9854E7E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EAE51-A37E-473C-80ED-568C2B15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0F1B6-4A32-4B83-92A8-4823A911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Стадия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F3005-46AC-4096-A44D-FD63D0E7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8B443-74D7-43C3-A089-5D0E8C5C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Бюджет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AB2651-F5A4-4E3E-8AA0-6ABDA138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1698A9-8C4E-48CA-9C9F-7B283948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C4A73-59F9-4F63-8E49-757C61DC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364F5-DC09-45FC-9302-2BAEFE1A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покупаем этим бюджетом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395CF3-EC4A-4B94-A9C4-B19ADEDD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C18109-31CC-4141-AB31-A1315BB1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1: проверка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EF2039-43BF-4C60-9DA4-20C1DD22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793FB-C3B0-4078-9A98-03FF266D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€4k-€10k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43312B-A8FA-4143-A2D7-E5A283DC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3B4A08-C585-461B-B385-3F474A33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прототип, visual examples, лендинг, микро-маркетинг, когорта 30 пользователей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BA5DB3-8E8C-4336-94CC-7AE0CA60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218026-3E91-4196-810F-8B14B368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есть ли спрос, платное намерение и понятная причинность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B5FDF3-0925-47FE-BBE1-8C189DF2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126D6E-2C67-4D91-B6CE-D99B59F2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2: MVP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FF7791-DEB2-4DB6-95F7-87985327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93CB4B-5F7F-4C02-9E17-097E5FF7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€25k-€60k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CBB9EA-1039-4804-AA9B-B7FDB883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284AE6-FF7D-47FB-A0BB-3196D662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mobile/web MVP, вход, onboarding, daily cards, Life Canvas, paywall, аналитика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08BF73-DFE7-4242-8031-0FC1B4F7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EBF561-A6F2-4C1E-A7B8-1BEAC476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может ли пользователь пройти петлю без ручного сопровождения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E51ECE-67E3-4735-8AD7-A4072325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D7EB34-8506-4B47-BA4D-C0C30960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3: запуск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E02E05-EDD9-41CA-BFE3-B5E937AD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A96286-17C2-400B-AEB2-7F449109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€40k-€120k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D6E74A-30EF-45B8-ABE1-2677059F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8BD1E4-B004-4A37-9674-5CAD0B10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generation pipeline, billing, CRM/admin, creator pack, paid/creator tests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4FCC8C-D459-4164-BB95-FC3909ED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A7ACF8-64B4-4D5A-9BC9-590935F0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сходятся ли удержание, CAC и себестоимость генерации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3C36E3-0CD8-4A20-AC7A-0F1C6D1A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6376D9-E681-48AE-B5FC-4A6773E0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4: масштаб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539802-0971-49F9-9FE7-5937B380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6D031A-B15D-4F57-8722-37D864F7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€150k-€500k+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5EE414-688E-4B6E-A71F-1310D520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810412-E532-4E18-9062-166CAAE9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native app polish, backend scale, content ops, creator network, paid acquisition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DBC295-88DF-471B-AC52-4685BFEC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8DAC4E-E326-482A-B16E-1726336B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можно ли идти к $50k-$100k MRR без разрушения маржи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917E56-5221-4C68-81A6-EC83A9C6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307567671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374191-5338-43A1-BFC3-564440AD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A93E1-06AB-4E41-BCA8-8A8DC688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0CCAD-34A8-40DF-B494-0DD786E4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F38CB-0FB5-4A5B-A2EF-9BFB3522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5879A-B74A-4C38-9D2E-662D8F13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Операционная экономика при росте пользователей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DC354-C973-47E8-AEC2-12F75B59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55D60-7E65-4694-AFDA-FDD5BABC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167FA-1E3C-4773-B263-3C8D4097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7E01D-7C37-43E0-8500-E037E847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08CB6-5B78-4EDC-87E2-BF0A5CF1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Показатель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125D0-0270-4ED0-925A-632BF749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E24525-942F-4877-9FA6-22D4D729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1k MAU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2FF862-1D7C-41B5-BB6D-9EDEDFCE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A0E0F-C785-4D1E-96A0-1A13A3C8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MAU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43946-E58E-469A-9E27-B82C05D8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1A8D2-EB0E-454A-A261-DDCFB385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50k MAU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C48003-2772-4B16-BE7B-F2BE71DB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94CCD-6D08-4D2D-8F70-DCC053CC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Платная конверсия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CA7FF4-BA0D-448A-9948-C4C7B642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F3797B-FAB0-43CD-B2B4-76C32701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0342F-D1AF-4C51-A7AB-3038A524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92D0A5-CAA8-4DEE-9A2A-2FC32EB0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8E9F8F-ADE8-42D5-A5CF-0B52F612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2B0B96-D61D-45F0-97AD-79A9340B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B2FAEB-4B5C-4E19-87FC-7884A442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830236-FF6E-4EDA-9C6A-71DA5F06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Платящих пользователей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0FB624-7283-49E3-8F32-1DBA0842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656F87-F31D-4A07-B6A9-13860FFE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4BDDEB-9E93-4E8C-9074-79CEB65D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2D3432-5C59-420E-9260-DFC3B33A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FD39C4-4551-4CC6-BE45-C2B0B781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5ED50B-23CF-4952-8B4F-3FFA63DF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1,750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FC3B2D-5E49-48AD-987E-9E89DCE9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92585E-CBA5-4C3A-8E5A-5F03EB0A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Подписка после комиссии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3E0D32-25B1-44FB-BD98-0DF2DE53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C54987-D059-4C4A-BDDD-7F4CC1A4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~$220/мес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F342A6-B980-4B12-9367-77CDC5C6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709D5C-7F7B-49C3-8917-E9F9207F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~$3.3k/мес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4D813E-69C3-4832-9692-B20F2F19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C73951-F34E-43B8-9EE6-99594585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~$19.3k/мес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A7CC5A-FB13-4CF9-9A4A-1266155C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51FA71-C532-41EB-A601-8AD3E057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генерации paid users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170C6F-937A-4013-BD07-96FC28F7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43E7E5-515E-41EF-AD22-05E71DA8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$50-$80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6CA88A-1848-47E6-92D3-26334C51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B3BE9E-07A3-4952-BF29-E2E187D6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$0.7k-$1.2k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3AC1CF-83E4-4E3D-8B11-C4760544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EE76CC-C69F-4958-B996-4A5EC645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$4.2k-$7.1k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0AE956-7C90-4C44-857E-D519268A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72D4BD-296D-477F-87BA-D0479F2F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free users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B14B92-F0EB-46F7-A912-B628DE0C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8977004-4880-41E3-8673-51AE3D91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$100-$300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2490E3F-C2C5-4DDA-8DD8-DE407906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A5AC44-D0F0-4F3A-8731-9C90AF14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$1k-$3k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D978102-3CE2-46C2-8F9C-AA97E387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9957A27-D233-44D8-B402-B35AE8DA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$5k-$15k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1630437-714A-485E-BD15-A20F8EA7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D8682AB-F634-4110-97A1-0724254A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Инфраструктура / support / tools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C2DF0A-6C72-4A3A-B6F4-F765AD76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791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DB6E247-67EC-4116-B1C4-2A30B10B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857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$100-$300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CF61B8-4C63-4DD1-B51D-EFD1ACAA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791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12EA5B2-AC76-4794-B584-5A764D2C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857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$500-$1.5k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06F8540-8420-4500-83F6-91185FBA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91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00FCF64-DFB3-4320-A881-54CB6C51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857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$2k-$6k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4A64C65-B031-4A8D-8324-DC90343E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B480906-1494-43D2-986B-B362BDB4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03199D9-EBD4-4099-A2D0-2FE0E3AE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477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F177216-9AC7-4B83-A9E9-018DE610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543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обучение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A3D1A50-EEC6-431F-9FE5-0510C548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477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96D92C5-029E-419F-A88F-6901C10C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543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первые revenue-сигналы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7C4F85F-7723-4F39-93F9-79C103E5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477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7DF840C-2DCB-41B9-A7C8-F4401EF0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543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может стать small business, если CAC низкий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BD27530-5B28-4303-A1CC-2DAB7B97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642464494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D7E915-3CF0-4158-8D01-20C0B956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2159E-9EAB-4C5C-A7CC-0F8769B5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42BBD-D4B0-4434-94CD-B0203302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5A163-B4B4-4587-9001-D9900D75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87364-00F8-40AD-BD85-2ED0C797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Финансовая модель: главный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CE798-5A68-4778-974C-11F42CB1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A32F7-E35C-42BA-9607-014DF642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55674-7B88-448A-BF9C-1A8C3C97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CB316-F0F0-4459-9678-04891669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39FDA-C9E7-43AD-81EA-788AD900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Фаза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4C551-2674-4DEB-A4BA-A01ECACD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€4k-€10k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6EC0B-F9CE-4D74-9098-7E3F6757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прототип, визуалы, лендинг, 30-user cohort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72DAF-F271-41A6-8E8D-7B26B773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10082-FADF-41F1-9C31-C453C093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Pre-scale runway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8B922-EF3D-4DFD-ACDF-E1AEE7FF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€80k-€150k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3DF90-15D5-437C-9995-2C6EB494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бережливый бюджет до сильной MVP-проверки, не весь путь к 150k MAU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A26B67-B263-4D7B-9023-F0E53175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57DCE-ACB0-409F-9C9A-79497FE5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Base price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5728B-0682-4503-99E4-D6F196EE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B72E60-7F7D-440E-A1E1-ABE29AD4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основной тест подписки без перегруза видео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3CE0E9-5712-4A8A-ADB3-E85EE15E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6EF03D-D559-4934-A672-1962AB4C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AC7BAD-9A03-42A7-A1C8-2AE9711D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19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8DEF77-660D-4CEA-BF12-47ABEC25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4 видео/мес держат COGS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9BF537-E373-4109-9ED4-8BCA19E9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B77FA6-B6F6-4FBE-B92A-1C9E6B9D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Paid COGS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3EF3D3-A805-4CF0-94B7-2F1B3D16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19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$2.40-$4.05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D2D93B-F3F2-4344-83C2-D72AE077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 + 4 Runway videos + retry buffer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C5ED62-A50C-4575-B3C8-F00C3873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883AB2-7575-4AB7-9901-82C68A8F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Go/No-Go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6960D1-D6E0-4AB7-AE56-7368D4B4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71775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D1 &gt;20%</a:t>
            </a:r>
          </a:p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intent &gt;5%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079E53-9774-4839-B77D-B0275713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иначе режем scope или останавливаем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651408-71E3-4053-8B21-B240D37D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1B01A4-B48E-4905-8718-6D59000A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2DA591-7182-4F93-BDD5-943B9EEC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M1-M2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4C98A4-798D-475A-A8BB-CFC6083D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proof of desire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19703C-E707-48FC-AB98-799A6B6B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9A1572-CF96-4A09-A1C8-9591C724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M3-M6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CB16B5-4705-4995-A5B9-8604FEBF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loop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AD4A81-D049-487A-B9DA-7AFFC4D6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5A5E8E-6CF3-48B7-9492-ECAE27D8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M7-M12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9DB595-FB43-472E-8C25-100F76E8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scale 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FFD327-7967-451E-BE6A-F2C2E3D1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A462DE-9354-4ED4-8E73-353A475B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Q4+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8FA75F-A64B-4AA2-9A6D-42D00E94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attempt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522EC4-B9BF-4F99-A85B-E93E1759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1 — не “сделать весь продукт”, а купить право принять решение о MVP.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7F1A14-BA10-464A-AFAF-CD33F9D2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306577227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5BB743-DA0A-4FCE-95BE-E3B41584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7FC96-EEA2-44E1-A968-96E034B5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4E919-8A3C-470F-913D-AC41D6CF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BC7E4-4DF4-4605-91DA-D77A17C5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65DFF-CF47-4520-B636-7BDCA6EF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Помесячная финмодель: M1-M6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D644F-5E18-4D3B-A716-CE3F5E00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96B13-8323-4DF7-8FD0-EB1E76D4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8BC5E-BF92-4328-B7A0-24494676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F1039-5688-400D-B3B3-20321602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F5B8A-E5AC-4783-AEAB-8B32ED58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41753-6097-4DE4-B544-558492A6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352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A9B90-2740-44EF-9C9B-C76C555F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192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14126-12BC-4F65-A288-A2D0D306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3525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3A95A-8703-4D2D-A5EE-A95034DB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192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/ платящие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E8EF1-1393-494E-9C3D-C18A1C7F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F7C9A2-09F4-46EC-A809-170C19C3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987CE2-7F64-4D73-A943-A25C0F0D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0548D6-CF58-4CB1-BA7E-3CB5E786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805CD-B059-452C-B142-9C73C5C8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525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742F38-163A-4386-B0AB-1F8862C3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192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Нужно денег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2339BA-C3B0-4D43-86EF-2881083E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5D2CDB-9A16-4263-831F-CEDD3F43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C3139E-7C3A-4375-84C3-478D11A6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05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58C02A-0AA9-4FD9-B2A7-170C94C1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validation sprint: визуалы, лендинг, интервью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10D6C1-B89A-4BC8-81FD-E73D7441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050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E30F4C-67BA-402D-8218-76DA616C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716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0.1k / 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246619-AB0B-4053-A770-68ECB169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496E73-B427-4E59-B688-E5A63D2B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1D6C7D-4AA4-4AF1-BF12-C925A186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5EFF5A-25BB-4709-A69F-48A2DE65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D54284-77E0-4075-8F16-898FA2B8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050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45235F-4108-4CA1-8A24-1EC85153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716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8B40EA-E378-4042-8874-EA18D6E5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1BE88F-DF39-44BB-96DA-E4681C99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6A2F79-03D6-4BA6-AD03-5E2D1917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DBC4FB-00FF-46A6-8BFC-B0312BEE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241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clickable prototype + first cohort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DB7570-F76D-4D12-AD5A-A12BA171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5D6BE9-9BAD-4DCA-914F-703B92BB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241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0.5k / 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7EBCB2-CC8D-4848-A66E-F509AF81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9B312D-6880-4450-B6E4-307C1DDE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$0-$0.1k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273743-1F3A-4A94-BA45-3AC65165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77708B-9719-4B81-80D0-904D68C9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115F0B-8C0E-4FA8-9166-EE572F1D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4A1237-9E2B-449E-A564-DADD240D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241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€10k-€16k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2D6CC1-0CE2-41A0-ABF6-49DD8DF8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33E45C0-82E2-4D7C-898D-FED55D90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048EAF-E908-40DC-B1B6-7BB99418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9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D7929A-6CA6-48D2-ABB7-526230EF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765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build: weekly loop + paywall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2B3DB9-5D89-4287-B012-D6CB8E03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D3A9EC-F0C3-4F0A-BE50-A20E1991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765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1k / 30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0BD0825-A165-4DB0-AD0A-681360D6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2BE13E-BDC0-4628-A439-AB6204E4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$0.3k-$0.5k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BDF21A-8364-47F5-A85C-2A14635D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DF4F82D-7B8B-4D77-9A37-8959FAE9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€10k-€16k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A547D80-0301-4486-90BC-75BB724E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99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D75F5B7-0B05-4944-9DEF-4AEE73DE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765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€20k-€31k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668C1D-2AF6-49B5-9F05-41A92668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6614BFA-6D17-4576-8FCE-670E5A09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F38F0EB-4774-405C-9F37-BF9124D0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1888DF0-0195-41FB-A267-FE2739C8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290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private beta + manual generation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6AB466B-CFB1-4FB6-8B15-6C43F5C7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623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E33A44F-E150-4AD6-9843-09522CD4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290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3k / 80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7CDE661-CBA0-4BE0-A11A-A0ADC57A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06DDEE4-9182-490B-BADD-1E940450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$0.8k-$1.5k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C765D2E-52E4-4F9E-934D-4074749C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A224BCA-D3A3-4C09-919A-A1B7E1AB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€12k-€20k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DA195FB-DC4B-4833-8662-DD131C83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9C5EEBE-B730-4A4E-9756-8854DE74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290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€31k-€50k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A667CB2-D622-402E-87CF-D526F0FD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42FCEF9-71B1-446B-8B15-6EF9F6BF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F510680-1749-4CC4-B2BD-BF00FF86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DF6230F-0F88-41A9-B9D5-9BE338D5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814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tests + COGS tracking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FCA844D-E5D0-4127-BA53-4792AE98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7191503-05A2-4276-80B6-7D3A8681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814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6k / 150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ED11AEC-6BC3-43DB-882F-F651FE68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0F9CB4B-8DA4-42E3-A03D-AAD2CEFC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$1.5k-$3k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219B07C-4356-48A3-8DD2-31F03DD5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59914D1-7E5E-4F01-9E24-F9CEFE8A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€15k-€25k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D8135D9-DE89-402F-8DD7-0B4FAA9D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148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70D89E5-7094-4F9C-BBB2-98C3036D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814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€44k-€73k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B97D8C4-2F2A-4BE2-95B9-01CFA266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70B635F-A9DC-4566-94C1-DD1973E7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339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M6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DCD8ECF-DBAA-4B18-9C8B-C4C33177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931E921-AFD6-401F-9C31-6BBC2E38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paywall iteration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68294B5-1691-4F88-8BE8-1024CE01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672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ECEC438-1653-4BDC-B58C-7F3EA0B9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339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/ 300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8AD1AB5-CBB9-4630-98FE-EE5CAA5A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9FDC0DD-FBC7-4EF0-9D47-8BC5C6C2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$3k-$6k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32F6D89-8B45-433C-8265-EB7B07D4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3E935B0-82E8-4051-9868-364A508A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€18k-€30k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DD7D44F-BA09-4D26-A1F1-ABFB7EF0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672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D070B5D-1BE8-43D5-912E-9A6D2355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339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€59k-€97k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59C3617-7D11-4377-AAF2-57C3D934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Первые 6 месяцев — это не cash-out, а поиск петли: paid intent, retention, COGS и понятность Life Canvas.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4164C03-EED5-446C-8EE2-1AA43793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832825612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B9AC5F-6F74-4404-BABF-8B709E27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F0654-1958-421D-B9AF-CE75C714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FE6E9-5BFB-4FA7-8B0D-9101F7D8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5D7BD-5DC9-452D-8061-F040F830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A0D9E-4D22-4572-8687-ACE19A98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Помесячная финмодель: M7-M12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BFC76-80D6-4207-88C3-535639D1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F5453-5916-49E3-A9FD-483B1D1F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1272F-CED7-4296-B30C-B00CFCED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86399-C81D-4789-AA03-9A667147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D5CC7-E0CB-4F43-BFC0-B9B69D81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45BB9-C5FA-4788-BC7F-565B9868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352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53DFC8-28FD-460C-B6A7-B6D0B3A2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192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BA6C8-952F-45A5-9588-2C1D084B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3525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1C73D2-FE6C-4B17-8A11-C1A64CD5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192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/ платящие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2EB33-3FF3-4182-8048-6F325C7E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B98EF-D7BA-4FE4-89DD-D5DD6811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315AE-C2B0-47EC-9E8D-C0F69BE9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250150-CCAC-4F55-89EA-88BB36F0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508D8-A5AD-44B3-BE21-B66CC17D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525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FEF542-3372-44FB-A8B0-6B4AA850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192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Нужно денег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BBDB1-0449-4A20-A573-34B849AE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6FEAA6-0735-471B-8F2B-4B3BB3C9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558655-65A3-449A-86C9-42C8C3E4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05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943456-5422-4149-BBE4-34CFF26F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beta + paid creative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72E48D-5C59-45F3-9545-8A92F54B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050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4210F4-7011-46BA-8092-14E0D206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716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15k / 450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C246B1-4B4E-480C-AD35-C9372D35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CCDD25-AC6C-4855-9FE2-5CA758FB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$5k-$9k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DFC0EA-D925-41F1-A6F4-4F3F6FDA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A3E3CC-6D4C-472F-B734-73B1AF1A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€20k-€35k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554DCF-1D66-497C-9EA8-69B7F3C3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050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144183-09BF-43BB-B5CB-C3A9EFAC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716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€74k-€123k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05F24D-AEF8-4777-8B70-32890B79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E334A9-545E-47AB-8391-B6E7141A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9FC848-9D6F-4600-A752-C629F830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E1260B-A64D-46BC-9CE4-1E128921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241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annual/token experiment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914405-153C-4463-9AD8-3FA76639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B635C2-C48A-461B-A938-DD53226C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241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25k / 750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05D02B-DECC-434D-AA44-63C899C9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45009A-19E5-4B93-9D3A-3490D3E6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$8k-$15k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04F4C0-486B-4868-9101-069D7588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4E8314-F690-4F87-BC3F-7CE38100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€22k-€40k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04E22A-B740-4344-B9B4-C4D00641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C71465-629A-4893-B05C-DDA08DD8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241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€88k-€148k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583000-87DC-4C3D-BBB5-28307028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EC3DEE-3616-4D05-82F2-80CC3E14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M9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3089EF-A883-447A-A0F1-06A712BB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9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109707-1103-4D94-87AC-147FFC23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765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retention cohorts + creator pack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5A2A48-7FF7-4ECF-A65A-B66A2137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8682E2-9073-48BC-B546-264B57B1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765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40k / 1,200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C53D94-49B5-4939-8204-E70006E1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3422DD-A7EF-4D4A-AB1D-100CDA3F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$12k-$25k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1F8FFE-FD53-4198-8227-BBDD5CE8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E8F387-FA6D-468C-A3DE-15FA0323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€25k-€45k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7D376C9-EA9F-4817-A6D8-AE41AFB4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99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58EE71-9AE2-4051-88E1-B227ED46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765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€101k-€168k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182647-1A62-4DE8-9F03-9703CC46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AAAD0E9-52D4-48C3-953C-870BBABF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28DB4C4-016D-4427-B794-3CFA09B5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8BE4436-A2F1-4B96-B4BA-8E001FB7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290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launch system + careful CAC tests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15A6501-52D6-4B81-BEE7-3C3CC2D6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623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64D79A9-E8E9-4FCC-8A56-6A471C09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290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60k / 1,800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22CE42E-71B0-4D23-8B23-9699B0DD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658CCC4-D957-465F-B234-620BF7E5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$18k-$40k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97DC9CA-77A8-4E77-AEE6-BBE5043B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28550AB-5CAA-45C8-99FB-EC9307AD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€30k-€55k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789DB53-A653-43B4-A0C6-E39C71BA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FF87CA-5CC3-49D2-9B2D-FE843B8B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290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€113k-€183k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A61C34D-8ACF-4C75-9894-8A23F21D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4CCEE42-1A2E-4662-98C3-16ACA4EC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F645BD6-2F1A-40D0-A2C9-D6F69E3B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73D468E-109C-4E4C-8262-396AE6C7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814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scale only if CAC/COGS сходятся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C925F04-C881-4828-B953-70282AE9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353EC9D-2003-479D-B465-18901492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814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90k / 3,000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53A97FE-5EEB-4433-8ECD-14118483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AE7722E-6015-4BCA-8AC2-C77AB531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$30k-$65k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65A9C40-3E87-4DFF-BB30-8DC7FDA7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05CB3CD-1AAB-4D3D-8A2D-583AA960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€35k-€65k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E9E0B3B-FF50-49F9-A967-FD52CFB7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148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E10FF02-C1A4-40A9-85B4-139B8D70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814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€118k-€183k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9178DA9-A2F2-4105-9B9F-22FDA3E1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6E90CC1-EF74-4B21-9A78-B0E1ED34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339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37506D0-C21D-4CA1-AB44-12664B9F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D4CF6C2-BABA-4469-8644-36627B78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attempt / seed story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6EFE926-594F-47ED-867B-32A62CCF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672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95993A8-E38B-4D5F-ABB5-A155B3E6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339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150k / 6,750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E252AE2-6D4E-4722-BDDF-C304822A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6943D5D-86A8-46C1-AAAB-5FF08E15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$60k-$100k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3A512C7-054F-4CB2-8D5E-93C55D63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CC052F6-5081-4E84-9131-4D257D33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€45k-€80k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CDB5D4F-E590-4D6B-AB3D-7A3C0D27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672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EB44C4D-9F70-465E-A815-1FC4EB52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339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peak €500k+ при полном scale-пути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58149D9-5C6A-42A4-A2E5-61BEBFB0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Важно: €4k-€10k — первая проверка; €80k-€150k — pre-scale runway; путь к 150k MAU требует отдельного scale-бюджета.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70D6934-8DF5-4821-A7E9-557A22C5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574276613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B97FC4-DD7B-4DE8-85A2-F9ADB33C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29DE0-13FB-49F0-8870-420CD4D9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7C4B8-7227-4E54-990E-A8896CAA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7F3AE-2F79-4BFF-AF55-97E65388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EEF25-9417-4C4E-B9AF-317E675F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Квартальная модель: выручка, расходы, runway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DABDC-13B3-40B8-B4C0-565810B7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40E6D-E14D-4C92-BBD6-D433CC76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19C9C-A9BF-475D-B1FD-9ADBE2D6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FC5D7-C4A6-4988-B23E-3D6ACAD1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ACEBF-EBCA-4A2D-8152-E3B98750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Показатель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93225-350C-472F-AE77-AEECFEEB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244AF-D3EB-46F2-8493-24564D95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84E45-344A-4BA4-9371-36E6B5C8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1F4F5-ED72-42BF-BB1D-80B7D02D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45158-084D-4664-8FFA-E464201B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5D4371-AA6D-466A-9956-F52E5351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887AB-4B23-41BC-BB38-5A796B8A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B42952-D026-4055-BA84-AF7CD24C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9F90FF-3C54-41B6-BDD9-994D4865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352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B1D283-B859-477E-83CF-C04E7578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4192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Year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991ED9-938E-40B0-9FC6-1683E7B3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A39FBD-37EB-41B3-AFD3-B8A55C6E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335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на конец периода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8BF58E-BE69-477F-93B7-B973E4F5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13F7F7-9767-4097-8909-33AA3930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0.5k-2k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575CAB-A6AC-47D4-A958-382B450C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978702-9FC6-459A-8397-910298B5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5k-15k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E24AD8-F431-46A9-858C-35089B0C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B4167B-098C-4CF4-9C4E-7C342198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20k-60k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32B1BC-A5A6-4EE4-A9FE-402323F9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F9F10D-3B9A-4353-8F67-E3E4FF8D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50k-150k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B13D3B-5663-4CC8-9F48-9A92570C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66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DDB64B-7900-4861-8C13-FC32E4EA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335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цель: доказать scale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0A1A2B-B9D9-4777-B8FD-25B1865B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B67B6E-F73C-496B-B924-17562E84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Платящих на конец периода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FCDBEF-C17C-4883-B7F6-24A5CCBF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6C9A2F-3A06-47DC-9648-5CF320C5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30-100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7C3EB9-07FC-49B7-8D5A-F436A549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812352-3A7E-4EE2-AC15-73426779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150-500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78E490-8266-4450-B9B3-CCF1B7B8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5EAAAD-4713-4DFB-A382-917D82A9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600-2,000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E12478-3A3D-4F11-96C9-171A55D6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657CD6-17BF-4C0A-84E8-80D6314C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1,500-6,750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474C3D-6C50-4D55-A26F-9701618B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1CC871-C95C-4BA5-98BE-4936718D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479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конверсия 2-4.5%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39206E-57A9-41BB-A078-5FF1B0EC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1081B4-5C3E-4F37-BE0C-92ACD75A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Валовая выручка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77D889-685B-48CB-A6F3-E69EA6AA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8D8533-AF16-4B7E-B0CC-FD996714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$0.5k-$2k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A643CC-359A-49C1-AE14-93E05505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CA66F1-233A-45A7-8562-82113B43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$3k-$10k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6E676E-7293-4075-B53C-DB52390A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FA689D-E6C0-4BDE-8C22-13B9244C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$18k-$47k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299B9F-ECF4-4212-9DF5-F4D91221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A18FDF4-8CF1-466F-A3E2-3FA2E346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$60k-$150k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761BAD-0E98-448B-9758-37BECAAD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956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A397DE8-C6A0-4DF7-BD4A-D5083585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622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$80k-$210k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024620-0FC2-45F8-B0F1-5661AC46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BFB3814-8ECD-44EC-8EEC-D6B3E0C2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Product + AI + infra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995FD97-4C9A-4BEB-B799-4C2472D3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78C6BB0-584A-4B88-9D00-FA1CB41C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€12k-€22k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38C5A9B-2E7A-464E-8502-59BEE822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7991FF3-7B8F-40A3-8C3B-B5D0240F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€30k-€55k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820969C-77DC-4F21-87E3-B7CD291A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1771303-CA46-4A7C-85CD-EE886126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€45k-€80k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1C8792B-5247-4E54-8CC9-38CCBADB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4448741-B07F-42F4-9827-5E3FDC30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€55k-€100k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E14932C-3A03-4E50-9279-2A113094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099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30B12F7-897A-4198-8DD6-48576E0F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766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€140k-€257k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D83C4C5-5A7B-4B0C-AAA2-1B6A6214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243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43FEE4E-66DE-40AE-B03F-DCAA7073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909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Marketing / launch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3CF3CE4-D9BD-4574-86FA-0CCFC10F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15EAE98-55B5-47A0-8ED8-4E82C4B1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€3k-€8k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796AF20-495B-4803-BF69-6FADB247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364ECED-52C2-47CE-AD6C-9471AC6D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€8k-€18k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769A877-C774-4997-834A-3E9DC9D5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4C4CC04-50EB-4768-B9AF-CDC86AE8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€15k-€35k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FDB88AD-9E3E-415E-838A-D0424547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5AE3CD8-367B-4146-9A5D-4C8396C4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€25k-€60k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8C86534-3C95-48F7-9D11-40B5D7D6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243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49BB39F-D402-4D21-A2E2-EA578353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909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€51k-€121k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E7D4A6E-F33A-4AF1-A0BF-90AC2D71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3BBE8DF-551D-4011-9628-7A2822F9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Чистый cashflow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6A18CF5-A285-494B-AB8B-1ABBDF01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4088E54-4033-44AF-BEEF-CC930BF1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-€15k…-€28k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25F9031-F9FB-4C8A-B3AC-B1DC870B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A6B4A1E-905D-45CF-8382-8B6EAA9F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-€35k…-€60k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85F7995-8253-4F56-BE3D-19640390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E8BF52C-8B0F-4A12-8556-3B2F6F2D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-€40k…-€120k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87F1804-A4F2-460F-BFBA-413632D7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9D0C2CF-ECC2-4ED4-A7A1-6DDC359F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-€10k…-€350k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4027039-1EE0-460D-A88B-76D3B496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386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9EFB059-E16C-4242-8C50-A15A5C93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053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 need: €80k-€150k до scale; €500k+ при 150k MAU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822F289-1675-4726-A943-F8DF7DD1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в base-case не гарантирован в первый год. При агрессивном росте к 150k MAU нужен отдельный scale-бюджет.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13774C1-8E8C-4B74-8ADA-4BD3E679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712389578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C32974-D807-4BC9-A770-28C61287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8FE13-DBF6-4793-96FE-FAA1D2DB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C5E35-608A-4620-B35A-463A16D6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F2CAB-1116-454F-9E08-C302105D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95505-56B3-43E8-99DA-72F01676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Годовые сценарии: сколько может приносить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FF0EA-3C06-47EF-A41E-37D61725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10A69-3EA2-4757-B881-573B0AB6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34EAC-C1AA-46DA-9C63-70C82D17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9068E-7FAD-40F0-A388-B61390DA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7FC2A-3CD7-404F-9E69-47544986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504FC-BAEB-4E8C-A16B-F11D611C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4B050-CA2E-4DDB-A305-C8678A16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D9F27-AB02-4354-9930-24ECCB3D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EEE10-2C83-43FF-A20E-3DAD4418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38A236-8ED6-4B44-82E4-41414A92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9934C2-A8A9-4A66-BA4A-6D5CAD78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E9E64-CD15-4899-82BA-53DFD5C0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906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63FFE4-7B74-48BC-9F38-FF03072F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573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значит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24DBB2-9B10-4FED-A84D-84967885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3A62E4-82A3-4B57-A787-A090D82D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CE95D9-F470-4C7D-B22C-210F2CE3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3FF60D-3A4D-4F65-91B7-4FAA1D7E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$40k-$120k ARR run-rate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B3AB1D-6701-4D8E-A5EA-D4050C56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B7D6E7-D089-4D8F-88DD-3D0B70DB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$250k-$600k ARR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6CC107-A2FF-4D5D-9B48-72DDC8CB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BDE4C5-466E-4670-AEAD-E0ECF65F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$0.8M-$1.5M ARR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AA14CC-9067-42C0-B5DB-F82DA52A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812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188726-FF95-465F-8BBD-8932F188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478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маленький cashflow-продукт, если CAC низкий и команда компактная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65B5B9-7C51-4E0D-B73A-1D8722C4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30413B-3144-4807-9278-5C1C8016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9BC57E-F465-4EDA-AAF5-E0C9C177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669BC9-EC64-44E1-81A2-659E8A95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$150k-$400k ARR run-rate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837BDE-7AC0-4737-9728-3A74082B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73BCB8-9F02-42E3-9D67-25596DF5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$0.8M-$2M ARR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FF9456-3F70-49E7-9F40-A7ABD94A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242009-D06B-45C4-A70C-EBB4E1FD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$3M-$6M ARR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FE0F98-CE85-45EA-BDF5-9B1A0F8B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5311D9-FAE0-46C7-87D3-F230AB2F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384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строить standalone business или поднимать seed под рост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CC8838-AF61-40B0-86B1-52BBF78B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033BD3-902F-40CE-BC1A-83446D6B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3A40AB-DBF5-401C-BEC1-796DD132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5D0D9D-9747-4195-820B-785C3D47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$0.5M-$1M ARR run-rate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2EC7C6-4C9A-471D-BD30-41FCC22B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599AED-0728-4DC4-8064-97263996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$3M-$6M ARR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9EDD48-9E01-4C5D-BDEC-378A4D8F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67F853-3FBC-4DC2-B8C0-DF4CF6AE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$8M-$15M ARR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98A524-55B3-4860-A8CC-05D8E198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20948B-0748-4C3D-8FAD-685A3EDD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289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появляется стратегический интерес: wellness, astrology, AI companion, creator platform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66EDDF-EB67-474D-B547-A4F86636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F9E4C7-9E64-4171-B35C-C2666BDE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95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драйвер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45698E-5796-4404-806F-1F320B57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C1F986A-113E-40F7-852A-03B2AEE0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 и понятность Canvas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6B8795E-7300-44EA-9EF2-48DC9EBE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C80E311-BAB3-4A79-BD3D-A5594030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retention + annual + CAC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F35D19-438D-4FF5-B293-9AC4FF3F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9439A6-8D16-4A6D-9A1E-3B84EEBC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layer + paid scale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5CFC2B1-2422-413F-BFEF-0F07C3CE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528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9F461F9-346D-443A-B6CC-6E46A703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195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рост держится не на “красивых видео”, а на повторяемой петле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1B31DA0-9DC6-419F-84C1-C1DF7FCE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5212A5-B763-4DD6-A280-A3965C2C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00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stop-signal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84D58D6-300D-42FD-9300-951C9868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99A0938-05ED-4192-8402-CDFC1E06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D1 &lt;20%, paid intent &lt;5%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93DA3BE-3006-4A00-AF07-96800D46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EB74904-B03B-4489-925A-A7EF7B09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&gt; LTV, video COGS ест маржу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AD1A869-130A-402B-86C1-454CC36F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63DC39B-2ABC-4EA5-8C31-1BE97934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retention после novelty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C55DF6B-5D15-4097-8342-389FBF7F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434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5299400-B902-45AE-B651-2CBC4790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100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тогда проект останавливаем или режем visual scope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1CE63F0-0E06-4CB6-8301-8028FB8E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прогноз продаж, а рамка: сколько AURA может приносить при разных уровнях retention, CAC и paid conversion.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4A8EB03-51A4-4E86-AAC9-D8E12958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6471696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492A46-7E2A-4FAD-A051-BCDCF0FE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32737-3AB5-488D-825F-9E8979DB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14EE2-18AA-46D7-B680-571D73C9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762B4-2049-45AD-A3A2-4CD03EA2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B388B-411F-4A01-BD4F-680DD5FB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Маркетинговые бенчмарки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B60C7-CF4A-43F1-9AB0-695339F8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3B090-0D6D-4157-9B3A-593E905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4786E-029B-40CE-9BD9-1F4B72AC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B8676-2CE8-47D2-B2CB-362202A7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CD656-8507-42BD-B37D-8A8C994F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Конкурент / архетип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0F1D0-ECAE-495A-8C56-29BECD03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9AB98-F66F-43B1-A494-1156587D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marketing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2E1A15-0274-4548-98C7-2A9A4673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042F7B-4F4C-4F8C-A68E-96F1816F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5FCA5-D5B2-4CDD-90C8-DF2D7199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9A51FB-1185-4933-92B3-7CF5F0A0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использовать в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5F426-DCCD-4DA5-B903-F944B246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1B7EC6-CB15-45FA-B9B7-F8949E1C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B8F297-A49D-492B-955B-B5DF4985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1CD745-395C-4A8A-8E10-C68CA4A2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$6.8M/мес estimated YouTube ad spend; 620 creatives; 18.6M visits Jan 2026; 50 landing pages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E23700-14E9-4075-8665-DC0C273C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8900D6-DC78-4B29-80B5-8EC95EDF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scale требует высокий LTV и агрессивную funnel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74BDF9-B4ED-4F35-BA1A-C4A36141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35066A-0DC1-41C7-B385-E34C4C01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использовать как paid-test inspiration, не MVP operating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D6E3F7-89BA-40B2-AC4A-A0920AB3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469134-24B4-4CAB-9C71-E88106E4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prelands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299266-0AD0-4020-8D1C-5049DCD2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5F619A-C4E5-479B-8E8D-B2381E50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soulmate sketch 10% ad traffic; marriage compatibility 8.2%; aura reading 8%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3605EA-F960-48E6-980E-32E85113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92DA5A-BBE1-4E64-9576-A8FEF610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curiosity hooks могут выглядеть scammy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F7BC56-46E0-4194-AAF2-66E61C3E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F96B63-1025-4F37-850F-EE27DE72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аккуратно тестировать future-self / visual week / relationship hooks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35386E-3063-4255-93B7-1E6370A1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0E5832-9497-4B87-B5CE-EF96D2DD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0FB61A-929B-49B7-9069-D1E4BC16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A7A68E-B33F-4657-8752-1239048B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20M+ downloads без real marketing spend; 25% young US women 18-25 downloaded historically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C35006-DB42-4C7F-9D16-0CAD0EF6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EF5668-6ED0-49AF-9768-7827766C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virality сложно повторить искусственно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59BA8D-017D-4C49-B706-7B60FAB0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3267FD-4632-4E20-A7AD-769462AB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строить shareable identity language и relationship/social hooks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7DB669-D17A-447B-A2D0-303D2ADE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867A00-338B-464E-9899-938AD3EE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960C50-00F9-4BB3-AE49-0D88E339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088044-A2BD-4F85-802D-B940D821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FY25 total expenses Rs 1,129 crore; marketing/tech/ops/talent growth cited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A413FD-CE60-40FF-9053-8E3E3B15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1E1960-5503-42BF-B200-A132A23D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marketplace growth дорогой операционно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6CD232-274B-4A2C-8E93-EED8F8A5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0E1E3D-BD3A-496D-BC0F-323E2C78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начинать с marketplace/expert model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9186C2F-D65D-4510-BB41-9816DDDC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9563BE-2114-426A-821A-EE44D7DC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CHANI / Waking Up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67A1F10-28CC-4823-9C58-0FA4CA38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1089AB-4007-4F78-A532-82DCA0D5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trusted founder/teacher voice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B2148E-9343-43FA-B1DC-E1BC8D21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5EB0F5-B55F-4E9E-933B-4F370120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требует настоящей authority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EA5637C-BFF8-480F-A785-9C8033D5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C803DB2-7ED0-4A01-A380-7D70E6C1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использовать экспертизу Алины без guru tone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ABD231F-21E6-406A-99F3-1C65B734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Sources: Web2App World, Axios/TIME, Moneycontrol/ET-style reporting и qualitative product observations.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E5ED3D3-BBD1-4263-B39C-26125431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76397149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D26FAB-79BD-4914-AD11-C34EC776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E29BC-4268-4AC7-86C3-8FF60E39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59CC44-ED23-4F00-835F-BC8BFD26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52BCB-7681-4122-9131-CF716C3F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E1EB2-5B6F-4117-8828-ED0808E7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Модель маркетинговой воронки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F1ACD-6B12-49B4-95C4-97D97B7B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CD28F-6E81-4362-99F2-3F21722D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7A3A7-E083-410A-811E-E7EC4777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24017-D064-456B-8C6D-51CEA8EE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F893E-5FBF-483A-A79D-B0AB9CB3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616BE-D7CC-4708-A0BB-B6CB9239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905D8-6016-4D53-BC9A-B45A4161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B3AEE-7519-4EF9-93F9-A09E2982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8B6E96-82B4-4753-8655-7DE4D258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33898-5272-4084-81BE-6F20324B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94C7E7-BFF0-40A6-8F9A-1291CE4D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195F8-B911-462A-95C0-7C53C98E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4287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C9F25-64D1-4A7F-BF3C-48330D9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954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9AD9FC-47F9-4998-8E8F-473CA66F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C579E7-A7C6-46C3-B570-DAB0749D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Visitor -&gt; signup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A75EC1-D68E-4DEF-8348-7428994C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262C1C-40CA-478F-BC84-E8C01488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ADFB9B-A7CC-48CA-8504-2254AD41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CDDE43-B92E-45A3-A807-06E68200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4324E5-EC12-434B-A385-CE024157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F8A3A4-15A9-4E8C-AAAD-FAC0492C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0F92CD-C2C3-4A48-A0D5-6A43961B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621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7AD3E6-65EE-4F8A-AC28-F91324ED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288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нужно тестировать до ad scale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80AD67-AF32-4CDD-AF23-857A06CC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59BBA8-C70A-4FD0-BFA4-5A36EA5A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Signup -&gt; activated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E58663-C51E-4D46-91B5-A54681D4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3CFB3B-133B-4C9A-B67F-DE406DB1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3088C7-77BA-48D6-8AC2-1FC2EA83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F3A62B-801D-4112-AE48-AB6B16F4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6FFBD4-7F15-499D-9EB5-81173B33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62043A-DD91-413A-8C2E-FF980E00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5A06D6-7C44-4859-B062-127E4F1B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955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7FCED1-92A7-45E1-97D2-5739CAAC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622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activation = first completed loop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CD8631-36AD-4CD2-A7E9-83EC7C96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8249B0-B335-449B-9575-30680E90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Activated -&gt; paid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643380-2F45-448A-9259-420769E5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50A46C-86D7-4851-BE73-6A3C8ADF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042157-6C61-4E12-912D-6E3F0160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1A5001-E97F-48C4-80ED-05C76C46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7CFD31-1C4E-44D4-B041-905BE779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A498C5-CEBC-4F46-B7A4-9A5727D2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5.0%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18C155-1386-455D-981E-03225DCC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289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2DA9BB-D20F-4D58-BAA7-4892119E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956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после value moment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695B7F-E2DF-400E-8AEF-5176E14F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1DA07F9-2869-4371-B103-66E5AE8F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target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0A0E4E-A457-4370-A691-5F66A224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558E13A-2A9E-4AC2-B4FF-33D9041C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&lt;$0.50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3B11EA7-B227-4F56-82A3-55B7823A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0A6AAE7-E5A7-4DA2-9515-22064AB0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&lt;$1.00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19B163-7DD0-4A8A-BECA-430B8937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021DC66-D256-4F27-AB3A-FEFA28E5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&lt;$2.00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5D7A129-11BF-4144-9437-70A1164F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623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FAF8B2-26A0-4B8A-8C5D-28CBC36A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290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основе COGS + contribution margin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AF28069-E419-442B-9FB3-0400D103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1B8D325-7EEB-4110-86A4-02C77547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test budget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86A059D-618C-4BC7-8BA9-DDAA491D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368E6AC-3C93-4109-8DA8-EE066550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009FE35-069C-48C5-89D3-9CF6CE77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06B31AE-F99F-4B8B-B2AA-85EE0663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$1,500-$3,000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5161907-3332-4513-8764-9782B9B0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D85E8ED-A38D-4883-9C88-7D235A12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$5,000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73254B4-9162-42DA-8531-37CABD42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2DA44E0-C772-4E59-9C26-E7757774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624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маленькие тесты до scaling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35D27B6-091A-433C-A134-C4247E20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41E8A3B-0D94-4348-9D28-C2C3D746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1,000 users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31838AB-E8E6-4EC8-8E42-4415C281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583E562-5D7F-48B1-AC62-EA2755ED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warm/interviews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7DDB278-2CB2-482D-AD5E-BEA60C89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B2632C6-D176-406E-AB33-6168FB7C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+ organic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8604976-E1A1-436A-9AC7-AED564BD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82F3FDA-EFBE-4CC7-8E6A-41A85BAE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+ paid test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31A7700-2C53-45D9-AA9B-330D76D9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291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2CF95C5-78FC-49BF-926A-F9C8372F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958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маркетинговый слой Алины ложится сверху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62E2827-CDAF-4B40-97B8-0C13A4C1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 нельзя считать отдельно от free COGS. Чем щедрее free usage, тем ниже должен быть CAC.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CD8AB7B-41A6-4123-B7F5-EFBD1432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2110459633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FCE19E-6BDD-40A2-9700-02598D1E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1C18D-D6E1-4C10-8D0A-E6BC6C73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74233-1A8D-4A44-BB9A-89500AA1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2845C-FE99-4D3B-A941-7F7F45AF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716DE-7A12-4419-8C16-E6C98923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Маркетинг в Фазе 1: что проверяем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9DD82-1D2A-48D0-B649-588E32B4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28F08-4876-417D-B6DB-A6B4C967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08C0B-D8DF-46AC-915B-0AF6F51B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DD485-77EB-41BE-A9F6-5083AC81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98D17-697B-49E1-A441-A82CFAC0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Блок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674EB-ADEA-4425-9937-08B0A3B4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362B2-7D01-4470-8824-E1AB105A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Диапазон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58A63-B086-42BC-B0C3-BF1BDBF1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F889A-54B7-4CDF-9168-3D6F43FD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делаем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2D856-9CC0-46EE-80C9-0F0E70CA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E60B11-2305-4136-B0BD-E315CE6B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должно стать понятно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02EC52-D68E-45B1-B716-452FA0DB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149D6-9F22-453A-B4E3-9E3B3C98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examples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2FB55A-1DE5-4B01-B3C3-E5252A93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FF6615-E395-4650-BC66-3EBA93DF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€700-€1.5k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D44B6D-D034-4F1F-AE4A-62F8F8C6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2C04FC-CB18-4FC8-93CD-DCB5A082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3-5 примеров Life Canvas, future-self и week trailer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852309-214A-4F6A-AC41-7D1F98D5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23B03A-0770-4C48-ABCD-869B3C42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визуальный вау и понятна ли причинность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5711AA-E0B8-4630-85E2-096094DE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3FD4C8-6810-40FB-BAD6-14817D38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+ analytics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64D06D-FDE6-49B6-B799-F3015D65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7C6841-B81F-447A-BCAA-93C01037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€500-€1.2k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906412-2DF0-467C-A676-6DB9710D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76BE46-19C6-49BC-B36C-ACEF80C6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лендинг, price test, lead capture, события activation/paid intent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407D90-DF2B-4ECC-81BA-70E09238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BE6A8F-0F27-48E4-87A4-D4DC7BD2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какая цена и формулировка дают signup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E52EF5-81F5-4209-A3C7-580C6DD4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CB0C89-DA37-4133-938E-62D58732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micro-tests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8CB734-0BB8-46A7-B3DC-6D48B9F1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97D2ED-A459-42AC-B1A1-E674753A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€1k-€3k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301102-A2FB-42B4-99EB-3A6D2325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951C9B-49A0-49DD-A54E-CC7D2551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5-10 micro creators / warm audiences / сторис-форматы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5E9B75-4679-4722-9C26-D183CF10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51F644-9151-46E4-81B3-A8F03E06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какие hooks вызывают интерес без тяжелой рекламы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F0DC80-6221-4F9C-ABF0-82D247C0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DDC1EB-795B-44CC-8D23-2D2CAA97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creative tests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0F83CB-A911-4F9B-855A-33EE352B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4E3513-7127-4C8A-B8D6-DD8653C6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€500-€2k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4674DB-FD4B-471E-B3B3-2776C36C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9539DD-39AD-4FB5-A0E0-E446EDE6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маленькие Meta/TikTok tests по 3-5 hooks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250C9D-775B-4ED3-9A77-536CD07E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6EA737C-BE2A-46A5-B2DD-7D92E645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visitor/signup и первичная конверсия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4F65C2F-FB6B-4664-BAEC-FE007D0C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0E39A2-5BBA-4AAE-BECB-A588AAC4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Concierge cohort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1673686-D283-441F-A33B-7B1409B8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0D99CC-47E4-4FC0-AA4C-9EA45D53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€800-€2k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F07263C-694C-4AE6-AD08-6950A8AE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77AB9B9-89F5-4FE9-A776-4FC0BC5F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users, ручной forecast, интервью, paid-intent follow-up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BB3329D-068E-4919-AD9C-BF78987B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A43A11-EBF4-49CC-B744-9D2EF403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понимают ли users продукт и готовы ли платить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ACB0359-3F06-451C-95E1-7159AB7A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417398105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EDA226-BEC8-4B2E-8AC4-26336BA0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C405C-F042-4CF1-8033-E7E6973B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12580-1BFC-45CA-9308-A79BC488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ACCFC-3EA6-4C8C-A6AE-BB3EFB77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379FD-308B-4114-A8CD-995BCDFE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Матрица маркетинговых hooks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8BECC-A6B3-44D2-A68F-C9CEB0BD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833A2-7E40-4A8D-8BE1-7E9ECB13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B60B3-5B54-4E8D-AACD-893DAE46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B77EC-24EE-49A1-84A5-4CEFA545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DF17D-6183-493C-AE27-1CC71AA1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5FD74-3EEE-4C5A-8566-97774008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37391-1317-4B32-BFB2-B7B36180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Кому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6A780-B17E-491E-8A0B-5F908055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78D9DF-1C9B-4109-A556-645E4C06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Формат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1D4429-B46E-4DCA-9289-2845FFBF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ECAE8-DF4C-4099-A15D-E77E1A14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BBA8EF-EB19-4BB5-B842-384F2A1D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C6A87-1C93-47A3-A362-8FC159F3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“Твоя неделя как трейлер”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083F57-0883-4186-A892-E2B0F436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3E3224-F778-4033-A8F6-7016009D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AI / self-growth audience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3B85F3-09A6-4940-9753-F0797EF3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A67A46-F1EF-4534-B970-885FE0FB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short video before/after week trailer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A2E231-967F-4589-83EA-10406E2F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B616CC-B14D-4512-91E1-0BCF248C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свой week trailer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624E15-F5D8-4ADC-BAEB-12F1DF5F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961758-33B7-46DD-9BFF-5333CF5A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“Не гороскоп, а план недели”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2F307F-A73C-485F-8553-EFA87465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176F55-4F2E-44B0-944F-279DDDEB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астро-аудитория с усталостью от generic прогнозов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8B2675-0294-469E-9DD5-05125E68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C4ED18-E8E5-4347-8F66-F3CD1E1F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explanation + example Canvas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D4D761-B981-4CA5-A9E4-4E04696E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C55F4A-EEBD-4E28-8600-255BC7FE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пройти 7-day season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21D6B4-4C7C-4B5F-96EA-24E0A7FF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6F8FE0-4505-4874-A093-4317DF4D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“Future self изменился”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4B0AAF-ACB7-4527-B7CB-12D7EECB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1EBF7C-30E2-4AF3-B6C8-0A4025D5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women 20-35, self-improvement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F790D3-038E-437E-84D4-B32C1D6A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FD514A-A0FC-43C1-860C-7E6D54BA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до/после Life Canvas + действие дня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6555F3-3854-41EC-BD1D-16F2DBCB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071E66-B10F-4BD2-BAF0-54DD45F5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увидеть future-self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B06350-2F87-474A-951B-26CA894C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EEFF3C-1664-4689-A746-061A00D2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“Карманный прогнозист”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AB597D-F406-4053-AC7B-16A08795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944F59-5E6E-44AA-8835-B7C7EF7F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люди, которым нужен личный ориентир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DF5CF9-D7D9-45A1-ACCA-2960BC24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B98392-8645-46D3-8C17-15115B82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screen walkthrough assistant memory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B784FC-49E4-44C1-A4C6-A8512229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C05FCEE-D452-45D7-851B-1AE4ED6B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прогноз недели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16E12F-C8C3-4EB3-BED7-DB872E0B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7423D4-CD22-4100-AFF3-430CE651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“Relationship / decision week”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6A750A-384F-47E4-8863-E997E5C0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308159-842A-4158-9966-916EB46A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high-intent emotional moments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249E337-DF0B-40CC-B812-27C1D91D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56A040-5A9B-402D-B351-E68F4792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тема недели + персональный вопрос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980FA6E-E66C-4522-BF1B-ACEA8778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7ADA856-64EC-4262-9864-CF79BAA0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разбор недели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002FBA7-E05D-4DF8-BB78-1CFF79F9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12706910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62B4C4-F830-4F34-8496-C2BCE2FA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52B98-AC02-409D-B607-7B841902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17F0B-8306-4B2E-9907-F1849075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FEC87-2884-4837-BA72-538D1C72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C6BEA-AA00-4418-914C-C7870582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30-дневный план проверки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C4B1F-621B-440E-97B1-274B7236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7079E-893F-4051-A79C-BC6BCF00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9F9C6-4ED4-4EE9-8C1B-EE907E48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5BD4A-4744-4BDB-9F8A-C0CB9FCF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2395C-1464-4DC7-AAA3-5E6D604D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7BCB1E-3CAC-4816-81AB-2F125486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20-30 interviews + ручной weekly forecast concierge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49FAF-BC27-428D-AC22-AB43F252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4BA5D-721D-4125-A42B-715E88F3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43E313-57F8-488F-A35E-C1BE6B0E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10-screen prototype + 2 visual styles для Life Canvas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9FE74F-7A11-40EC-AB94-671F1A78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89AAE2-8B40-446B-99E0-B8845CEA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CA4D1D-889B-4B9C-A928-42FA7704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+ price test $9.99 / $12.99 / $14.99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9C12F-E00D-44E7-AB35-B4C88128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DE97F5-4741-4CDE-890C-19D8CFA7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F21BF-87D1-406E-8213-79B851AE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30-50 users через 3-7 дней + paid-intent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03C549-C4E6-4CDB-9C8B-8A1C25FB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Метрики успеха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39D73B-96AB-4F37-9CB9-D0CC6675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72050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&gt;70% понимают категорию  /  &gt;50% объясняют Canvas change  /  D1 &gt;20%  /  paid intent &gt;5%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CAB4BE-225B-4C1E-8D51-B295A3D5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986690120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4CA7FC-2CD4-4AE1-950A-6CBA3068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D0386-0213-4FB7-A10B-109E8DD9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FC699-4D56-47FF-9F97-8FD5AB15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46ADB-C31A-4250-8AD4-FC0C6D5E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EF8A3-AB68-4239-A499-E5716D70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Фазы 1: 30 дней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518FD-5A1B-4737-9D7D-6453C85E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E9C51-E353-4B46-8E3C-599D27DE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343A6-C29E-4639-92D6-43AA3693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956AF-7BAC-4690-B406-A3028375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17B9E-583D-4E32-B996-6796D13C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Период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1C37B-8B1E-4278-A70A-98CF24E9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8AA57-A27C-4EED-BD37-335D6666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Deliverables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2CA0A-9E1B-43AF-87A8-BB3F0CB5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170B5-2810-46EE-B8C7-3C29D6AC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7F520-A393-4DA4-9B7A-A02BCEAF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3CC25A-C4D6-41A7-82BD-CD60C72B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DCDFAF-CDDE-46CD-B251-D1AF1D5F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6DFD8-1B08-4C50-9BB9-7E0A9DD4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1-7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F627ED-EADB-4770-A0A1-520498C2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861163-678B-4495-B052-94CF97BC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 концепта, 5 visual examples, landing structure, сценарий интервью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54C48F-3BE5-4652-9410-57F55D9E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07FE82-2011-488F-818F-CF0787CD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понятность идеи, сила visual hook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BACECC-DDAC-4FD9-BF1B-65991BDD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7FF18D-58AD-431B-ADC6-80F906DD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какие 1-2 концепции оставляем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0DEC54-F260-467C-AC09-2173F038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833B80-8E6C-4A68-B3ED-BA88115C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8-14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578098-F271-44CF-8069-E71EF3E6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D31768-AAC9-45C2-8D97-051A32EB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clickable prototype 8-10 screens, prompt logic, first Life Canvas styles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0BBC2A-70F9-416E-A96C-20A08F47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27AA7A-608E-4259-B1F5-B0E926C6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ли пройти loop без объяснений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FBD69E-2D11-476E-8FC0-21C2C2CE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2DA3B3-24F3-4F9F-8982-47F953EE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 в MVP, что выкидываем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B7B9A7-7FAD-46DB-8C19-42487D83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F08155-CC61-4C56-AEF8-626F5264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15-21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0EC3D6-4EC7-461E-B274-2AAAC99F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B2BA29-972E-444B-9DB5-F381C453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30-user concierge cohort, ручные forecasts, first creator tests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59FA9E-F4D4-4A2B-A547-AB213A4B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F88498-6FFA-4C04-A208-82F22943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D1, понимание Canvas, качественная обратная связь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D968FF-A0F1-445D-8320-A7B2DDBF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921846-9591-4A86-B406-C9AA98CD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продуктовая петля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607932-817A-4B9D-B804-5D0800D7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E327A1-FBDC-4D6D-AF84-07AA45C7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22-30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662304-8374-4097-A481-7A22591C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CBED43-F072-4A07-B98C-26BA98AC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price test $9.99/$12.99/$14.99, paid intent, CAC signup proxy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773641-4C3D-419E-AEC0-01CFBB82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72991E-774B-40D7-A7E3-8F3FD0BC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 &gt;5%, D1 &gt;20%, Canvas causality &gt;50%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D717B8-775D-4738-9214-43D1A971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FED44C-3045-4896-9F81-0020F654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go/no-go на MVP build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80FB8D-6738-4170-82AA-701506A7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229988602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D790A2-A629-4D52-8901-0D11238F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67189-2836-441A-9664-A0A8D80D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A2C77-E0B0-474B-8AA9-C0978509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C120F-F5C5-48FF-87C6-6A6F64A3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A5511-6B61-4B52-BAD5-9EA31BC0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Фазы 2: если Фаза 1 проходит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A9247-9528-4666-A4CB-D259F000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83AE0-23B8-4B32-BBF6-D429C148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7F7DD-E837-4AAC-9AFC-2D387C33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362D0-8BF7-4645-A4B2-009B6EF3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8C12F-58DA-4EA2-A2B3-0CFE8B98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11FCA-34E0-4ABA-8A28-580CEB55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F9FE5-6F96-491F-93B2-131AC962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строим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B6B2F-B546-460F-ACA1-614B5CB1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4FED6-E0FE-465C-9C75-2CD6D47E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Зачем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BC488-A6EA-4B94-A511-0398FBBA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598E3C-ABB7-4F85-9783-F496444D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057149-FC9A-4D1F-9EF0-AFD8E571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1DC07D-2D1F-43D6-B46C-71DB4731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511AB2-FEE1-4423-9BEC-A876D3C3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9FFE3B-99B1-42D6-A7F1-C28C133D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mobile/web prototype, auth, onboarding, weekly season, daily cards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95F47A-6678-48FF-994F-DC3C2068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07BC5F-9509-4C32-95E7-0AFAB5DA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дать пользователю пройти loop без ручного сопровождения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A5237F-78E5-42B6-A833-049C7C3E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D5803F-2043-4F2D-935B-43E07C0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30-100 активных пользователей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D2766D-C9BC-4684-9593-7D270792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394606-1F0B-4469-B7ED-B249EF1C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Generation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938A6B-22B7-4AE8-996D-90952A04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0A6DA4-BBEA-47D5-A9BA-57CD6509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 prompts, Runway workflow, retry limits, COGS logging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15C7AF-6C7E-4CD1-8949-1DD587B4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578F7C-501E-4A59-8535-4D03DE3C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контролировать стоимость каждого generated asset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CCDB7E-AA2A-42AC-BFAE-1E781382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4D4192-CB55-4D9C-8FBA-7AB02223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paid user &lt;$4/мес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2EB61A-4BE9-4365-B904-1295AA5A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96EE16-B542-4B06-9999-2B3CBFE6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test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B59D15-C28D-45A0-A450-F5B944B8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EC553F-065A-469C-87A6-C36B13AC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test, Visual Plus, annual, premium token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3ADB1A-2A08-40B6-980A-F36467A8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F93696-21A3-4229-B21A-07C95280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найти рабочую цену до масштабного маркетинга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AF19C2-886F-4738-AEB6-EED8174B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2AF5CF-4136-4338-B064-7F74FA61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 2.5-3%+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588004-42F5-4458-A0CB-50262E20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2196BA-2AB5-451E-A5CD-7E49EA39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GTM scale 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9B148B-00E6-481B-A167-536E3233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96DA5C-0775-4B23-9802-A72F3377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pack, 10-20 hooks, small paid budget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C9DC2B-1B3E-469A-8216-E4DC880C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410ED3-D18F-428F-AF3A-B102F8C3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понять, можно ли привлекать не только warm users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89868CD-BE90-4759-AF31-6EAE9FC1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38CA9C-035F-4264-BE5F-2F38A0C0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в допустимом диапазоне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9338B1-9C0E-4202-AC38-30C82E2D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E3CD39-2361-43F4-9AE0-220B6484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Build decision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6BDE331-8F84-4998-BDFB-581F3832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010392-D25A-4770-84F0-06B44213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native app / backend / analytics / billing roadmap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C4E7B8-AE67-4629-9C39-3B0852BB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FC9E95-36A4-49DA-9FE0-34BBF8B3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переходить от проверки к разработке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873A975-1025-483D-AE7C-39C9DF7F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2C8FC5-F8C2-45D9-A0A3-5CADBC09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retention + paid intent сходятся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9B42B8A-B7B2-40FB-B4A8-16145CA1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853115178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F77A05-712F-4EBE-812E-618CB707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C2818-F789-4973-8379-A3A5A0E1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B5DED-C94E-4EB8-8253-505721C4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907CA-EFAA-4621-BAA7-801F51F4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C0999-5E0B-40B3-A855-9D843A59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Scope продукта: MVP vs Later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FC134-8080-4831-9EF6-8A7648BC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D6039-4B7F-4B7F-96EB-0332E1FF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D1D96-15A5-4C37-AAAB-E0306C84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82AEC-CF33-4136-964E-56128E8C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DE921-EB0F-4EF6-91DA-D4C09E8A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A9C3D-8F06-4C47-8F3D-4F9223FC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FC045A-6B12-4E0F-994A-F2D9BDE4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76463-ABD1-463B-9519-E7CC8E4F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93743-165F-4EFD-AC5A-4579C5E5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7D0376-0D92-4368-8537-14E95CA7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68A030-905F-47D7-B3B8-C16ECF9C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227D7E-5721-451F-8FAD-26D38489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C75D71-11A4-42D5-8A64-172345EF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Core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D4ADE1-ED5E-4B53-A615-3A4DB536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317A44-BE5F-4F37-B7C5-6FA3E017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Episode → Action → Reset → Reflection → Life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7C2304-C7C4-4EA7-A7FB-E50F2D1C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341277-D049-435B-8288-DA697530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season branching и deeper memory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4B0E29-8A7B-4E0E-B990-58ADC861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183899-BC5D-4BDE-AEEA-9FE931EC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сначала нужно доказать causality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FAD24A-AFF1-44EC-83D3-B79D1211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A1E6BD-DCD4-42B7-9575-AB732217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Assistant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543F4A-D5B5-4BB0-932E-6437B6DB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1A9D17-85D7-42B9-98B7-0AB89C51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chosen tone + weekly context + memory summary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ACBE8D-87E6-4865-9ECD-31D2A076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9E5235-2A2B-4E4D-A8D4-EE18015A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voice/video assistant, creator voices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A9C9E8-0ACC-48CD-A09D-05E38B65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672A49-0AC1-4584-8CF1-7325B77E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text memory дешевле и быстрее валидировать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7F495E-29EF-4594-88F1-0119A3E3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6E73B8-C557-46DF-A610-BF19B9C3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layer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216FC8-354E-47CA-B4CA-613AE263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B223F9-9AD9-4747-9419-1B8D8B84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image-first Life Canvas + avatar style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41E667-375A-4B41-B146-66ED29E8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16D3A0-FE4F-4398-8503-DFC4D9BB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video, talking avatar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B8793B-DBCD-450D-BE08-40B92717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84EBB9-D30B-44C7-86E5-0F6AD6B8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— premium COGS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AFDDA9-762A-43B4-BABF-D3E0BC4E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D5BD1C-5571-4BA9-8F21-FA480184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Monetization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2311F0-EE39-4A93-B360-97B3313A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59B24A-0B41-4845-909E-16802659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+ annual + one token test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06103D-48FF-460A-8686-E239AF8D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3C72EC-75CE-4BBC-89BC-C4E9BE56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seasons, expert layer, marketplace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FEC29A-27F8-4467-8FD7-DE1EF27E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35CC79-5CCC-44F2-8090-D4CD7EF0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избегаем complexity до retention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C4FC2D4-2278-4788-9830-BFE26DF1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D95474-8C78-4657-9F2F-F5081715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Community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8A37BC-8F42-48A1-8EC5-38F15A85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9AB10B2-7DC7-43F5-9AD3-5357D572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в MVP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0EB42CA-2290-4218-899E-D932CFBD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0D3B99-3094-4840-AFBC-1BD3AF8F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sharing, social, cohorts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7E8CDF3-2932-46A3-BD97-CF4653DF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26BFEDD-10D5-47BF-A1FD-71970126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строим social network до доказанной core value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E23FE92-F32D-438A-9333-633D3227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612868103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7C09FD-CD13-4373-927F-33746E88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021E0-A234-456B-898D-CA5137A8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C0934-74AF-4B69-B7FC-35337B98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592B0-B61F-4489-AAFA-2B377E4E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01D6B-A4E7-41E7-9AD7-C282C259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Риски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1E85E-7742-47DC-862D-34B5FD3C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0773F-E352-49D3-AA91-0C657E1F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73C99-D3D1-4FDD-A0BF-75F72748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F7FF8-FF00-42F3-9212-94F33AAA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ABB8A-392D-4F40-B4C8-26C3520E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B2751-D7C4-4D47-9A7B-1748CB06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145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148FB-6C55-4B4D-AAA3-4C6910A3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7811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ломает продукт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976507-FC29-4FF1-87D6-D198E12D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145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66F50-081F-4431-88AF-2980FBAB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7811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Митигация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3BE6D8-D872-4F0A-95CB-9916273D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08E91-3B60-48BC-8062-BA9E634C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Похоже на гороскоп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D186FE-9FA9-475C-B7E7-888FBC4E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003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CC2CFC-1620-47BB-961B-915F1319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669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 thinks it is generic astrology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787294-8505-4920-BBF7-D36DF196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003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812FAB-4D64-4E56-98D0-383D0D58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669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позиционировать как weekly life-series и action, не fate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B07EF5-BA51-4CF2-99DA-62F7F048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E276C0-B4D8-44FB-905C-9812D18B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feels random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802B0F-231E-43D8-87FE-3461E2A3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861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39DE67-DFCF-4803-86F2-9C631B56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527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 cannot explain visual change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019803-888D-4AFB-B056-101E3FDF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861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D5D55C-D746-456F-A4BE-ACB01F55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1527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показывать cause рядом с Canvas и связывать с action/reflection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D4265F-70EB-493F-A176-4F0C2720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1C1046-0CFA-4795-B8DF-11BD2972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385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cost kills margin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17EE02-D1A1-42A7-88D8-582432FC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719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459F68-96A1-4F14-BB1A-9C2FA159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8385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users generate expensive clips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C65166-02B6-4CEC-A842-7FE66C96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719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0EB65F-053D-4AE5-94A3-C30E74B0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385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premium/token video only; log COGS per asset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1DA1E9-852A-4C29-A4DD-6823EFF0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C7631C-1E5A-4D83-B9E6-ED763B08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 sounds generic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F7ADE0-3E2F-4C6B-92D7-87EB11F7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577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3DDAEF-FB50-430D-A251-9821BC4B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5243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low trust and no return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05960B-7D1A-4520-9F37-FDDA361A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577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B69DA6-00DA-4DD9-ADAE-A01E5B7F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5243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prompt QA, user feedback и memory guardrails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D2617F-F79A-47AB-8B2D-BF7CA1F6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C8626F-C06F-40CE-B508-DB1C3598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01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 paid intent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666D0B-68C9-4DEE-9B3D-A62CAC8A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435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C6E486-1FC4-4737-8F42-2E3DF5D3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2101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users like it but do not pay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05A784-4E0D-42FC-86F8-EC920555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435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8EBB97-9549-4DB6-A74E-AE1266CF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2101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after first completed loop и price tests by cohort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E6C74F-7E44-4071-9943-67C53D97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2083018468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C6028C-AF93-44DC-AE0A-0E13FEA4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4F824-5529-4319-974E-544F23C8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53626-7348-4FBF-BA7E-10EF6A6F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8698B-E69C-4EE6-9ED5-E290DF39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8E36D-BBBC-4630-A06E-FE093CF7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Условия перехода к запуску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A622F-6858-4FD8-B3D0-142F7EA9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452CC-88FB-4F15-A22C-DB487377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E2776-E0DC-4F9D-96A5-D6BAB4C7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001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Вердикт: можно использовать как план проверки и основу следующей фазы, но не как доказанный бизнес без данных первой группы пользователей.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07D3D-9145-4F91-9806-11022A36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42F96-A64D-44A1-ACC0-2BD467AC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Блок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B59E2-7B8F-4D7D-AACD-9D2496F3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8573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DC6F5E-1908-46B5-89C9-4F5A8A24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9240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уже понятно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09559B-80EE-4CF6-A95F-5ABFB413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8573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434AB-78B5-4E9F-9396-9933FE0F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9240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остается допущением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5F8AE-54C9-449C-9EC7-95E8B0A5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573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A9C89-0447-4213-AF6D-19ABA7A6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240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проверяем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BB155-2677-445B-9350-2DBE8704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907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8406EB-2C41-4DE3-9011-B8C24BF7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Продуктовая логика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5B6C5F-C2A7-4F2F-98FC-19B1AAA2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3907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0FE619-0E65-4EAE-A54D-09BB6AE8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4574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понятная петля: эпизод → действие → сброс →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4E2222-BD42-4EBF-A80C-9151CC4C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3907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470806-E8DC-4211-ACB3-E3FF8008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4574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насколько сильно пользователь почувствует причинность Canvas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8DACBE-A4A3-41AC-AA96-C42F2B08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907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BCA1BD-9357-47A4-9965-1CC0BE53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574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3-5 визуальных примеров + кликабельный прототип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241180-3E2F-4C54-BD6D-8E376AFF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241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7E7C10-0B4D-4D43-BD8E-D5D5010E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Финансовая модель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793666-D732-4515-9EF2-3A743191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9241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165041-6047-4E2A-BD7A-0ECC84F3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9908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цена, себестоимость, бесплатный пользователь, привлечение и сценарии разделены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7CA93A-DCEE-4DF2-8FB8-934F373A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9241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8D2542-DFD4-4122-A1C4-12DDCD6A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9908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точная себестоимость зависит от провайдеров и фактического использования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84DD2E-3EBF-4E03-8714-258E6AB9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241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AD3272-7CDE-445D-B3CA-8BD9C5FE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908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логировать каждую генерацию и пересчитать после первой группы пользователей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AD43BE-CFD5-46E4-B808-879B65F0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575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36D0D4-D09B-4304-BF75-2B80FECD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GTM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BD5346-106B-4B56-8DAE-B6D3A77E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4575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81585A-28CA-42F9-80C6-3D4F5CF3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5242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лучший старт — авторский контент и теплая аудитория, не закупка трафика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3290F9-8DE5-4B9C-A3D9-8EE95A2B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4575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A305AC-34EE-4284-830D-DDFFA577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5242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привлечения неизвестна до тестов креативов и лендинга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013FF5-19A4-4611-875B-11CDD943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575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4B179C-E0A2-4AB9-8F4A-C061243E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242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10-20 креативных hooks + маленький платный тест после сигнала оплаты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CE3531-3A4B-4B61-8AB6-6E70B9CE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909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AC6AA4-29C3-4A70-8A60-8080054F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Технологии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F710A4-ACC0-4DF2-9FB5-B566AE10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9909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698731-30D1-4A36-A0F0-28A3BB19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0576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должен начинаться с изображений и лимитированного видео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74D3FD-55E2-4771-968A-C9ACF789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9909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6F6F0F-5FFE-4D3E-AAF7-F58CC111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0576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выбор провайдера влияет на маржу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FA71E4-BCC7-46D7-84E8-7E7B13A2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909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E50930-B749-49BC-944B-51A8F545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576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сравнить провайдеров перед разработкой и поставить лимиты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677D8E-1FF9-4DDF-AD63-60217D6A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243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DA196C-2995-46DF-AD7C-8887ACAD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Следующее решение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DE3C82-61B3-4730-B67A-5905B66A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5243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1E58DF-6351-4A0B-BCDA-D4220E0D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5910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начинать фазу проверки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B8AA57-D2D8-491A-9C99-835EE1F3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5243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18C02AE-6C51-4E5B-AEF4-3B411325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910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еще не доказанный бизнес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C1F87CE-4AEC-4C84-AA9C-8844DE44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243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015F4C-B581-497B-90F3-0E9FD1C1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910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 по возврату, готовности платить, причинности Canvas и себестоимости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3B3AFE5-50F8-4BE0-B4B6-C19452C3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57900"/>
            <a:ext cx="923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93148FD-B98B-43D5-AF4C-1A919E75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124575"/>
            <a:ext cx="8896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Вывод: следующая фаза должна не масштабировать идею, а быстро проверить петлю, цену и себестоимость на реальных пользователях.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EC1280D-BC4D-441A-B965-71586D44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089412793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570D34-40EB-4F58-B62A-E86423EE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282B8-C2D4-450D-AF1D-FD0BA930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6212B-26FD-44A3-B2BB-F7F52BA6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4B4B3-5AFE-4650-84BA-5082F242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3E99C-5D30-49B1-B2DF-76C9985A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Контакты / следующий шаг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3D56F-40DE-4233-8DD3-9D1B37AD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9FECC-ED02-4A45-8573-4479C1D6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7759D-4AE8-43EC-B5EB-494C6C36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33750"/>
            <a:ext cx="666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Следующий шаг: сгенерировать визуальные примеры, собрать кликабельный прототип, протестировать первых 30 пользователей и проверить, понимают ли они причинность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618F5-3C12-42BA-B559-852C47B7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 → интервью → ручная группа → готовность платить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53F50-31C8-4DCC-A9F8-740607C8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225777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2026-06-07T05:51:17.9430000Z</dcterms:created>
  <dcterms:modified xsi:type="dcterms:W3CDTF">2026-06-07T05:51:17.9430000Z</dcterms:modified>
</coreProperties>
</file>