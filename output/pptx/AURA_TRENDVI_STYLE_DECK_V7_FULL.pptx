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bb1e7093c44514" /><Relationship Type="http://schemas.openxmlformats.org/officeDocument/2006/relationships/extended-properties" Target="/docProps/app.xml" Id="R549f13288ba24426" /><Relationship Type="http://schemas.openxmlformats.org/officeDocument/2006/relationships/officeDocument" Target="/ppt/presentation.xml" Id="R5898f94daa7046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85c704bafe48e3"/>
  </p:sldMasterIdLst>
  <p:notesMasterIdLst>
    <p:notesMasterId xmlns:r="http://schemas.openxmlformats.org/officeDocument/2006/relationships" r:id="Rf0e26302076a4568"/>
  </p:notesMasterIdLst>
  <p:sldIdLst>
    <p:sldId xmlns:r="http://schemas.openxmlformats.org/officeDocument/2006/relationships" id="256" r:id="R9d7739e281324459"/>
    <p:sldId xmlns:r="http://schemas.openxmlformats.org/officeDocument/2006/relationships" id="257" r:id="R9818e62a66374bb4"/>
    <p:sldId xmlns:r="http://schemas.openxmlformats.org/officeDocument/2006/relationships" id="258" r:id="R1cb0bc46d7a44666"/>
    <p:sldId xmlns:r="http://schemas.openxmlformats.org/officeDocument/2006/relationships" id="259" r:id="Rd94254074a5d4ae8"/>
    <p:sldId xmlns:r="http://schemas.openxmlformats.org/officeDocument/2006/relationships" id="260" r:id="R84e0c26569d94f07"/>
    <p:sldId xmlns:r="http://schemas.openxmlformats.org/officeDocument/2006/relationships" id="261" r:id="R361cf95968484fcf"/>
    <p:sldId xmlns:r="http://schemas.openxmlformats.org/officeDocument/2006/relationships" id="262" r:id="R0df642efc63f4a10"/>
    <p:sldId xmlns:r="http://schemas.openxmlformats.org/officeDocument/2006/relationships" id="263" r:id="Ra10fa0ff4deb493c"/>
    <p:sldId xmlns:r="http://schemas.openxmlformats.org/officeDocument/2006/relationships" id="264" r:id="R2a4843ca25984a0a"/>
    <p:sldId xmlns:r="http://schemas.openxmlformats.org/officeDocument/2006/relationships" id="265" r:id="R0ace734368494d12"/>
    <p:sldId xmlns:r="http://schemas.openxmlformats.org/officeDocument/2006/relationships" id="266" r:id="R25f6c5fcbc2f4a1c"/>
    <p:sldId xmlns:r="http://schemas.openxmlformats.org/officeDocument/2006/relationships" id="267" r:id="R30fa45783bfe40e0"/>
    <p:sldId xmlns:r="http://schemas.openxmlformats.org/officeDocument/2006/relationships" id="268" r:id="R8e9ee2ae2fcd4fa0"/>
    <p:sldId xmlns:r="http://schemas.openxmlformats.org/officeDocument/2006/relationships" id="269" r:id="Rdfc0e63424224bf4"/>
    <p:sldId xmlns:r="http://schemas.openxmlformats.org/officeDocument/2006/relationships" id="270" r:id="R6bac962f280a42fb"/>
    <p:sldId xmlns:r="http://schemas.openxmlformats.org/officeDocument/2006/relationships" id="271" r:id="R76b7345638934b97"/>
    <p:sldId xmlns:r="http://schemas.openxmlformats.org/officeDocument/2006/relationships" id="272" r:id="R7f9cf950f2d140d7"/>
    <p:sldId xmlns:r="http://schemas.openxmlformats.org/officeDocument/2006/relationships" id="273" r:id="R418bbf6b800c463c"/>
    <p:sldId xmlns:r="http://schemas.openxmlformats.org/officeDocument/2006/relationships" id="274" r:id="Re822c42e25b94ccb"/>
    <p:sldId xmlns:r="http://schemas.openxmlformats.org/officeDocument/2006/relationships" id="275" r:id="R91c1c84b834b4b6b"/>
    <p:sldId xmlns:r="http://schemas.openxmlformats.org/officeDocument/2006/relationships" id="276" r:id="Rb0df69efd2374708"/>
    <p:sldId xmlns:r="http://schemas.openxmlformats.org/officeDocument/2006/relationships" id="277" r:id="R85384f0422be49f2"/>
    <p:sldId xmlns:r="http://schemas.openxmlformats.org/officeDocument/2006/relationships" id="278" r:id="R2e588eac56e44466"/>
    <p:sldId xmlns:r="http://schemas.openxmlformats.org/officeDocument/2006/relationships" id="279" r:id="Rfb90fa0698d941de"/>
    <p:sldId xmlns:r="http://schemas.openxmlformats.org/officeDocument/2006/relationships" id="280" r:id="Rdbc190aa7f414c8b"/>
    <p:sldId xmlns:r="http://schemas.openxmlformats.org/officeDocument/2006/relationships" id="281" r:id="Rb1916cc69beb42d8"/>
    <p:sldId xmlns:r="http://schemas.openxmlformats.org/officeDocument/2006/relationships" id="282" r:id="R894a641ccac94786"/>
    <p:sldId xmlns:r="http://schemas.openxmlformats.org/officeDocument/2006/relationships" id="283" r:id="Rd5e591fb5e104b1e"/>
    <p:sldId xmlns:r="http://schemas.openxmlformats.org/officeDocument/2006/relationships" id="284" r:id="R17809b3e9de844c5"/>
    <p:sldId xmlns:r="http://schemas.openxmlformats.org/officeDocument/2006/relationships" id="285" r:id="R7848432ac99748f4"/>
    <p:sldId xmlns:r="http://schemas.openxmlformats.org/officeDocument/2006/relationships" id="286" r:id="R1ec0f06fb7334f14"/>
    <p:sldId xmlns:r="http://schemas.openxmlformats.org/officeDocument/2006/relationships" id="287" r:id="R07dc5a0a61e84e18"/>
    <p:sldId xmlns:r="http://schemas.openxmlformats.org/officeDocument/2006/relationships" id="288" r:id="Re9c477efbe1e405a"/>
    <p:sldId xmlns:r="http://schemas.openxmlformats.org/officeDocument/2006/relationships" id="289" r:id="Rfcc96b137e1b4161"/>
    <p:sldId xmlns:r="http://schemas.openxmlformats.org/officeDocument/2006/relationships" id="290" r:id="R4f32cf50186244e8"/>
    <p:sldId xmlns:r="http://schemas.openxmlformats.org/officeDocument/2006/relationships" id="291" r:id="R07d880b67f1a490c"/>
    <p:sldId xmlns:r="http://schemas.openxmlformats.org/officeDocument/2006/relationships" id="292" r:id="R9b6726b81a1a4303"/>
    <p:sldId xmlns:r="http://schemas.openxmlformats.org/officeDocument/2006/relationships" id="293" r:id="Rfbb10431af5a4f6b"/>
    <p:sldId xmlns:r="http://schemas.openxmlformats.org/officeDocument/2006/relationships" id="294" r:id="Ra6a7c8144b6c444d"/>
    <p:sldId xmlns:r="http://schemas.openxmlformats.org/officeDocument/2006/relationships" id="295" r:id="R652f48764c6e4f80"/>
    <p:sldId xmlns:r="http://schemas.openxmlformats.org/officeDocument/2006/relationships" id="296" r:id="R3bbd6fb2129f4ee8"/>
    <p:sldId xmlns:r="http://schemas.openxmlformats.org/officeDocument/2006/relationships" id="297" r:id="R1036350b92cd42e2"/>
    <p:sldId xmlns:r="http://schemas.openxmlformats.org/officeDocument/2006/relationships" id="298" r:id="R9ad21c888ad74155"/>
    <p:sldId xmlns:r="http://schemas.openxmlformats.org/officeDocument/2006/relationships" id="299" r:id="Rbfca937953f0454d"/>
    <p:sldId xmlns:r="http://schemas.openxmlformats.org/officeDocument/2006/relationships" id="300" r:id="R68b6fc55430c44e4"/>
    <p:sldId xmlns:r="http://schemas.openxmlformats.org/officeDocument/2006/relationships" id="301" r:id="R42cdce35e6af42b4"/>
    <p:sldId xmlns:r="http://schemas.openxmlformats.org/officeDocument/2006/relationships" id="302" r:id="R71ce99b77954405d"/>
    <p:sldId xmlns:r="http://schemas.openxmlformats.org/officeDocument/2006/relationships" id="303" r:id="R14bc6487fb534457"/>
    <p:sldId xmlns:r="http://schemas.openxmlformats.org/officeDocument/2006/relationships" id="304" r:id="R6a07269a7d0148b6"/>
    <p:sldId xmlns:r="http://schemas.openxmlformats.org/officeDocument/2006/relationships" id="305" r:id="R72bad8c5cea64251"/>
    <p:sldId xmlns:r="http://schemas.openxmlformats.org/officeDocument/2006/relationships" id="306" r:id="Rfc92d3d3d29c4397"/>
    <p:sldId xmlns:r="http://schemas.openxmlformats.org/officeDocument/2006/relationships" id="307" r:id="Rcf31ec72db5747e7"/>
    <p:sldId xmlns:r="http://schemas.openxmlformats.org/officeDocument/2006/relationships" id="308" r:id="R3444cbc1adf6448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33a58f6cea45d7" /><Relationship Type="http://schemas.openxmlformats.org/officeDocument/2006/relationships/slideMaster" Target="/ppt/slideMasters/slideMaster1.xml" Id="Rac85c704bafe48e3" /><Relationship Type="http://schemas.openxmlformats.org/officeDocument/2006/relationships/notesMaster" Target="/ppt/notesMasters/notesMaster1.xml" Id="Rf0e26302076a4568" /><Relationship Type="http://schemas.openxmlformats.org/officeDocument/2006/relationships/presProps" Target="/ppt/presProps.xml" Id="R4a2c7d2ee6c84776" /><Relationship Type="http://schemas.openxmlformats.org/officeDocument/2006/relationships/viewProps" Target="/ppt/viewProps.xml" Id="Ra86630a704934588" /><Relationship Type="http://schemas.openxmlformats.org/officeDocument/2006/relationships/tableStyles" Target="/ppt/tableStyles.xml" Id="Rcdb3ca4cff1e45a7" /><Relationship Type="http://schemas.openxmlformats.org/officeDocument/2006/relationships/slide" Target="/ppt/slides/slide1.xml" Id="R9d7739e281324459" /><Relationship Type="http://schemas.openxmlformats.org/officeDocument/2006/relationships/slide" Target="/ppt/slides/slide2.xml" Id="R9818e62a66374bb4" /><Relationship Type="http://schemas.openxmlformats.org/officeDocument/2006/relationships/slide" Target="/ppt/slides/slide3.xml" Id="R1cb0bc46d7a44666" /><Relationship Type="http://schemas.openxmlformats.org/officeDocument/2006/relationships/slide" Target="/ppt/slides/slide4.xml" Id="Rd94254074a5d4ae8" /><Relationship Type="http://schemas.openxmlformats.org/officeDocument/2006/relationships/slide" Target="/ppt/slides/slide5.xml" Id="R84e0c26569d94f07" /><Relationship Type="http://schemas.openxmlformats.org/officeDocument/2006/relationships/slide" Target="/ppt/slides/slide6.xml" Id="R361cf95968484fcf" /><Relationship Type="http://schemas.openxmlformats.org/officeDocument/2006/relationships/slide" Target="/ppt/slides/slide7.xml" Id="R0df642efc63f4a10" /><Relationship Type="http://schemas.openxmlformats.org/officeDocument/2006/relationships/slide" Target="/ppt/slides/slide8.xml" Id="Ra10fa0ff4deb493c" /><Relationship Type="http://schemas.openxmlformats.org/officeDocument/2006/relationships/slide" Target="/ppt/slides/slide9.xml" Id="R2a4843ca25984a0a" /><Relationship Type="http://schemas.openxmlformats.org/officeDocument/2006/relationships/slide" Target="/ppt/slides/slide10.xml" Id="R0ace734368494d12" /><Relationship Type="http://schemas.openxmlformats.org/officeDocument/2006/relationships/slide" Target="/ppt/slides/slide11.xml" Id="R25f6c5fcbc2f4a1c" /><Relationship Type="http://schemas.openxmlformats.org/officeDocument/2006/relationships/slide" Target="/ppt/slides/slide12.xml" Id="R30fa45783bfe40e0" /><Relationship Type="http://schemas.openxmlformats.org/officeDocument/2006/relationships/slide" Target="/ppt/slides/slide13.xml" Id="R8e9ee2ae2fcd4fa0" /><Relationship Type="http://schemas.openxmlformats.org/officeDocument/2006/relationships/slide" Target="/ppt/slides/slide14.xml" Id="Rdfc0e63424224bf4" /><Relationship Type="http://schemas.openxmlformats.org/officeDocument/2006/relationships/slide" Target="/ppt/slides/slide15.xml" Id="R6bac962f280a42fb" /><Relationship Type="http://schemas.openxmlformats.org/officeDocument/2006/relationships/slide" Target="/ppt/slides/slide16.xml" Id="R76b7345638934b97" /><Relationship Type="http://schemas.openxmlformats.org/officeDocument/2006/relationships/slide" Target="/ppt/slides/slide17.xml" Id="R7f9cf950f2d140d7" /><Relationship Type="http://schemas.openxmlformats.org/officeDocument/2006/relationships/slide" Target="/ppt/slides/slide18.xml" Id="R418bbf6b800c463c" /><Relationship Type="http://schemas.openxmlformats.org/officeDocument/2006/relationships/slide" Target="/ppt/slides/slide19.xml" Id="Re822c42e25b94ccb" /><Relationship Type="http://schemas.openxmlformats.org/officeDocument/2006/relationships/slide" Target="/ppt/slides/slide20.xml" Id="R91c1c84b834b4b6b" /><Relationship Type="http://schemas.openxmlformats.org/officeDocument/2006/relationships/slide" Target="/ppt/slides/slide21.xml" Id="Rb0df69efd2374708" /><Relationship Type="http://schemas.openxmlformats.org/officeDocument/2006/relationships/slide" Target="/ppt/slides/slide22.xml" Id="R85384f0422be49f2" /><Relationship Type="http://schemas.openxmlformats.org/officeDocument/2006/relationships/slide" Target="/ppt/slides/slide23.xml" Id="R2e588eac56e44466" /><Relationship Type="http://schemas.openxmlformats.org/officeDocument/2006/relationships/slide" Target="/ppt/slides/slide24.xml" Id="Rfb90fa0698d941de" /><Relationship Type="http://schemas.openxmlformats.org/officeDocument/2006/relationships/slide" Target="/ppt/slides/slide25.xml" Id="Rdbc190aa7f414c8b" /><Relationship Type="http://schemas.openxmlformats.org/officeDocument/2006/relationships/slide" Target="/ppt/slides/slide26.xml" Id="Rb1916cc69beb42d8" /><Relationship Type="http://schemas.openxmlformats.org/officeDocument/2006/relationships/slide" Target="/ppt/slides/slide27.xml" Id="R894a641ccac94786" /><Relationship Type="http://schemas.openxmlformats.org/officeDocument/2006/relationships/slide" Target="/ppt/slides/slide28.xml" Id="Rd5e591fb5e104b1e" /><Relationship Type="http://schemas.openxmlformats.org/officeDocument/2006/relationships/slide" Target="/ppt/slides/slide29.xml" Id="R17809b3e9de844c5" /><Relationship Type="http://schemas.openxmlformats.org/officeDocument/2006/relationships/slide" Target="/ppt/slides/slide30.xml" Id="R7848432ac99748f4" /><Relationship Type="http://schemas.openxmlformats.org/officeDocument/2006/relationships/slide" Target="/ppt/slides/slide31.xml" Id="R1ec0f06fb7334f14" /><Relationship Type="http://schemas.openxmlformats.org/officeDocument/2006/relationships/slide" Target="/ppt/slides/slide32.xml" Id="R07dc5a0a61e84e18" /><Relationship Type="http://schemas.openxmlformats.org/officeDocument/2006/relationships/slide" Target="/ppt/slides/slide33.xml" Id="Re9c477efbe1e405a" /><Relationship Type="http://schemas.openxmlformats.org/officeDocument/2006/relationships/slide" Target="/ppt/slides/slide34.xml" Id="Rfcc96b137e1b4161" /><Relationship Type="http://schemas.openxmlformats.org/officeDocument/2006/relationships/slide" Target="/ppt/slides/slide35.xml" Id="R4f32cf50186244e8" /><Relationship Type="http://schemas.openxmlformats.org/officeDocument/2006/relationships/slide" Target="/ppt/slides/slide36.xml" Id="R07d880b67f1a490c" /><Relationship Type="http://schemas.openxmlformats.org/officeDocument/2006/relationships/slide" Target="/ppt/slides/slide37.xml" Id="R9b6726b81a1a4303" /><Relationship Type="http://schemas.openxmlformats.org/officeDocument/2006/relationships/slide" Target="/ppt/slides/slide38.xml" Id="Rfbb10431af5a4f6b" /><Relationship Type="http://schemas.openxmlformats.org/officeDocument/2006/relationships/slide" Target="/ppt/slides/slide39.xml" Id="Ra6a7c8144b6c444d" /><Relationship Type="http://schemas.openxmlformats.org/officeDocument/2006/relationships/slide" Target="/ppt/slides/slide40.xml" Id="R652f48764c6e4f80" /><Relationship Type="http://schemas.openxmlformats.org/officeDocument/2006/relationships/slide" Target="/ppt/slides/slide41.xml" Id="R3bbd6fb2129f4ee8" /><Relationship Type="http://schemas.openxmlformats.org/officeDocument/2006/relationships/slide" Target="/ppt/slides/slide42.xml" Id="R1036350b92cd42e2" /><Relationship Type="http://schemas.openxmlformats.org/officeDocument/2006/relationships/slide" Target="/ppt/slides/slide43.xml" Id="R9ad21c888ad74155" /><Relationship Type="http://schemas.openxmlformats.org/officeDocument/2006/relationships/slide" Target="/ppt/slides/slide44.xml" Id="Rbfca937953f0454d" /><Relationship Type="http://schemas.openxmlformats.org/officeDocument/2006/relationships/slide" Target="/ppt/slides/slide45.xml" Id="R68b6fc55430c44e4" /><Relationship Type="http://schemas.openxmlformats.org/officeDocument/2006/relationships/slide" Target="/ppt/slides/slide46.xml" Id="R42cdce35e6af42b4" /><Relationship Type="http://schemas.openxmlformats.org/officeDocument/2006/relationships/slide" Target="/ppt/slides/slide47.xml" Id="R71ce99b77954405d" /><Relationship Type="http://schemas.openxmlformats.org/officeDocument/2006/relationships/slide" Target="/ppt/slides/slide48.xml" Id="R14bc6487fb534457" /><Relationship Type="http://schemas.openxmlformats.org/officeDocument/2006/relationships/slide" Target="/ppt/slides/slide49.xml" Id="R6a07269a7d0148b6" /><Relationship Type="http://schemas.openxmlformats.org/officeDocument/2006/relationships/slide" Target="/ppt/slides/slide50.xml" Id="R72bad8c5cea64251" /><Relationship Type="http://schemas.openxmlformats.org/officeDocument/2006/relationships/slide" Target="/ppt/slides/slide51.xml" Id="Rfc92d3d3d29c4397" /><Relationship Type="http://schemas.openxmlformats.org/officeDocument/2006/relationships/slide" Target="/ppt/slides/slide52.xml" Id="Rcf31ec72db5747e7" /><Relationship Type="http://schemas.openxmlformats.org/officeDocument/2006/relationships/slide" Target="/ppt/slides/slide53.xml" Id="R3444cbc1adf644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d1a17ca8454e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142f74e0594e9f" /><Relationship Type="http://schemas.openxmlformats.org/officeDocument/2006/relationships/notesMaster" Target="/ppt/notesMasters/notesMaster1.xml" Id="R9e1867333d7b42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ee9b20eaea46d1" /><Relationship Type="http://schemas.openxmlformats.org/officeDocument/2006/relationships/notesMaster" Target="/ppt/notesMasters/notesMaster1.xml" Id="Rbe376cd9014345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110927e48f46a4" /><Relationship Type="http://schemas.openxmlformats.org/officeDocument/2006/relationships/notesMaster" Target="/ppt/notesMasters/notesMaster1.xml" Id="R92e60cde156d42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b87751e81c43ef" /><Relationship Type="http://schemas.openxmlformats.org/officeDocument/2006/relationships/notesMaster" Target="/ppt/notesMasters/notesMaster1.xml" Id="Re03de4b0874e48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4f1ba32a624f18" /><Relationship Type="http://schemas.openxmlformats.org/officeDocument/2006/relationships/notesMaster" Target="/ppt/notesMasters/notesMaster1.xml" Id="R3314323fc5c44f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d2e7499e5f429b" /><Relationship Type="http://schemas.openxmlformats.org/officeDocument/2006/relationships/notesMaster" Target="/ppt/notesMasters/notesMaster1.xml" Id="Rd7920706a25b4d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a352e79d3e4773" /><Relationship Type="http://schemas.openxmlformats.org/officeDocument/2006/relationships/notesMaster" Target="/ppt/notesMasters/notesMaster1.xml" Id="R0d15c67aa48743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978e4f37ad440b" /><Relationship Type="http://schemas.openxmlformats.org/officeDocument/2006/relationships/notesMaster" Target="/ppt/notesMasters/notesMaster1.xml" Id="Rf70a61b31a2440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05c3b366f44e63" /><Relationship Type="http://schemas.openxmlformats.org/officeDocument/2006/relationships/notesMaster" Target="/ppt/notesMasters/notesMaster1.xml" Id="R4714ab85f7d340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c98b5c3cfe2420c" /><Relationship Type="http://schemas.openxmlformats.org/officeDocument/2006/relationships/notesMaster" Target="/ppt/notesMasters/notesMaster1.xml" Id="Rd0c1bba35d53465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f0287bb285406e" /><Relationship Type="http://schemas.openxmlformats.org/officeDocument/2006/relationships/notesMaster" Target="/ppt/notesMasters/notesMaster1.xml" Id="R8b21a991944441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8ce9d1ae524458" /><Relationship Type="http://schemas.openxmlformats.org/officeDocument/2006/relationships/notesMaster" Target="/ppt/notesMasters/notesMaster1.xml" Id="Rcb8457e5aeae43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1ede68f87644747" /><Relationship Type="http://schemas.openxmlformats.org/officeDocument/2006/relationships/notesMaster" Target="/ppt/notesMasters/notesMaster1.xml" Id="Rd359c23806e641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72976b79add4af7" /><Relationship Type="http://schemas.openxmlformats.org/officeDocument/2006/relationships/notesMaster" Target="/ppt/notesMasters/notesMaster1.xml" Id="R7ac409f6a039406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c0f00224e904571" /><Relationship Type="http://schemas.openxmlformats.org/officeDocument/2006/relationships/notesMaster" Target="/ppt/notesMasters/notesMaster1.xml" Id="Ra13002adc2f7411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ed8165aadd49f1" /><Relationship Type="http://schemas.openxmlformats.org/officeDocument/2006/relationships/notesMaster" Target="/ppt/notesMasters/notesMaster1.xml" Id="Rac8fb57bb703446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5872bef1ce4176" /><Relationship Type="http://schemas.openxmlformats.org/officeDocument/2006/relationships/notesMaster" Target="/ppt/notesMasters/notesMaster1.xml" Id="R668e82446e6c41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70e77c11294b8c" /><Relationship Type="http://schemas.openxmlformats.org/officeDocument/2006/relationships/notesMaster" Target="/ppt/notesMasters/notesMaster1.xml" Id="R5f891c3286c2460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ee87c6acc747d2" /><Relationship Type="http://schemas.openxmlformats.org/officeDocument/2006/relationships/notesMaster" Target="/ppt/notesMasters/notesMaster1.xml" Id="Rc276106fefc647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84f91a7881434e" /><Relationship Type="http://schemas.openxmlformats.org/officeDocument/2006/relationships/notesMaster" Target="/ppt/notesMasters/notesMaster1.xml" Id="Rb5c778d0cf754f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9269c1f8d284946" /><Relationship Type="http://schemas.openxmlformats.org/officeDocument/2006/relationships/notesMaster" Target="/ppt/notesMasters/notesMaster1.xml" Id="Rcf72e89b894946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eaf219169ea45e3" /><Relationship Type="http://schemas.openxmlformats.org/officeDocument/2006/relationships/notesMaster" Target="/ppt/notesMasters/notesMaster1.xml" Id="R81bdf474afec4f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2dba372b8564f94" /><Relationship Type="http://schemas.openxmlformats.org/officeDocument/2006/relationships/notesMaster" Target="/ppt/notesMasters/notesMaster1.xml" Id="R0ef5cd23006e45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0acb647b67d48c3" /><Relationship Type="http://schemas.openxmlformats.org/officeDocument/2006/relationships/notesMaster" Target="/ppt/notesMasters/notesMaster1.xml" Id="Rc20e348a5cb2441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2c5f96a5d8c4a73" /><Relationship Type="http://schemas.openxmlformats.org/officeDocument/2006/relationships/notesMaster" Target="/ppt/notesMasters/notesMaster1.xml" Id="R5693491e5cd84df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258f956db17404a" /><Relationship Type="http://schemas.openxmlformats.org/officeDocument/2006/relationships/notesMaster" Target="/ppt/notesMasters/notesMaster1.xml" Id="Rbcbc7799063440d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97e671b6b97475d" /><Relationship Type="http://schemas.openxmlformats.org/officeDocument/2006/relationships/notesMaster" Target="/ppt/notesMasters/notesMaster1.xml" Id="Raad006611c1347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992ef8f4ed44e74" /><Relationship Type="http://schemas.openxmlformats.org/officeDocument/2006/relationships/notesMaster" Target="/ppt/notesMasters/notesMaster1.xml" Id="Ree7fc9eabb5f41f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cd9aa2d3435417a" /><Relationship Type="http://schemas.openxmlformats.org/officeDocument/2006/relationships/notesMaster" Target="/ppt/notesMasters/notesMaster1.xml" Id="Rd12ebe8b280e451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319e745e6394663" /><Relationship Type="http://schemas.openxmlformats.org/officeDocument/2006/relationships/notesMaster" Target="/ppt/notesMasters/notesMaster1.xml" Id="Rab3cd686fb5a42a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3a4df1b768a4648" /><Relationship Type="http://schemas.openxmlformats.org/officeDocument/2006/relationships/notesMaster" Target="/ppt/notesMasters/notesMaster1.xml" Id="R0b0a4f4e3110424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497170191964df9" /><Relationship Type="http://schemas.openxmlformats.org/officeDocument/2006/relationships/notesMaster" Target="/ppt/notesMasters/notesMaster1.xml" Id="R64fe04aad3fa4bf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35732df54ec43d6" /><Relationship Type="http://schemas.openxmlformats.org/officeDocument/2006/relationships/notesMaster" Target="/ppt/notesMasters/notesMaster1.xml" Id="Rd0d748a532404ce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ccda937aa4e49f4" /><Relationship Type="http://schemas.openxmlformats.org/officeDocument/2006/relationships/notesMaster" Target="/ppt/notesMasters/notesMaster1.xml" Id="Rf26e2b9bb03d45c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31a18018d6a46ab" /><Relationship Type="http://schemas.openxmlformats.org/officeDocument/2006/relationships/notesMaster" Target="/ppt/notesMasters/notesMaster1.xml" Id="Rbe840da6f26e495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ca4e4b7af8c4599" /><Relationship Type="http://schemas.openxmlformats.org/officeDocument/2006/relationships/notesMaster" Target="/ppt/notesMasters/notesMaster1.xml" Id="R70f6ced317af435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77aaaf3c47c4de7" /><Relationship Type="http://schemas.openxmlformats.org/officeDocument/2006/relationships/notesMaster" Target="/ppt/notesMasters/notesMaster1.xml" Id="R9ed86bd2e9ac45e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8b4b11612394fd4" /><Relationship Type="http://schemas.openxmlformats.org/officeDocument/2006/relationships/notesMaster" Target="/ppt/notesMasters/notesMaster1.xml" Id="R3d2b3bcc428345f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4619ac4c440420a" /><Relationship Type="http://schemas.openxmlformats.org/officeDocument/2006/relationships/notesMaster" Target="/ppt/notesMasters/notesMaster1.xml" Id="R6d41870d2f9e4ef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dccacd040974c2b" /><Relationship Type="http://schemas.openxmlformats.org/officeDocument/2006/relationships/notesMaster" Target="/ppt/notesMasters/notesMaster1.xml" Id="Rca48c9f42020487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a8ac9dcb7e34ecb" /><Relationship Type="http://schemas.openxmlformats.org/officeDocument/2006/relationships/notesMaster" Target="/ppt/notesMasters/notesMaster1.xml" Id="R8c27f16beb33476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e5043efe7714572" /><Relationship Type="http://schemas.openxmlformats.org/officeDocument/2006/relationships/notesMaster" Target="/ppt/notesMasters/notesMaster1.xml" Id="R8c32f83742cd4ad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bcea10a60bf4881" /><Relationship Type="http://schemas.openxmlformats.org/officeDocument/2006/relationships/notesMaster" Target="/ppt/notesMasters/notesMaster1.xml" Id="Ra5b778944a55479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8c6b94faf674f8d" /><Relationship Type="http://schemas.openxmlformats.org/officeDocument/2006/relationships/notesMaster" Target="/ppt/notesMasters/notesMaster1.xml" Id="R6744d53c7e2e4a54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b74fc5f90364d9f" /><Relationship Type="http://schemas.openxmlformats.org/officeDocument/2006/relationships/notesMaster" Target="/ppt/notesMasters/notesMaster1.xml" Id="Rd4ac0d66060b402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1380f09b35949cd" /><Relationship Type="http://schemas.openxmlformats.org/officeDocument/2006/relationships/notesMaster" Target="/ppt/notesMasters/notesMaster1.xml" Id="R1b911b98b2a5480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c8838f76ea44b94" /><Relationship Type="http://schemas.openxmlformats.org/officeDocument/2006/relationships/notesMaster" Target="/ppt/notesMasters/notesMaster1.xml" Id="Re558ae5312af4e0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5eda61c59644d26" /><Relationship Type="http://schemas.openxmlformats.org/officeDocument/2006/relationships/notesMaster" Target="/ppt/notesMasters/notesMaster1.xml" Id="R7bec65ef516343c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e419f0ea36c4dfe" /><Relationship Type="http://schemas.openxmlformats.org/officeDocument/2006/relationships/notesMaster" Target="/ppt/notesMasters/notesMaster1.xml" Id="R83eede9a65c042b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79fb50631ec4648" /><Relationship Type="http://schemas.openxmlformats.org/officeDocument/2006/relationships/notesMaster" Target="/ppt/notesMasters/notesMaster1.xml" Id="Rda2c093ce62a479d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6f90206322f42e1" /><Relationship Type="http://schemas.openxmlformats.org/officeDocument/2006/relationships/notesMaster" Target="/ppt/notesMasters/notesMaster1.xml" Id="R85bcf92ab92b40a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ed531d5a4a674a03" /><Relationship Type="http://schemas.openxmlformats.org/officeDocument/2006/relationships/notesMaster" Target="/ppt/notesMasters/notesMaster1.xml" Id="R97006d4390ef42a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bd42ba909244507" /><Relationship Type="http://schemas.openxmlformats.org/officeDocument/2006/relationships/notesMaster" Target="/ppt/notesMasters/notesMaster1.xml" Id="R3cd75db7d28a40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e0c95a2ad144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ee34dafb7d4ae8" /><Relationship Type="http://schemas.openxmlformats.org/officeDocument/2006/relationships/slideLayout" Target="/ppt/slideLayouts/slideLayout1.xml" Id="R9758abe756b342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58abe756b342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c1ded87f14ca7" /><Relationship Type="http://schemas.openxmlformats.org/officeDocument/2006/relationships/notesSlide" Target="/ppt/notesSlides/notesSlide1.xml" Id="Racbc51d7f6d043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5f06eb34049ba" /><Relationship Type="http://schemas.openxmlformats.org/officeDocument/2006/relationships/notesSlide" Target="/ppt/notesSlides/notesSlide2.xml" Id="R4efbac03e8dd46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c3d2d08ea4f8f" /><Relationship Type="http://schemas.openxmlformats.org/officeDocument/2006/relationships/notesSlide" Target="/ppt/notesSlides/notesSlide3.xml" Id="R690649da771e44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b4d9831094f39" /><Relationship Type="http://schemas.openxmlformats.org/officeDocument/2006/relationships/notesSlide" Target="/ppt/notesSlides/notesSlide4.xml" Id="R93813cd6b0604c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b5de56cac4d1f" /><Relationship Type="http://schemas.openxmlformats.org/officeDocument/2006/relationships/notesSlide" Target="/ppt/notesSlides/notesSlide5.xml" Id="Re9d35f86978744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14f8bacb644c9" /><Relationship Type="http://schemas.openxmlformats.org/officeDocument/2006/relationships/notesSlide" Target="/ppt/notesSlides/notesSlide6.xml" Id="R6e32e25c105345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752e38f774585" /><Relationship Type="http://schemas.openxmlformats.org/officeDocument/2006/relationships/notesSlide" Target="/ppt/notesSlides/notesSlide7.xml" Id="Ra621ed0df8d944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491534e6841cf" /><Relationship Type="http://schemas.openxmlformats.org/officeDocument/2006/relationships/notesSlide" Target="/ppt/notesSlides/notesSlide8.xml" Id="Rf1009460030046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e789cbe7245a9" /><Relationship Type="http://schemas.openxmlformats.org/officeDocument/2006/relationships/notesSlide" Target="/ppt/notesSlides/notesSlide9.xml" Id="R1f0e69788f3842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fc2560ac4441b" /><Relationship Type="http://schemas.openxmlformats.org/officeDocument/2006/relationships/notesSlide" Target="/ppt/notesSlides/notesSlide10.xml" Id="Rff2e2d4074f74f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cfb513a3b4367" /><Relationship Type="http://schemas.openxmlformats.org/officeDocument/2006/relationships/notesSlide" Target="/ppt/notesSlides/notesSlide11.xml" Id="R0428fb326b334e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c637a5b854ed4" /><Relationship Type="http://schemas.openxmlformats.org/officeDocument/2006/relationships/notesSlide" Target="/ppt/notesSlides/notesSlide12.xml" Id="Rccc37457b65243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55e611b6a43a7" /><Relationship Type="http://schemas.openxmlformats.org/officeDocument/2006/relationships/notesSlide" Target="/ppt/notesSlides/notesSlide13.xml" Id="Reca3e3ab43d94c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5facd8c7524bfa" /><Relationship Type="http://schemas.openxmlformats.org/officeDocument/2006/relationships/notesSlide" Target="/ppt/notesSlides/notesSlide14.xml" Id="Rb445aea38968426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1ff6f12f74ad1" /><Relationship Type="http://schemas.openxmlformats.org/officeDocument/2006/relationships/notesSlide" Target="/ppt/notesSlides/notesSlide15.xml" Id="Rdd1941d438c147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d465919ac413a" /><Relationship Type="http://schemas.openxmlformats.org/officeDocument/2006/relationships/notesSlide" Target="/ppt/notesSlides/notesSlide16.xml" Id="R65d11bf4ea3e4b3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5a89e53034c9b" /><Relationship Type="http://schemas.openxmlformats.org/officeDocument/2006/relationships/notesSlide" Target="/ppt/notesSlides/notesSlide17.xml" Id="R20670e486756435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631cbb9d64ef7" /><Relationship Type="http://schemas.openxmlformats.org/officeDocument/2006/relationships/notesSlide" Target="/ppt/notesSlides/notesSlide18.xml" Id="R8f3abbe7729b4ca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9ab522cef4a9e" /><Relationship Type="http://schemas.openxmlformats.org/officeDocument/2006/relationships/notesSlide" Target="/ppt/notesSlides/notesSlide19.xml" Id="Rd6b7e7b670cc41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a4ea7b14b4916" /><Relationship Type="http://schemas.openxmlformats.org/officeDocument/2006/relationships/notesSlide" Target="/ppt/notesSlides/notesSlide20.xml" Id="Rae982575bb7d4fc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e457b0025400d" /><Relationship Type="http://schemas.openxmlformats.org/officeDocument/2006/relationships/notesSlide" Target="/ppt/notesSlides/notesSlide21.xml" Id="R0ec1ad634aaa4b4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ba6c8bdd74403" /><Relationship Type="http://schemas.openxmlformats.org/officeDocument/2006/relationships/notesSlide" Target="/ppt/notesSlides/notesSlide22.xml" Id="Rb2f7950936174a5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356456a684305" /><Relationship Type="http://schemas.openxmlformats.org/officeDocument/2006/relationships/notesSlide" Target="/ppt/notesSlides/notesSlide23.xml" Id="R9711065007bc4a3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5fd4dcaff4335" /><Relationship Type="http://schemas.openxmlformats.org/officeDocument/2006/relationships/notesSlide" Target="/ppt/notesSlides/notesSlide24.xml" Id="R4f3a95bf13b74eb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c94ae0d6d4a6e" /><Relationship Type="http://schemas.openxmlformats.org/officeDocument/2006/relationships/notesSlide" Target="/ppt/notesSlides/notesSlide25.xml" Id="Rd394dc3549494f7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c975e9c2f4417" /><Relationship Type="http://schemas.openxmlformats.org/officeDocument/2006/relationships/notesSlide" Target="/ppt/notesSlides/notesSlide26.xml" Id="Ra6cdb4a89adf430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302bf0a2943a8" /><Relationship Type="http://schemas.openxmlformats.org/officeDocument/2006/relationships/notesSlide" Target="/ppt/notesSlides/notesSlide27.xml" Id="Rc7d3386cb60045f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cdd0e75f24d7e" /><Relationship Type="http://schemas.openxmlformats.org/officeDocument/2006/relationships/notesSlide" Target="/ppt/notesSlides/notesSlide28.xml" Id="Rc2dbde4b3aa842e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6517446cf4593" /><Relationship Type="http://schemas.openxmlformats.org/officeDocument/2006/relationships/notesSlide" Target="/ppt/notesSlides/notesSlide29.xml" Id="Ree1bd27ad784444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da119025b4175" /><Relationship Type="http://schemas.openxmlformats.org/officeDocument/2006/relationships/notesSlide" Target="/ppt/notesSlides/notesSlide30.xml" Id="R9f32e379f8fa44b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7e912932a4f3b" /><Relationship Type="http://schemas.openxmlformats.org/officeDocument/2006/relationships/notesSlide" Target="/ppt/notesSlides/notesSlide31.xml" Id="R7056ace2878a4fa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cc84f1b7145f3" /><Relationship Type="http://schemas.openxmlformats.org/officeDocument/2006/relationships/notesSlide" Target="/ppt/notesSlides/notesSlide32.xml" Id="R4e2445b2c8774b0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95d3ddd144856" /><Relationship Type="http://schemas.openxmlformats.org/officeDocument/2006/relationships/notesSlide" Target="/ppt/notesSlides/notesSlide33.xml" Id="R82791327acff4b0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1af0416634811" /><Relationship Type="http://schemas.openxmlformats.org/officeDocument/2006/relationships/notesSlide" Target="/ppt/notesSlides/notesSlide34.xml" Id="R24b1f20965bd4fa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e77592cc845dc" /><Relationship Type="http://schemas.openxmlformats.org/officeDocument/2006/relationships/notesSlide" Target="/ppt/notesSlides/notesSlide35.xml" Id="R867eda0f56914d1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83bb36a0a4130" /><Relationship Type="http://schemas.openxmlformats.org/officeDocument/2006/relationships/notesSlide" Target="/ppt/notesSlides/notesSlide36.xml" Id="R668e6c232361440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55b50b3fc4d3f" /><Relationship Type="http://schemas.openxmlformats.org/officeDocument/2006/relationships/notesSlide" Target="/ppt/notesSlides/notesSlide37.xml" Id="R3a4b6584b168494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5f4517f964f94" /><Relationship Type="http://schemas.openxmlformats.org/officeDocument/2006/relationships/notesSlide" Target="/ppt/notesSlides/notesSlide38.xml" Id="R81af1065acfc4d2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4bf3d23f64355" /><Relationship Type="http://schemas.openxmlformats.org/officeDocument/2006/relationships/notesSlide" Target="/ppt/notesSlides/notesSlide39.xml" Id="Rc0dbcdbed4b241c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b0c9ffc6454162" /><Relationship Type="http://schemas.openxmlformats.org/officeDocument/2006/relationships/notesSlide" Target="/ppt/notesSlides/notesSlide40.xml" Id="R2498baa426e54e8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23963799d43e1" /><Relationship Type="http://schemas.openxmlformats.org/officeDocument/2006/relationships/notesSlide" Target="/ppt/notesSlides/notesSlide41.xml" Id="Rdc56f08bd1a5442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b878499ae4a18" /><Relationship Type="http://schemas.openxmlformats.org/officeDocument/2006/relationships/notesSlide" Target="/ppt/notesSlides/notesSlide42.xml" Id="R86b136f294f74dd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19180416914cb4" /><Relationship Type="http://schemas.openxmlformats.org/officeDocument/2006/relationships/notesSlide" Target="/ppt/notesSlides/notesSlide43.xml" Id="Rfd5c551b087b48e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734634d2140aa" /><Relationship Type="http://schemas.openxmlformats.org/officeDocument/2006/relationships/notesSlide" Target="/ppt/notesSlides/notesSlide44.xml" Id="R7813594aaa3f4fe1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0aa39e5a740f5" /><Relationship Type="http://schemas.openxmlformats.org/officeDocument/2006/relationships/notesSlide" Target="/ppt/notesSlides/notesSlide45.xml" Id="Rd2c39fa4904b409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f1ddc4809441e" /><Relationship Type="http://schemas.openxmlformats.org/officeDocument/2006/relationships/notesSlide" Target="/ppt/notesSlides/notesSlide46.xml" Id="Rd844a6c28d19425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b970bcd484348" /><Relationship Type="http://schemas.openxmlformats.org/officeDocument/2006/relationships/notesSlide" Target="/ppt/notesSlides/notesSlide47.xml" Id="Rd0bae7cd727244d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2dbfa9b434675" /><Relationship Type="http://schemas.openxmlformats.org/officeDocument/2006/relationships/notesSlide" Target="/ppt/notesSlides/notesSlide48.xml" Id="Re447c730f7f8412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623e76cfd4b0c" /><Relationship Type="http://schemas.openxmlformats.org/officeDocument/2006/relationships/notesSlide" Target="/ppt/notesSlides/notesSlide49.xml" Id="Ra7c81c6253764a4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8461542e54ffd" /><Relationship Type="http://schemas.openxmlformats.org/officeDocument/2006/relationships/notesSlide" Target="/ppt/notesSlides/notesSlide50.xml" Id="R583774c11d01467a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b0a5424d04b0f" /><Relationship Type="http://schemas.openxmlformats.org/officeDocument/2006/relationships/notesSlide" Target="/ppt/notesSlides/notesSlide51.xml" Id="R0823578e07d44997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a4a866ec84081" /><Relationship Type="http://schemas.openxmlformats.org/officeDocument/2006/relationships/notesSlide" Target="/ppt/notesSlides/notesSlide52.xml" Id="R205f92e186d7492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966a20e684305" /><Relationship Type="http://schemas.openxmlformats.org/officeDocument/2006/relationships/notesSlide" Target="/ppt/notesSlides/notesSlide53.xml" Id="R687300f71f7c40b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494641-5DDD-43C8-B836-062D540A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888005-802A-4B6B-9105-65B0CB3E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5D79B-ED88-4D3E-9F0A-D75771F1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953E7-DD8B-470E-95AE-69BB1968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27AC7-6365-44AE-AB27-5E45DF31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презентация для обсуждения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BF4B9-0BC6-48CC-BF36-0A4FEDAC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657941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713D4F-778B-4AA8-928A-6EBABF03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35184-0F1B-48E3-BF60-F1A7A7D5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2B976-55E8-4D97-9785-535037D2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637C3-C583-42FF-B7C2-1ABF478B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11479-29C2-41F3-B443-1CF3AFAF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Короткий ответ: что мы строим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5F171F-91F9-4F7D-9C8D-E2859ACB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850AE-977C-4EA2-A434-0CA470B1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058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A62AC-7828-474F-B15B-E7F935F7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9525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 — это персональный weekly visual self-guidance продукт: пользователь вводит дату рождения и текущий запрос, получает прогноз недели, проходит daily episodes и видит, как меняется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6DDAD-E4A7-4ECC-8AC9-0FBC3AAB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E037C4-6C54-4FFF-A054-D5DE3BA8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Что продаем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F4E1CF-B2CB-4164-8072-E3EA9AAF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647950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“астрологию”, а понятную неделю: смысл → действие → визуальное изменение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84D3F-E93F-4A74-96BF-97F9938C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476500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C31792-FB5E-4BD6-80AE-77319D0A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47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Почему сейчас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EF6AD-2264-4113-A85F-F55F06F4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47950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personal guidance, daily wellness, AI companion и visual 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DC41F-6872-44E6-9BC5-590C74FC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1D1D9-1D20-4EFB-8FA0-E3F8B892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Что в MVP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8252BD-551F-4E5D-884F-A279FB00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029075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forecast, daily card, action/reset, Life Canvas, Plus paywall, один video-token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CBED34-E560-490A-BA50-2A8C2E9B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A9C6F-0F33-4DDA-8C02-6A3E43A8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0290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Главный риск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8E6B4F-109B-4287-8018-AFB2CA17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29075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должен понимать: Canvas изменился из-за моего действия, а не случайной генерации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7C617D-3E7C-4FE6-906E-40E33FF3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67350"/>
            <a:ext cx="7886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9B85E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0BDCB2-9E8A-4537-92E4-A9073CAA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81650"/>
            <a:ext cx="756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не спорить о рынке, а проверить loop на 30-50 пользователях.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9F6384-70E0-4058-836F-2A198BDC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780913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328B78-1E2C-44D2-AE47-9AB352D6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F7F6A-2600-48D1-92F5-845D4594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8B34-D7F3-468F-8083-79342994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4FE30-F611-48B6-95B5-0CC74CAD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57D97-C397-44AF-A030-49AF5B9A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Компас показателей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ED22C-BD96-41C6-B9CD-7B79AC21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E0CE3-C4C5-4577-AB2C-EEB3C26B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8110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каждом финансовом или рыночном слайде важна не сама таблица, а показатель, который меняет решение.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F774E-3FBF-40E3-9D38-57E3C9FD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EB382-B9A3-413C-8449-7C5B7B07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756A3-4332-4B6D-B95C-2E989816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7645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Возврат D1/D7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Понимание Canvas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96FB9-32F5-482B-BF23-DCFB05CC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понимает ли человек ценность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9C139-0BC6-443B-A046-47B40CA8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0500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63E3E-335E-419C-8DB8-BEE74514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574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Деньги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9B1DF-11E0-404C-A0E5-6DEC911A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интерес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в оплату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 на пользователя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7C51A9-9EFE-4F6E-A40D-C029FEE1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38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платная модель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59947-2798-45D6-9E17-823B47D7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9758F5-CCFF-4E37-9D5C-DCE7D929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Себестоимость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F0B69-A84A-4CFA-895A-D938E089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 free-user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 платящего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E95FFB-7F6B-4DE6-98B6-23A9913D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съедает ли AI маржу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3A70B-B351-4D56-B53A-E8E535C3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1475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2907A1-FDF5-4A1A-8CB2-CC0FFBFC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Рост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577589-0A79-4E6D-8A73-70DB202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регистрации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активации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Доказательство от авторов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8CE5A3-B0E5-40CA-8223-A60455AA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482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приводить людей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11A885-CF7F-4A71-9F36-F2275D09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762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9B85E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1EE182-6FF1-4444-B399-8049CDDE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734050"/>
            <a:ext cx="714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Каждый блок ниже читается через один вопрос: какой показатель меняет решение по продукту?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DB4445-8126-436E-A292-1A0BDD49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508895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A06AD7-6D93-4803-AA57-DCFB52E2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3982C-4130-45C5-BC34-3959C9DD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16C2E-435F-49E8-88CC-C856699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F0BDC-2AEE-43F2-83D2-047982F9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AB059-58F9-4B3B-934B-F18853DC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6BADB-141C-438F-8B38-1A5B9343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40CAD-9CA1-440B-9151-ED1CB4AB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0C7DF-4485-42A1-998E-5A31FE6D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3BA7F-7CB1-4291-9A01-41CE3B22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D652F-6E3B-4D9F-9D23-22483DF8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03AAEB-9697-457C-890A-741637C0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76CE6-521D-49D6-A3CE-6EF1B09A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65D6FE-61DB-436C-9097-43FCC161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39CE41-C99A-4EFF-AAAC-834AB815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C0D8F-5E82-4B56-89F2-9F60B2C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F2B135-B2E9-4048-A4D4-AE24B3A0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EF45C-7571-4E0A-89C7-8F673A29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F1EBB4-DDEC-4FCC-B915-703E6D72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A6190A-7652-45FE-B87C-6C856AE0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E11F16-A2AB-4689-9D3B-D5A1708E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EB421-61E3-4C6A-BD5A-32FED248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7AB7EE-3715-474E-A85A-EA8D4570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2F0764-AA6C-4A75-89E8-466A0548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C8D1F4-334E-47F1-BEBC-2B548FA5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A6C6D0-381F-4E5A-BE98-42FE96AA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2C1A7D-D772-4B9A-AF3D-18F2665D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30A205-4FE2-4645-8000-8315F7D8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5F3FA8-E7D0-4E42-99F9-3ABE9836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1547631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65701C-1DAA-42FF-AA20-8A535B9E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D3480-EC9D-489E-B9E4-4AFAAA93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215C4-08B9-4E87-8F83-1C5099F0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DC6E8-E13F-427C-9628-BBB8F8C2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A4A94-FEAF-48D6-89FC-2A96F3E8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CCA8C-5889-4B33-83AB-649B355D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C65BF-0BBB-4440-91C0-EA43B291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423E2-C10D-41C3-86F2-1E0593EF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63F52-6652-449A-852C-64E9C5F7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8736C-B474-45C0-A3A7-ED9839E6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CD872-0677-457F-9486-E416024F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1A319-CB6E-40BF-AECD-1ACE04E4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2AB7F-74A4-4C9B-90F9-42E310BB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5448D-1723-4515-B615-66FB3E7A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4237E5-195A-4481-9EFD-B3A80506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1B1B4-AF32-4F1F-98BA-3C67DEE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81DC5E-E968-4570-B898-CEE8AA68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6E41F-F920-4D2B-8F95-674490BD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1892C-B6A3-492A-81F4-442DB03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91DBE7-B06B-4556-9D93-252D7545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641057-0884-46B8-8423-C7CDEF03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B4CFB-A2F6-4752-A75C-2FD81833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BF88F7-822D-4E09-BCF7-B3992411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357029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F676A8-CAEC-4A62-8B96-69D491C6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01E21-0568-4D5E-B4BD-482D50AD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251813-B500-4214-B87A-5D2FEF62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E9043-3814-4FA2-95D5-0F4D0D59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6EF86-D5A3-4388-B93B-3EA573D4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Пользовательская проблема → ответ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82EC42-0526-4282-ADD2-649C26D4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7E14C-0EA7-49EB-9AC6-0D1D5B76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сейчас болит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6231B-A854-445E-8DC7-09D95FCE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34B5C8-98D8-4772-B889-9789C679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Гороскопы дают смысл, но часто звучат общо и не ведут к действию.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BA6A4-FA2F-4A85-B2C1-D90154FC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6D9EC7-575D-4378-A33F-791A0382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дает ритуал, но не объясняет личную неделю пользователя.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FDCE25-5E1E-45CC-8929-4B6F2732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586861-EBEE-4658-B391-8B0CE3C6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умеет помнить, но не превращает неделю в понятную структуру.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3092D-07F0-478B-8758-046F7B76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EF2FDA-CFEB-47C8-BD31-4303A6CE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Avatar/video tools дают вау-картинку, но она часто не связана с поведением.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A03B27-1712-4A27-81FA-2907B59C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должна дать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5963B-DCED-4879-9A7F-BC633294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69C7AC-80F6-4AB5-AC32-C1010763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прогноз недели на основе birth data и текущего запроса.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C5551C-37DF-40E7-AACC-6FFE8C1B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CDF79F-F3D6-457C-A371-3D1800CE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episode: один фокус дня, одно маленькое действие, один reset.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5AE932-176E-467A-A8B6-153CD423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30AF5-0781-4F3D-A0FF-66E5DDA4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Canvas: визуальная картинка меняется не случайно, а по причине.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719184-841D-44A7-AE6C-69AB5CCA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4F1C26-289C-49B8-9475-B5137723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recap/video: неделя ощущается как серия жизни, а не набор карточек.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BC8D9C-2AE3-4DFA-BEDF-E86DA60C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0D6700-2F6A-4E7E-BD21-3461DAF5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Ассистент с памятью: пользователь чувствует продолжение, а не новый чат с нуля.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A333BA-E700-46FA-886A-A1C39D2F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FA772-30F5-43F5-831D-32D73E7F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78231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BC5FCE-DC02-4FE3-9EB6-540D387D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5FFA0-91F5-4EA0-A734-CBB18EB4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C1109-AA81-4AD6-9B2B-9A78CAAF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20131B-E139-4FC8-B0C6-C0CDB5EF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38DDB-2BC4-4949-9578-B6DAE929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Финальная формула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58DCF-2C0B-4EAD-A174-C7DA2563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00499-A127-45D7-967C-B80F0CF6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Финальная формула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8B790-C007-499D-B3D1-C96B0BCB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weekly visual self-guidance app: пользователь вводит birth data и текущий запрос, получает прогноз недели, проходит daily episodes и видит изменение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1D802F-9F6D-450D-9AD6-089BCBBB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принцип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AFF25-9DCA-4788-87A3-47E5500F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 не продает “предсказание судьбы”. Он продает структуру недели: понять состояние → сделать действие → увидеть изменение → вернуться завтра.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299D98-875E-424F-8CA1-F36A2BF1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внутри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20F3A-7E54-4B84-B29A-8621D9D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weekly season, daily action/reset, image-first Life Canvas и редкими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6FACF-8621-434E-A6D7-F73F8E1A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отличает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3A200-D09B-4A9B-832D-29E4B2DC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 конкурентов смысл, ритуал, AI-память и визуал часто живут отдельно. AURA соединяет их в причинную петлю.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780334-097A-4382-B3B8-202E21E8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не делаем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6F33F-DF6A-48B7-B569-EC500E4C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безлимитный AI-video generator, социальную сеть или marketplace экспертов в MVP. Сначала доказываем loop.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B62A1-90F0-45AB-9173-9828A521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Критерий жизни продукта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5D9EE3-964F-417B-B7EE-9BA197FB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может объяснить, почему Canvas изменился, AURA имеет шанс. Если нет — это просто генератор красивых картинок.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8B7A94-997F-4CC9-AD5D-7AD8A6EE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8670043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7F1264-FB8B-4523-B0ED-2712E78E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2B6994-6220-42C3-BD5E-32C4D199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23E94-FE93-4BCE-B94D-F63A3DD2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93143-B2C2-48C0-BEF1-16B136FD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47C39-10E6-4ED0-9D0A-7F611D3B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D3777-5680-4399-8535-3B1CAA39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EE2BF-3C68-46BB-92AB-71926BB1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FB4C1-3D57-4A62-B214-65B26A23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EE04AA-1D91-4DA0-9CB4-C0FD2683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21E4B-FA3F-4B23-BA8D-2BB74088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28BA5-31B4-466C-90F1-A3EA99B7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514452-F001-451D-A5DF-B02355D3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2D1DE-0892-4CD9-A724-25B81E17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B663D-A2BD-48D3-89AD-1F13AB7C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40E9F2-9F0C-49C9-91F4-DC6B7C61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23E65C-42F3-45EE-9878-1AF8956B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A72F6-8624-40B3-8ACB-53EC12E4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5BD646-1379-4627-9E28-881705F3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389F27-A4CD-4AEC-8663-4113DD06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71ACA-68D2-4E57-A944-5D421653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762FFA-F3A1-4862-8835-81E7F9ED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693ED-E51C-40CD-AF84-D1015C4F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61ACE1-AFD8-4ABA-A8CF-E1680870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FE0CCE-A6A5-4C02-8870-91FDDE75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5848227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9E06A0-C322-47EE-8E90-E7FFFEAA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7C0DE-8BBE-408B-838B-EEF57718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980B7A-F453-4200-A489-E3385F01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C180E-7318-4431-B605-5F5C36CE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EBC44-1AB4-4FE1-A3F3-A22E2CEA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79561-DC6C-4B2C-B6CC-3C856DB6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7D9C5-770F-4303-A317-2987E43B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D5C2DB-92FB-46E7-930D-00428503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CE5D9-125B-4347-8161-EF73670F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C97939-C2E4-475C-A624-B2930CD3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8344E-D8F0-4F03-AD11-07D4D97F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252A3-4DB7-4568-A78A-FEC8E5C4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829EE-9E79-4C3A-99A9-3DE48CE0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577547-B9B9-4A31-98F6-7ADCDCC9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F0D33-3505-4185-9931-EE8ED2EE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5516B-16B2-455A-BC2D-99F07320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CF510-3C96-4DD1-9491-3730B9E2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5CE410-D6DB-4F13-903A-2ADE62A3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8F797C-3583-4724-884A-A0C60BA8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1AFCA-FCA8-4683-85D2-7C48DDBA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3C34F-47C6-451D-BC5A-E441AF10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B6B04D-6881-4F2D-A846-35B9A246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B7D38E-EB5E-458B-A61B-E7AB7F0D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EF88E0-E440-4D21-9F32-4892A576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F40551-7216-421F-BED3-56A22D05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6740075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DCD97C-E4A0-4DD4-AA58-ED653848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15989-9BC7-4F01-832F-F677122A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E3C13-A882-4DD0-B969-99CB20C4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0146D-136D-485E-85C1-BDBBF8C7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0BFF0-B32E-4EE8-9484-12CEE295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D202B-E0E5-4001-A305-1F879FF0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818A0-C698-4FCC-AE72-0C0CCAAA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74B056-5521-4B21-A656-3568682C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7D713D-DE12-45A2-9C00-82951342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F7046-1D6D-46C7-808D-B1603022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3CD1C-5005-4B6A-BF32-7F42DC4B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ED177-B471-48A4-A31C-081D0607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63EF7-FF8E-4CDF-AD23-CB7D03B9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579D5-B353-4DAC-B08D-580A45BD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BE6FF6-2713-4982-AF4A-C59915DC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B849C-0B22-4E3D-ABD8-04D29E52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351D8-7183-42E3-B758-C285E829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81596-C61F-408B-A268-090106C9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B85AA3-70D9-4DEA-9614-483B083C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725358-D1A4-4909-8A57-E247F5DA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25DAC-140B-4F85-A0CA-9B53F2A2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EC49CF-5906-4DFD-9F85-BC444DC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077968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7975CF-50A7-45D0-87D7-D48C551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88CBF-DABA-4404-823A-4C9D4EC5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1B970-3E53-4C68-8FA1-348606B2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F7B80-3D99-452C-80F6-F1D32DA8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20D79-A42B-4560-AB10-38651B1E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BE74AB-C085-48E0-B8EF-9EFA8C8F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BE201A-24A0-4AFC-A164-61A47C6C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ABC67-A7CA-45C6-AF6A-0A5DE5F1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5EF2E5-28D1-4804-BF27-AA4FA9FB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DF014-4314-4DA1-A323-979853C6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AA8A9-B539-467C-B87C-9B36C6A1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EFF5E-3E0E-426E-B57D-B63E3E65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950CA-9F30-464D-82E7-D514EA24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3E4017-7DA0-49D1-B6F3-02F89DEC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D72954-00B9-4108-BF8F-CC50861C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2F23E-7FAB-46C1-AE94-1BA9B6BB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A99DC-9DAC-4A07-A507-1F753D18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38C6BB-BBCD-4FB1-BF43-53164233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69C7D-B67B-4BDA-B546-4BB88253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90DBB4-518B-4CF0-90F9-0EC426BB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28EA43-BAA2-4258-92D7-CC90A4BE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3B5A72-2E99-4EC7-A03E-C55CAA69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E7F5D-97BC-43FA-9DA4-37EAEED9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1D79B0-B2F7-4B04-BBEF-21449F2C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329B41-6491-4691-BED1-68739203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A7237C-FF41-4E18-9DCF-206A68C2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FC7593-3317-4F7D-A9C5-29894A02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425F8A-4FB0-4FC5-B6DE-3CFEE161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D0A4C8-851C-4CEB-814D-2A1142DA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0117135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44DE2B-FECE-4975-BF44-C1C81CCA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F9414-8667-4CBF-A752-43DA2C0C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81674-46EA-413A-A496-BD423D14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A1A42-7766-4FA1-8564-22D79628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9FEA4-8A43-4FB0-BCA2-5A51CC5F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C1A04-B93E-4293-BABE-E67B92BC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A5ED9-F6FB-415F-84EA-14C35793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494F0-1508-4A11-8514-B68C21F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EF639-1A8D-4A60-871A-DF796921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AC0D7-FC77-4DF4-8AAB-566FA3BD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EE9CB-D136-4B22-AF47-A54521AE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537F16-E1CB-472B-99C3-7BC24F8E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9DD765-77F5-499E-9D0C-E2A78469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5F4051-2F86-48A3-B7CA-7E03A745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A16E5B-8BBE-4D2C-992D-D18E058D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286A2-C588-4762-A099-0AF8111F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B27718-3656-463D-B257-2E8A7496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A2262-8E20-439A-89C3-B669304B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80DF1E-9D0F-419D-AE80-BD094404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2A2EF-D54F-4669-8F12-8FB3B477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47C6E1-B8A2-4E51-8080-72564A2B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9F7E5-79FB-4569-8D35-516DA5C0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A5194-776F-47CD-A752-87F507EE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B9986-0A84-4217-8ABB-327A47E9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ED684C-F7EF-48E7-BCFF-1F75A9F4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F42633-9E5C-455F-B474-07B11931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7F7185-D58F-4063-945F-774E2C33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4B8D0C-3C87-464C-BC7F-23D2F1A8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74957F-239F-4378-A3AA-83A84624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1351AE-A5F5-455B-BBD1-26E55DB1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741C79-A76C-42CA-AA3E-ECE82084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71D9E8-493F-4F2D-AC55-2F6A0CF2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43577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C70092-2FFD-4E8B-AA4D-3F5B317B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6A27D-23BD-406A-84AA-78159121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FCC66-E12D-42B3-8B02-B1AD51F2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E8E39-7113-49DD-8328-B34A8863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EF1F4-B166-4673-B23A-D31D4D4E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A002C-AE90-48D0-B7EE-7194D1DF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A4C09-0557-48FA-AC87-70EC64AD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FCA2F-4C14-4508-986D-66E55322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E45778-C1B8-49C7-B66C-6AFEF8EC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D2238C-7F4B-4CE7-BBD7-73AD0B23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0BE8D-703C-4EE5-8318-A8DE8FC6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DA84A3-DD96-4CA9-B8F3-7025E0CC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F4042-D58B-4204-AA20-15CA65F0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5D5D6-9EAB-41CE-9D98-691F0BBF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13D9BF-3BAA-444C-8AF1-5280B500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B8B9B-D818-454C-8907-117BE7CF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D90C62-4DD6-4D85-A126-8356D9C0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B3BDA-2B1C-4104-A758-48626BDE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2D63D3-B060-40F5-8988-D1E9DB2A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AD05FE-D8E6-4B1C-AA47-706112BC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CB49EE-0A6F-4234-B176-20D8FB5E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86AFF8-DE64-4A5C-A31B-EB34391D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6C44C-51ED-4774-B675-519DB222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71116E-BFFA-4E5A-88A8-418E3B32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0226C7-8037-4C26-A9B6-22842C1C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B3697D-280B-4A63-A0FC-BB20BA31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5B89D0-14DF-4FFC-AA1E-2965BF56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18535D-0228-46FF-A53C-2F13DD79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526276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5DA7EC-EA30-4A4F-805A-258FB03C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824D4-D2E5-4DAB-9D36-52C61939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BE6BC-B067-4691-936E-F09C596C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8E5D5-E8AA-4D71-BDD3-418C5B3B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ED681-6326-4DA8-BF70-BA84F315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9E83D-201B-48EE-A303-269A3382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5C1DA-8CA5-48A2-B339-984EB16D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F2B18-37B3-4C47-AA24-9614C07B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FB0877-BD1E-4449-AD52-94C36DF7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52BA8-FC57-4EA1-AE5E-D19B82B0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ежедневную привычку открывать приложение ради смысла, reset и самонавигации.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367C2A-B8DD-47D7-A58F-BF59C2F3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6EB02-8F6D-4A29-8AE3-D7F40E5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99B29-1207-4285-84EB-08E4D862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платных поведения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406CA1-6B51-4BF9-8AFC-5D2A39E3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навигация, wellness-ритуал, память AI-companion, визуальная идентичность/avatar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C2EEAF-3CED-46AB-B8A2-F3F37B63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B6E5E-4D9B-4494-AAAA-7B42B727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43D6A6-EA3C-4367-97AA-EA587247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07E6BC-9FFD-4675-BC70-48744AD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исследование покрывает app stores, web apps, paywalls, соседние инструменты и ручной competitor walkthrough.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089D9D-E1BB-4C2E-A9AD-67FDECF8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41C2AD-D732-4F48-8BDD-E63B6D0C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00767B-F5A2-4E7B-803F-B3B0E74B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1FB221-6770-49D3-BE5D-4945063A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достижимый первый масштаб, если creator-led GTM, недельные сезоны и premium-визуалы работают.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24D773-F89A-4EA3-BFD3-9F1703F5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F9E5FA-896D-4F78-A1DC-24BAA2F7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7FB354-3F09-46E5-8B3C-29E36D18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A334DF-2470-4240-98C3-11892CEA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+ annual + premium tokens + creator seasons могут дать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C9CDB0-E889-4AC6-87F7-E9938411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— это не один horoscope TAM. Это пересечение paid personal meaning, daily ritual и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1DCE65-7EAF-485B-9FBD-8B6EBCB3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1859829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6B422E-3098-4CA6-BC26-AF10AE9B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F3DDEA-2602-4B09-91D8-C6BD0AD3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DCB94A-116D-4883-8464-DF35B9B2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29C4B-6121-4305-94E4-B462D14E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D80C1-7F77-4EFA-BD82-D7E6F1BF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56689-8E1E-48F5-BBE4-CE91A201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9AFC1-C668-4B7A-9167-8EB648E2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1DF46-E60E-4231-BDB8-BE069D75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BA2C8-90DA-4844-9883-BAEF9369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00BC26-F48A-405E-BADF-7CC0BE56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5C3049-C263-4E92-8F26-950B4CEE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F82B60-1820-4CD2-9B39-612FFCC7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B4CD2-1333-4F33-9D5C-33481406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24153-8BC0-4AF0-AB5A-19674C67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9680C-1C38-44E4-9747-E24D32B3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47CDF-D8CB-465E-98A5-AA4EA88A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324C4-B317-43F9-8E0E-7238625E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6126D2-3EF2-4E12-A0EB-6AF632C3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701AD3-B871-4155-8A8F-B0564676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74564-63A2-4D11-85C6-3F05D076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C3A2B9-3665-428F-96F9-862EB0B4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3A073-DC6C-4BA7-8C67-18F45756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ежедневная петля без видео должна быть достаточно дешевой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79043-3369-4BE3-AE6A-341153BF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 до масштабирования.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35462B-8CFE-4925-BF38-A974FBD6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8108852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E76B62-A77C-44D9-AA6B-7CBE4AAE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5235B-D2A8-485F-BF9E-8099D85A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A99F0B-3B93-42DE-9CCF-5B492C2E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EE0BF-5CEE-4E5F-977B-C7436E7A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5B5E5-7F43-4A20-9C73-FD8D4CDF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Пороговые показатели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CE58C-2A70-4F66-B547-4CC7D17D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DCFDA5-E94C-46A2-89E9-3F8D1D09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2395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KPI “на вырост”, а gates для решения: продолжаем, режем scope или останавливаем.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35BC5-1554-40F6-9E18-0E9636C4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3810D-62E9-4CD7-BB89-8DCFA775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A05A9-DFE8-488A-AC2D-29046E4D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2D7F5-5128-42B8-8D21-B894853F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859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Минимум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7ACD9-ADDF-4E3E-8F2F-89E23A81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192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418442-7444-4258-9D41-AEFC82EB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859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Хороший сигнал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976FA-1467-465F-9B62-30F66985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A6030B-8457-4B27-AC9A-D9F095F1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859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6EEC12-284C-4FBC-BB70-BABC6123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B66B4A-869D-46A8-9B4B-E2C7B1AB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Понимание категории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B22D74-4491-452D-B5B6-53377FD9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526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98ABC7-D431-4F99-A97D-71136841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193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0A4848-2C82-4FF8-B7D7-67C1D51F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52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2AB1AB-A7B9-47DD-AE09-B11E3084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193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&gt;85%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66DAFC-732B-4E69-80C9-724C89C6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20F758-A218-44F2-B1F6-F9313B93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193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объяснять продукт без длинной продажи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4BBCA1-9089-460A-8935-38EE441F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514C75-9B3D-4FC2-AED0-F9D83355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527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Canvas causality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295795-451D-4865-907E-2A9687A3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860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E09756-B787-4F06-B541-DD9BC6FF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527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&gt;50%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97D0B4-0C31-488A-A239-3AF9DD42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58E3C9-62A2-437A-8771-2FA37A82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527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&gt;65%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AD639A-A003-43B2-A1D0-69ED6864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24851C-A9C2-404E-A8F2-D86DD6D1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527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работает как ядро, не как случайная картинка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40EDA1-A38B-4720-BD9F-E50489EA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EFE211-9C65-464A-9B33-6D9FED6A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Возврат D1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D27D28-AE89-4D75-ACE5-D1284804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194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DD756B-CFED-4109-9E62-FB8B01B5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2861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&gt;20%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A9A7C6-C4C3-4834-ACEA-E9261099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194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BDD264-E6A9-49CC-9881-DACDACA2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861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&gt;30%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428B4-5E04-46D3-8E6C-48188EA5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165957-7988-4EB1-A7E1-6E52FE14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861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 вызывает возврат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85DBA1-BAF7-4BEB-949A-F822E608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7033C-4AE5-47AD-BCAF-AA7CF946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95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интерес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4EA340-19EB-4B0F-A86B-C593FD1B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528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607D6A-E784-4103-9472-6D91BC4B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8195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&gt;5%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56F9AF-9E09-45F0-9109-A8652FC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A150AD-BC99-4863-87DA-309BB913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&gt;8-10%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9A7859-B6B7-47FB-B7DF-D0686EAC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4BC5A9-AA9F-4736-9F55-E319772B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195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переходить к paywall / pricing test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F03E43C-8C7D-4000-A338-0A313545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4A55FE-518D-4B02-8EF4-A02B45C3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529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платящего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5FF547-5E74-4FB5-AE52-33137B29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862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43D80B-4F62-4FD9-B20B-301DA577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529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&lt;$4/мес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1E92C63-F449-4AE2-B2B1-B15C5415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862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E478578-1C40-4781-971D-BF4D86D3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529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&lt;$3/мес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C90AAE-5F7E-4A48-B0C3-7176F50D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862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D24B06-C61D-4243-B8A7-6CD3022E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не убивает маржу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16A07B-81E7-4A45-AED3-2F07AFB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56E547-F3C7-4A4D-9146-A28D1674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863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активированного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547166-2350-4852-AE3C-92529A5F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0F63587-4214-48FB-8A58-FD39EF91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863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934A85D-1C34-4C7F-A944-B0908622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9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FD88A5F-55E2-4ED6-91FE-83241295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863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 при сильном LTV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1B55D4-C3F6-44C4-991D-B5313F76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196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C16E3E-F307-4BC4-85E8-78E2D0C1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863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начинать маленькие paid tests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680A32B-3F3A-4EF3-89A4-0AA5BA06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905500"/>
            <a:ext cx="904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2600338-EF4A-49EC-A33A-5A19E544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81700"/>
            <a:ext cx="866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Эти пороги превращают презентацию в систему решений: не “верим в идею”, а проверяем конкретные условия перехода дальше.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C7DF8E-6993-4BCD-A8EF-5FFAA074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586705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BEC296-86B3-4AE6-99E9-B5A451DB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7AD55-E832-4C53-A556-188D7C84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3EFB5-3605-4FDE-B63F-3DF6A106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F421F-CF7F-4E3B-B17C-397DDCE1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5A6F0-349E-42EA-ACC3-3F977B38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C544C-A512-49C5-BECF-FC63010B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651F3D-1DD8-4E7F-958F-4C9FE4C1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914EE-5DD6-4FFB-ABF1-D3BB8118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C7D28B-023A-4EBA-920A-171F7530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BA483-246C-4C21-B5D5-A689683F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DEDB6-B20D-4DA4-9DFF-C13978DB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152BDF-BA3C-4190-807D-0990F6A6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24FE4-BAE1-49E8-8390-9D377121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32F36-72BB-4DC9-BC00-D50ED4F9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5295AA-4004-4725-ACAC-2ABA57B4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720A3-F772-4AA6-9695-32D097DC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94C954-5395-4E2E-8C0B-D0A033FC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2511A8-3341-49FB-90FD-E909FFD0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08720A-CD68-4865-9366-00EB3833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8C8C1-C9F9-4B09-9657-90826AB9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2FA9F7-1C96-4F31-A089-C1613E36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9ACBA6-78CD-4297-99E9-6B9ED023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1DB479-39FA-4A20-B471-0DF9FCF3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D3EC2-19D1-4AAD-B042-CA54DFE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25088E-1F5C-4045-B7C4-668C0608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46EEB9-81FC-43F1-A9C0-8B9202AF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3214A3-7D3A-47F6-8A9F-5A5E80D6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A020A6-4BE1-4276-8C9C-650CFD8A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3EB2EE-72F2-4009-A78C-B8AFD629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C4659A-7BB6-470B-8D4B-893FC26A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9A525E-C6CF-450F-B579-94A28CD3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9B4A87-CCBA-46E9-A1E4-14114A9F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998467-7292-4F38-806D-92A19119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125F48-2194-435C-A92F-51F1920C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11EB8B-83ED-46F1-B6EF-A9598EEE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17964-0C85-4195-B54C-A9E52618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4F645B-7A2D-4C49-8B1E-F6C13D76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E980AF-8793-446F-B5E4-E6BF3CA7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EC6C0C-E871-4315-B5D4-C51F25CF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2D795E-3F26-44ED-9274-E1A5DD6D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69834F-EBC2-4880-9C58-54F14C35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B92D4F-7640-4917-9C58-8F11BE03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33007C-6192-4B53-AA68-6F99FB8C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5EA69D-6D0F-46A2-80F4-FEE3026C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247FB7-4F15-49E7-9A34-5DAD5D4A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88E66-3754-4011-A088-445F7A26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8C7A3E-66C4-45A7-9E53-B27EE128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46622B1-03EA-4326-B9C8-32980A87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16FC9C-49A3-4E7D-8DAC-91C682DE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15ECED7-815C-4875-B96F-69933F20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D08373-DD70-4FE1-AB4C-74DB481C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1AA8AF2-6B31-48F3-8B30-3D82B157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216BEB-9FC5-4EB8-AB8E-80427334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69CA1F-D351-4FD0-A22E-F3B1F315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8888AE3-87B3-47EF-A64A-716E8C45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A5933C-1003-4A26-AAE7-B8117B31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3543554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1AD01F-0437-4FC6-8C2F-DCC45975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03BC6-A651-45A7-99C1-3705ED3D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95C56-459C-49A7-BFB8-6E3CECFC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E56F0-7F43-4C20-A495-0ACF7BDB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C5A81-00E3-43CF-91D9-F5DE01B6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936B7-F972-408B-986C-0AF8E343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6AB6E1-E042-4AF5-949D-57ACF88A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63392-0447-4899-8393-E8DADF9E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31F8F-3A7B-4D8B-91A7-8F9FBBAE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EBE96-DF49-450A-A7AE-E1C31FFC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BE7D9-3CA2-4A6D-8D34-752BE4DE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EED1B-1920-4FF3-96F8-35C2A377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C2E577-5E59-4643-AAF6-8FED553C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F62325-0011-4CF6-A7CE-BB37A09B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DEE39A-55D6-4AFB-A977-EDA269BB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90A283-3151-4BF2-8785-BFA975B3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460C9-1FDF-4243-B12E-3ACAD1D2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0E8AA-09C8-4766-A891-2A7AF5B1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64EE02-C4CD-4697-926A-964C6BAB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421350-21E4-49F3-83F6-B34C03D6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55CC20-6C2B-41C3-9A7A-7F81E1B6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F57916-57C4-4339-87F8-7CC0980C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4AD4B-2458-413B-A2DF-C2F51D92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BBDA98-4797-457F-9AF1-E2B46532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40C8A0-EDCF-4CB2-9413-F4E385AF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EAF798-BB36-40F9-9051-3C3D6983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0E0E31-011E-47E8-8E34-0E5EFCAC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A1F593-587B-4570-BC6B-F5AA14FC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AA88B8-7AFF-493F-83F0-F2DEF07C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7682AC-1A42-4B2A-BD3D-E0C05317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E2B078-3256-4224-8310-52198862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AE9819-CB41-4CF8-8F97-57576752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2181DA-4FD0-42BE-BC9C-953FB5E0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F24545-75B0-400D-A823-115C0E33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AFBD18-E9FD-489D-841E-8C02797F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C49330-D8F8-40F7-A513-DD493440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048569-A696-49C0-971D-E85AE8D2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FF37DE-FF69-4A74-B941-36F22A5A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22B412-E54D-425C-BF08-DC5F5DB3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95F5FE-A296-492B-8679-382E1051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A9B0C0-2D4A-4994-89E3-7DE8B0EB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0BAA24-0636-407A-A006-CF851391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5DFAF9-9D52-4881-9AB7-97CEF56B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D5EFAF-A916-43F1-83DF-B9BCAD87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FE4BFC7-A656-43E3-A2BC-0E7D42BF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F96C2C-1A31-4860-920D-089CC7F9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049FD0-E943-424F-B0AA-C4D17861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767BB0-916A-4AF3-86B6-310038DC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D90B08-C35C-4B45-9A88-07C70E2E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F7748B-6766-4402-90B4-EFDEA6A9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D79651-B563-4B92-8BDD-450B55C5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F6346C5-AC3E-4212-BA71-4418A3EA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90FF698-0D6E-436F-91A8-A2FCFED2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1F6C49-F9F1-4E47-9C2D-511C757D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AC3639F-B092-4DC0-AE2C-A431CAFA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553B9A-3A41-4ECF-9AF8-1A8928DA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65D98E1-BB59-4926-9D99-F394510C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6498798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758A1-B080-4737-8FBB-E043C852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E944B-5580-45F3-8FEF-F3AD4A03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93CE5-9A9E-41A4-97A5-A688A563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F5F601-DBBF-4B72-9BEE-59F8604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F72AD-F1C9-46D0-9D1D-18B28FF1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данные конкурентов значат для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71993-ACAF-43FC-8B3E-B6CD0946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71F6A-485A-43D1-A378-D960EBCE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017EA-054E-4622-A18E-8D89230C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MAU, платящие, конверсия. Смысл: какие платные поведения уже доказаны рынком.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9BB88-371A-4002-AEB0-7479B05E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736C23-230F-4B7B-A550-4D4F8512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рынка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16833-6E40-4E50-937B-29D7E2B5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702D2-1463-4D8E-8A56-4FBF9C8D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видно у лидеров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30364-196F-41F4-B812-A19B3AE9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D69C4-4B03-45CD-984B-F7D55065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4C5281-66BF-4AB5-A26F-217EA9AE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38926-0DE5-446A-9B44-4139CDD2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2D5D5-8C8A-41E2-979F-2FCCF4AD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E6285-DC00-412F-BF47-45340844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работает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F45E4B-3C54-44F6-8367-46C8AD5B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E3BCC5-7C9D-4BE4-8E1E-DE2121C0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астро, mindfulness и AI companion продают $9.99-$14.99+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552925-DC70-49CF-9F01-408E8049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0E5346-C3D6-43C5-8317-B8AF8F0A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тестировать подписку, но не обещать безлимитный 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7BFEEA-2965-48BA-8242-9ECFA099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CF828A-D5EF-44F1-B4FB-A89F5480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Visual Plus + annual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6EE75A-88C4-4575-AB75-1CBE0C84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9B4EA-52B9-47B4-A545-83AEAEAD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не магическая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494184-AE33-4A8D-AE3F-5FB05736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1ABBEC-6C1B-46F4-AA42-D127919A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proxies дают ориентир 2.5-5% paid conversion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9EC72C-F95D-4767-A804-4FCCDF6D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18BF83-9B6A-4AE7-B491-5656F3E5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экономика должна сходиться даже при умеренной конверсии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BF95F4-E93F-44E8-A711-CE1DE8CA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2CECF2-B2EE-4AF9-9AC5-140EBD68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считать free-user и break-even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9B51E6-5C98-42E2-805D-011E1B74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88F5BA-42CE-4B21-B3DA-4B813BFF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дорогое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B23279-D9EE-4930-B6D2-651D6862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2272E0-0D98-4C62-AAB1-3DA363A0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дешевле Veo, talking avatars дороже daily images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6E0C4E-6A2A-497C-8EF4-21595671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BE0F4E-70AB-4B0E-A678-5BC09B7D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должно быть premium moment, не бесплатный daily asset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F84BB7-3B05-415A-B720-A6C1CD6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222D24-B105-4435-A6D9-B851981D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 только в Visual Plus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807CE2-0472-406E-9BDB-F481C846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1C1A18-5630-4F3E-B287-BDE34F42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широкий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1A00FC-6A3E-4CA5-8061-228E35B5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FD53AE-53FD-4F0A-9CA4-C47FEAD6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TAM/SAM/SOM есть, но вход начинается с узкого ICP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D4B431-5501-46B3-9BEA-295C072A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0B1E60-9963-400D-BD9C-92569D7F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капитализация появляется не из “астро”, а из repeatable weekly ritual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CA3E98-6CFA-4418-8C74-05E98FD9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BB7449-25F7-4FAA-961A-44DFCC58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доказать loop и retention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E3C13C-6240-4167-95B8-78FD8E91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конкурентные цифры не доказывают, что AURA уже бизнес. Они показывают, какие цены, конверсии и ограничения нужно проверить первыми.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95CD32-AEFD-4F77-9CB6-B3E414B9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3206618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84ECBF-CE04-4062-BF93-15B36387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4E7B34-C9B2-4AEE-9F7E-15CC7A44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E8695-5D64-41E8-AC42-947579A7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D29E9-CCF7-40BD-B5CC-91A468CF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4D2F3-D792-4157-9187-EBB079B1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EAC72-7529-4441-8E95-02F9E235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C232E-5687-44D4-85A1-58FD5C96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96EF0-1A83-43BC-844D-1C1A028C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00C24-6732-4465-8D7C-A5F12161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D0C0F-F228-41F2-8459-07C93B62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69DFF5-B704-4936-88E1-AA60D72B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0F063-9E3E-474E-BDB3-FFECCDE2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788E3D-A7AF-4D15-B9AD-A813A84A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B039F-9C83-4421-BDDC-D942D9DA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44AF46-A3F5-4C1A-A6BD-15A2EE60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3ED1F6-40DA-4E6C-AD4C-D1B1E040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9CD59F-DF15-4B10-AE1B-7826981D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BF5BC8-1552-4410-A354-A8983FD4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F22A0-5C25-4FBD-BE3A-DBB193A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E1C149-D433-497D-BECB-AE99DF6D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013A35-4523-4426-97D6-5D63B65B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98DC31-9F7A-44EB-898F-58EA1301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BAAF98-1B93-436F-9E70-2314B245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B77CA0-121D-46AD-B376-67A22168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050E23-DDDF-46CF-B116-AD0C8521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E3F35-1C81-4DD7-9BED-706A9AD8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06C982-4710-4FBC-96CA-EA29A3A7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AB6174-2A8E-4F42-B173-DDB5BCEC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B02A8-8811-4D65-B5C1-18A0FD6F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FAD133-D8AC-4F92-BB33-AF2B4CD0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AD8FF7-3B8D-4E7D-85AA-276CA70D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E19B0F-BDDA-47B0-9094-47DB4F71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FDF5E8-C3CD-4FC6-BCCA-21D6CAF1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62F1A6-1908-4E78-A47E-43A04513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CA948C-7CC4-4979-B488-EB882C56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149DF9-7C1E-4E0F-88D2-7FA84449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A37AD2-ED31-4D1B-8E4B-1EB935A8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DE82B5-42D9-4189-B980-FA61A9A4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510F97-9A91-4254-8418-BE92B783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546830-C175-48FA-AD85-902133A2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1132CF-3D0A-4E82-8337-7E4F2660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8D6B67-5970-460A-8CB9-632AB69A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6D37F5-447B-4F7F-83FD-575D7CBD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BB160E-1E13-4AA3-A27C-FC08CF4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B02EDC-DD51-4D35-87F1-06693EC9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5D697D-7CA7-4A7B-B27B-20BFAD5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0969AD-8758-43F2-8A0E-416D00D3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D843A3-54FC-4E7B-B8D4-94919CD3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0F60BCF-E1ED-44EA-9F7B-61D8B895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2E3007-7229-4683-AF78-4D25EBA1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846125-9270-4652-8965-439256D2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27B2A59-1DA6-4913-A003-C80A2967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DD163E-0783-4228-879C-53C0A332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0F932B-E173-443E-8DBB-B5FB5C2B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F7E12ED-B6FD-472D-9120-71806C8C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75B663-F4A2-448A-8835-05B16F06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08B1B8-1D65-416B-A33F-D78DABB3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6169995-DCCE-4E3B-862F-2F2F48AF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597DD6-F23B-440F-9312-351A0E4B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17E355-DB0B-4145-9150-6291EB8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4991A2-D67A-43C2-B000-38E11E9E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48AD83-2ECF-4B9B-B866-B6C9EA94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7C7CD28-7828-4C43-AAE8-41424AEE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5CF3C6-EFA5-4BFC-B301-87B29D62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591FFA-463D-4464-A50D-7111140D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19FF61A-84E3-426D-ADFC-2C8D529F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37E563D-E046-415B-9FEA-E44C6219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7727045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7D1FD7-39A4-4378-9726-8C58FE11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9E36F-8907-43FF-A14C-224F5088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3B7C74-7B66-4597-BF6F-17502A2F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7003B-0412-49EC-AE1B-F8C821DC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086C8-B3EE-4B2A-AC35-A560523D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6E183-7B76-4485-9D7B-E1F414A0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70877-7A85-4AB8-935D-D4378345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DDC9D-146D-45CA-A5B2-550EA6DA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диапазоны conservative / base / strong. Смысл: какие предположения должны подтвердиться.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99F323-6DE5-4856-9BE9-43F85C49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48DEE-1595-484D-8517-CBCAB595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11A147-DD62-454A-8129-76601334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A755D8-00D9-4A9A-BFCE-7A013207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FB424C-11BE-4404-93CE-BA1FDE5F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1CFDE-64D4-408A-BE03-97FD4AE4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9D3D2B-7FF0-4512-A816-EDDD4364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EDFDC-28AA-4A00-B860-237D1234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D621B4-71D6-45CF-805F-90717DD0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4A9C02-0908-4334-AEEC-9344EAA9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4B6D9-B0F7-45BA-B2EB-45F42A84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66E317-7F25-40A4-8E3C-03717BDF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F191A-1C54-4160-9623-06F44F60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9EC1A7-1FBD-4C1F-A5A8-D1E52D16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16FFAE-D9EC-4F37-B6AA-3375E13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B4C83A-9EAE-4182-BB70-9C5BEF6D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9F1454-43CA-4DA7-92AC-07FDF7E2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A230E1-AECE-476A-8D39-8CCA95D7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376C5B-FCAA-4C54-91B0-8CE67943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8E76-775B-49EB-AA3C-87307EEB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8AA2DA-8D6B-46C8-B798-AFF5EB84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CFCD5-E7F6-4478-9A0B-384075F8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64E3B0-F930-4A00-996A-2759CA6B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9957AD-CA9E-4E57-B863-6A9E6468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3C7026-2391-496C-841E-46325ADD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822A98-8F37-424E-994D-7F07E1F4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21A70A-F8A9-4693-8085-E8CB93DD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8C218E-5F7F-4C00-93B5-EC0130A1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C98E08-2DAA-4B91-A207-07D8A983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11EB7E-63C1-40F0-AC90-B6075EDE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D4FF96-EDB6-4C97-9BFA-C233E28C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975564-9BC5-427B-8D99-3EBF2A0F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A4243D-5033-43E9-BFD9-7B65DAEF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55D4AB-C6D7-4BC5-A797-2E8E6E2D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DBF1EB-A027-405D-B1A7-EE5D4A0A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AD5B83-81F6-451B-BF94-D1A80003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2297F8-9CDE-4F16-A4FC-AE55998B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1F942C-0E93-4A90-801A-B1A8E74D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F16D24-A07D-4E9A-AA86-72F00925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F70636-5A88-4C93-B2C7-BE29F915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A915E83-35B8-4AEC-B484-8CEC0111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92A3B06-36E8-44EA-B5CC-4BFA34E9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AB1D52C-01C6-4AC8-9DF9-8BB99206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8F60D6-4A34-41EF-B86B-0F44F72E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0BB5A9-8C29-434E-9C7E-8889E94D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9DE720D-2F7D-4E39-9937-C1F6DB57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7814C7-7CCF-4FFD-B88B-AC33288A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A699DB-19A4-4071-8E34-B405426C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ACA702A-C4D4-4E11-BC91-851BE581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13DB968-1136-423A-ABFA-B9868BF2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2E8BFF7-3126-418D-B8F9-07C603A5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ACF6A89-46BC-49B3-BAA3-866891FC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7808699-90CB-4E5A-B309-C1A7E0C6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37E775-F072-4CE6-95C2-9C392804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237F0D-6C52-491B-8F2C-FA523CCA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949142E-34E5-4CEC-B403-30822F62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4300C1-C68D-46FE-A505-47D2559D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122AF8-C275-4BA4-902C-387E28E4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B07215D-D1B3-4D77-99E0-0A1D6131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2793867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28E089-AD35-48AA-86C2-8D9D31FC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34B23-9451-4888-A3B1-199CC4B1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24F14-9CC3-4A0A-A083-89933D62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A8A4D-0A5D-4B53-9CFE-85209EBC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DF6CD-DB66-42E4-80D1-1AC119DD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73DE4-7BCB-4DC6-BA55-565CDD14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41011-2CED-40E3-A57F-0F73B848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16E7B-F178-431A-855C-2EF2D77F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79964C-9006-4FB0-A263-835A895C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2524125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C150E-3B95-4831-9DD9-849E70B4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0778F3-F6B4-4E09-808D-ADE40FED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AEE87-2339-45BF-933A-AD5D8AB4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73F8B-3F96-4A9B-B09E-A767BF83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96241-6B64-4B90-86DC-20D11677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33322-8947-45FA-A446-3C919FCB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2F905-19B7-43F9-A462-163148B6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8B3697-1311-459C-A44F-2DC9620F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CBF4BC-4725-48A6-8890-EFC806C2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EC93A-DBF0-4E2B-94C4-1E892610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F0DC5-9D30-42AE-A3F1-52E3DD45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B70DE8-3D1F-4B99-B796-B8E1C299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EA17A-33CD-4195-AFF8-4D5DCAE0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623916-681A-4416-9E49-58635F24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195716-006B-4B15-8FB6-78C459C1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E732C8-8C4D-4962-844D-102404DB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DBA343-7044-45D7-9B3A-F1CE4935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1CF926-AEF3-48EA-BFB8-E331D64A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B9A344-67E0-4CC6-8161-D6184EFD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6CB003-74CB-4FC0-9207-D88747B0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EC189C-1586-4CE8-B902-1ECE60C7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F08167-1079-497C-B351-FBCC3A87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7EB0E8-9474-40A3-A71E-963BF634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0627D4-ED36-4A41-A6A2-2DAAEB50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202BAE-C329-4217-921B-066A46CD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1EDA0E-D1E6-448F-9B19-8DA5C350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5F2BA6-8FE1-45DC-9A63-A37A3AF5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F6A0BC-55C9-495E-9F46-659B0A19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42143A-C531-4A8D-8995-DF592094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3D0483-A765-4901-8385-5FAE4B56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04A9B9-50E8-4BBC-A54A-10A5932A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C82399-7ADC-4D8A-969A-B4357BDA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DFDFF7-9F0E-4CC8-82BC-E74608AD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DAE856-7832-4249-9212-9B2DAE5B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738BCC-16FF-4A64-ABB1-44C9DB20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F954EE-1297-4D72-94E5-AB60F44A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2386B35-671F-4E5A-8DC8-41C919A3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F3056C-A2D0-4587-A4DC-FF6B42C8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FB6FB5-4B2D-4888-BFD4-38CEA0A0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E19F03E-C8E5-4482-A415-71918CF4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3777342-E1BF-46F1-9E27-51C40026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498654-A2B0-4533-AF5C-B92C7307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A516E13-6CA0-4C2E-8C6E-CD613C2F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E8CE2B-A869-4FCE-894C-FE8119C8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57E3816-C5D0-4E60-96BB-9E3E43DD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96F8C72-D4F0-4CE2-BDFF-B2469B10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D1C335C-0508-468F-B3EA-7BB4DAF5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6D7CBC-F2BF-4B67-9C79-2688BCED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21A0AE-39EE-4C75-8869-80C1A6D2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14224C5-515C-42F6-A9FF-665E0EC2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742A1A-838B-47CB-9BE3-3DA7454F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46EAF4E-47D2-4A96-8247-6452E1F9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EED856D-5B15-48AB-BFA4-91B21F0B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596779-805A-4408-AB41-73654142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AADE5FD-6B50-4D6E-BCC7-EAD0E54A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A0FB84E-DCC3-4E1C-B61F-8A70AD2D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82CFFB5-E650-4239-AA22-BA4A9062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80737DE-99FD-4701-ABF0-30DC59AE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1740E7F-6125-4E26-A50A-4CF1EEF5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22076C2-6310-4EE7-9B64-C622C31A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E2D44FA-971D-4D0D-BBC8-4D6239D9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BAB37D9-9A31-4AA5-A030-3FF09629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3F9232C-923B-4F78-8CBC-0CEAC863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53D7BD7-7B20-49B6-9319-03621DED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9FB43B7-1C59-4FDF-8C7D-B63AF42D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E5B502F-03AC-42C2-A708-59782046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8A7ABD6-5330-48C4-9AA4-180C3C95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CC31997-D8BC-4E06-B8B0-17C2A8FC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BEF76E5-075C-466D-847A-EAC2CFD6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8463456-4E88-41D2-A5C2-2B5446B2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93DA32F-30A5-4FCD-81AD-7C38A2F3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AE1F0BB-5A1B-4E99-A2D5-AA64C35F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28A9FD8-D095-4C12-ADA9-682FA379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C631E5D-EB70-44E7-9E54-498A7FC4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EC3E8E6-369D-48EF-8848-0FBECC92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0EBD6BA-6814-40B6-87E2-C4FC0801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7136292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05199C-419E-4CD0-9CE7-6DB7E84E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C4507-99F6-43FC-AA5F-420F54DB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918A4-391F-4E4D-B126-6C7F41B0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FEC30-18F4-4954-8A2F-3CC228F5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7FEFD-D57F-4FD1-8826-EE4F259F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E55E4-C3D1-4939-A816-BAEE01F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740D2-9EB2-47B7-8BA1-7B71650D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80E52-1B4C-4848-BACC-79CEC05F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себестоимость free и paid users. Смысл: не должна ли генерация съесть маржу подписки.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80124-C916-48D9-A861-ADB25C37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336AE0-95EE-460B-A390-D4B1787E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925F1-8939-4860-9BDB-A89CD525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09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7AE05-FA18-40F1-83A1-81F444A6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76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7A319-7764-4B44-941C-6F9E57B7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409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F8404-EC43-4673-A333-EC8FC7CC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76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1898A9-E01A-4B1B-BD57-94AEEEFC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409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9296B-D30B-4B15-A8DA-6F6E600D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76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8FBBE9-1C00-4075-A066-F5252554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E3BE18-C2F9-471A-9162-8D0CBD93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CE04F-7721-4ED4-9C54-A7F77922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F05B0-5723-41C8-BF20-BE3567A9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99367-32D4-4DD6-ADDF-1BE928AB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E630AE-774D-4948-8963-8EFF0770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47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0CCE7-142B-4EBD-8303-4739AC6A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81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9C771E-7F9C-45D1-A4AC-F0DEBFC8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47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FD7526-1931-4B9C-8E9A-D10344C3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27F133-D37F-4A89-B5A1-A6812234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19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3D8FCC-F11B-4C88-A3AC-446FA06D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52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B61F4F-9695-40B7-B523-CAF01919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19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226B73-C417-41E8-B0CC-E2461B75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52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01CF4A-F929-4216-98DC-C91784D8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DAE169-192C-4113-8319-988F1AA8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52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AE8683-70EE-4776-91A4-8681ADB6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19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8F5803-CBD5-44F6-A81C-D81BB5BC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392C0-A0C1-47B2-9A94-3853DFB1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FE57DA-15F4-4B60-9A15-E5C80127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24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7A3F9C-E0B9-42C3-A5DE-00138889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90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ACCA67-0D91-4606-BC19-3C653C31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24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F078EF-A93B-425A-AAAD-21628730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90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01D2F9-E566-452A-BC7B-8C75C890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24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E23794-75C3-4121-9365-9D2BC624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642923-9CAC-44F3-B8E5-71D81B65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95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6FDF18-09B7-4788-AB48-F5DA1636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62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38F4F4-6DB2-4040-8654-234BB194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95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0D75BF2-16E9-4DC3-8F00-647AB266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62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9609A9-ED45-4EC9-B99C-09935164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95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C04D8C7-1AEA-4D2E-AB3C-1869EF04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62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A1E5D9D-19E2-440A-8E8F-404C3650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95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3CCF11-F0A5-4481-8D5C-0F8B5CDC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62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63A3F3A-0E5C-4414-A99B-D9BD0A03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D78A1D-EE8D-41F5-BADD-22A431C7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568EEE-6BCE-46D2-9E95-DE2F3E5F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ACF10E-E76D-4B59-8470-22FEA69B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E214DF-ABCB-4CBD-A12D-C2DA5A1E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3D7C39-838F-44A3-B0A7-083C1B42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FCA6B15-7BC1-4F3A-893D-FC969182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3CD1C8-EFF2-4214-ACCC-06D75EA8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F1938F-8685-4818-A84D-84C6A417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38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E1B1119-C066-44A6-B394-44243460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05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C55DE08-EB53-40D1-AD96-4CFC3887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38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692E773-D359-4E55-A875-25429DA7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05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BD1F51E-3992-49F2-9B96-2DB4030C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38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2B8AA84-8543-430D-BE2D-8B98AE1F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05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A8311E1-1248-42C8-98BA-4A33A834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38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C60B80-DD23-4771-AC8E-856A0C75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05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2189A09-1F9E-4514-904B-9D63391F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A65692-47C4-4E7A-9FB6-CD6DEF1A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5310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9D73BB-B352-48A6-9BFB-0E338B45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4190325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36557E-9732-406B-9D4C-F3D5A175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F5D7D-FD09-434D-94C1-128CE9D9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1699C-FD0D-4D8F-B11F-38D7ECE9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F9A3C-4058-4B04-B6AC-D3783AF6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21DCC-5718-40BA-BE2B-EAB27B27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Финансовая модель: главный dashboard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0602B2-BB51-4DA3-91CE-2D4A312B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EC724-9068-4959-96E6-0482AF50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0AF60-17ED-4FC1-8671-54174548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B8429-1C19-4663-AFD3-715885D8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9E85F-6DA1-4C45-973F-077A1FF7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Фаза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03A02-5263-47AB-B7D6-E32D5C53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CD3C01-65BE-4948-ACA9-8648446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визуалы, лендинг, 30-user cohort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A8A38-D4E2-4563-9080-0EF5D7B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44A1D-5335-4B8B-97D1-168053FE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Pre-scale runway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F117A5-B311-4E9D-8743-063D990D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€80k-€150k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D2BE84-59EB-4A49-8B38-922C36B8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бережливый бюджет до сильной MVP-проверки, не весь путь к 150k MAU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09C64-8403-49D2-B295-1AF25F20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7F768-1BDC-44D2-9210-75501F7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Base price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C4F8A2-8334-4594-8DE4-743C2316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8F9BFF-0CC4-4997-8C3F-97BE8F52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основной тест подписки без перегруза видео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3FBF1-47A2-42E7-9E26-B9703DB4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166D1-8A3E-4A1B-9317-93AB2471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A27EC-8E61-4B4B-9735-D7FFDDF6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19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60B3BA-6E1E-4958-AF76-3AB745C3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4 видео/мес держат COGS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4F0366-6EDD-427F-A01B-E024ACEC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7159A6-674F-4471-938F-563456C0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Paid COGS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2F9232-87D2-4AF5-BF08-10FEB6BE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19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A3F67-4CED-414E-ABE6-1953F33C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 + 4 Runway videos + retry buffer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C0733E-659E-4C3E-A8C2-D5DB8E84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077C0-5284-46DB-80B3-AC540513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Go/No-Go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AB3B1E-C5C3-43F8-B1BA-9C8EAC22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71775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&gt;20%</a:t>
            </a:r>
          </a:p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intent &gt;5%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F5E0CF-9EA7-45E8-886A-37DC1811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7185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иначе режем scope или останавливаем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0311BD-E72C-4258-9C70-F49D8257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D98C8F-C569-4D0B-9634-D0A97510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9FC1F-C9D8-40A7-9641-C650EBE6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M1-M2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9C7058-76F6-4C56-8AD1-ADF3149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of desire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BB8C92-9F67-4988-A0DA-411B75CF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0F2248-6D38-4CBC-9D79-469B5FB4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M3-M6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1CDC8F-3DCC-44F1-B1CC-FC03D3B8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loop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C36F60-5999-4D44-8033-CDF99362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754B6E-B2A7-47DC-9129-7145C89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M7-M12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383919F-01A5-4649-9CEF-2CCE6C10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2E259B-4621-484D-8865-98DCC1A0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178F37-EB4C-4EAB-BC4C-D3DD0A16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Q4+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A878C4-46FF-41AB-98F3-07979E7F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attempt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FD05AA-D368-4074-8D90-9F823A05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53100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 — не “сделать весь продукт”, а купить право принять решение о MVP.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316880-7E58-41BF-BFBC-8A428153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90636941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EFE6B4-FAA4-44BE-B9AF-F67115DB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D20DF-40AA-4855-88BB-16922864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5D8D0-7A0C-4E88-AC80-C7B003DE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0C348-8423-4D0C-827E-D10D9AF3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3B178-27CC-475A-A0E7-CB046DC7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Годовые сценарии: сколько может приносить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30FF4-0427-48AA-A819-EA5DA09E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F7283-D967-4877-9173-C739FB54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721079-C038-4B69-941F-968B1DD7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71B23-63CF-4BE7-BC1A-FE6476A8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47BF1-CDCE-402D-AA81-071D990F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448A6-261E-4A73-A0F5-8A29F122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56AF34-0B55-4B37-B563-2BE4740A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37A961-C578-40CD-82BB-BE13AA36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37DB5-627A-4883-91ED-8F6E5935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177FED-C82B-4CDB-85F3-DA3E73B0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02EC3E-A4A2-4DB8-98BA-595CCEBD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E584C-AA15-4EEA-8CF1-11E43845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2CC775-A13D-4269-8C38-7CE272DF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4573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C4E49-33A7-4D9F-A60D-CDF485C2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82FF9D-29E3-45FE-B3BD-FBA93AE9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81039E-DF25-4865-9124-E22CFFC0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99B0E-E74C-474F-820B-4967E808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$40k-$120k ARR run-rate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75D753-A5E1-41C5-80E7-40BFE6D4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7763FD-AD4F-4B73-84E2-6EDBD4D9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$250k-$600k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FB710-042C-4CCB-8A7B-6056211B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2430F9-BF16-4384-9EEF-096BF7FC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$0.8M-$1.5M ARR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946D83-0CC3-487E-88BE-1799BE23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509D00-7675-476E-B2EC-FBC09F97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маленький cashflow-продукт, если CAC низкий и команда компактная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4D0757-33C7-4AD1-9551-ACD01F35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47F9CA-229F-46F6-8DD6-F986B452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D7CEE9-5CB5-49A0-82B7-DABD9C0C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97D3B5-9427-4A5F-9A6C-D0776B02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$150k-$400k ARR run-rate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DE68C-E32E-4439-9E3D-55AABEB5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2051DA-0515-431D-9954-C5DD9F46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$0.8M-$2M ARR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74A07F-8933-410D-9A7A-A5341F3A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1436AD-E0EC-4406-B7E5-C19D5B87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1E8016-00EC-4A99-9126-99C1F138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B4F4EF-F3B1-4523-AE16-DFE80870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строить standalone business или поднимать seed под рост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E80824-148C-498D-9F75-B9C943ED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A6FC51-967D-48D7-A5CE-62B98EF5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66ED71-7FE4-4ACC-B2E8-CE698117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CFF075-871E-4069-BB1E-EFC90391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$0.5M-$1M ARR run-rate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3A95FF-6D08-4CFF-827F-2F2BB38B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7A4A0FF-F7B0-4669-9F58-2189CC05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0F3A9B-65DF-4959-9A57-94A54BD0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66F873-8D81-4FA5-A71A-F476AF60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$8M-$15M ARR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7B2E44A-E752-47CF-B0F7-10D710D7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62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0AAB83-D7C6-4904-BE62-7F457827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появляется стратегический интерес: wellness, astrology, AI companion, creator platform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B1DC2CB-468D-4D86-B239-E179A474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B6F1FC-0484-40DE-B8BD-79CCAC7B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95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драйвер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742D3D-2E0B-47E0-998F-74A7AC4A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4F5C72-26ED-4150-8AE0-4223251C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и понятность Canvas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50ABFD-1DA8-48BB-8BAA-3E352E8B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A2F97B-66F6-4BDD-B296-850BDE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annual + CAC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20CFF01-6AAD-409D-9ECB-8E392986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80B8AE-15A8-456B-B88D-1698132F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layer + paid scale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31944ED-C6A9-4665-9790-7C57E550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528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7D9251-59C2-44C9-9CA3-C60C378B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95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рост держится не на “красивых видео”, а на повторяемой петле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64F54BB-2601-4392-B824-86AC985A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390D335-E395-4A7D-8BCC-6C13EEA7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00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stop-signal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E2278DE-5AC5-43F6-8FC0-5BBD259C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F750E7E-5190-49FE-8877-28E3AE80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&lt;20%, paid intent &lt;5%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0C46CA-D9D6-4305-9B6C-9CB13414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16B23D-3A50-4AD5-B9C9-4D9F7AAD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&gt; LTV, video COGS ест маржу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C07D270-5921-417C-A3EF-9A9A763F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CD1C456-113B-42D6-9B03-29DC3E6C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retention после novelty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FFA80AE-AEEC-479E-B15E-9757E493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434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250C09B-B72D-42DA-B9DB-497729EA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00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тогда проект останавливаем или режем visual scope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75C76C8-DA0F-441F-B89F-7576393D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прогноз продаж, а рамка: сколько AURA может приносить при разных уровнях retention, CAC и paid conversion.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2A41E6-ACC3-4659-96F9-05B07C52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53753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6A431D-D264-49E8-B424-1F329CB9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D2954-A6A8-4BF7-8B2C-A5E6420F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022DF-2C30-4473-B9BE-99BB5A34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5F134-8DBE-4A95-8C85-9B85BB63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BE2EEF-E8C6-47AA-9629-D47C0965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Сколько может стоить проект по стадиям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D2DC2-0481-4023-B515-EAFF5A07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5E502-7CAD-4B44-909F-16D64A84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B005F-E507-403D-8FE8-0210A11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Стадия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AFD87-157C-410C-946C-9F57531D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A0D54-D9C3-4C94-A6A2-8B042F3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Бюджет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53556F-27F9-42B7-9AA1-5DA46E85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579548-5B36-4025-815C-97DAD2DD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F22744-690C-4A8E-965C-6F74DE6C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58645-7C2E-4EB3-A2E4-5460012E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покупаем этим бюджетом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55197-21A7-4860-8030-33B87706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51909A-76F8-486C-8A46-819B127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1: 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D3649-7D61-4203-8835-A50712B2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350797-2DFA-41AE-BAA6-EC95E5EF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62EEF5-11AA-4FAC-A672-73A73202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3C3CA0-69CC-4DFC-A856-0533B0B9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visual examples, лендинг, микро-маркетинг, когорта 30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52A817-2400-4AA6-9DDE-AE2151A4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9F366-CC82-41EE-A6BD-E9F559D8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есть ли спрос, платное намерение и понятная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0C6B4-9F46-4916-9F24-B0D9F764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721963-6756-4D91-803E-FBCB62F8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2: MVP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BF0E2-05A5-42A9-90C9-F848BFEF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C0DF7D-3A16-4E3C-ACEE-7F9C4B00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FBD75B-4C89-43EA-9519-EFB6A197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F02C40-9F35-44A7-85F4-67667141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MVP, вход, onboarding, daily cards, Life Canvas, paywall, аналитика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3616CC-082D-4A7C-BCD3-698EE918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1CAB20-0FA4-4FC3-970D-FE79D23A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может ли пользователь пройти петлю без ручного сопровождения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9F74D5-7F35-4516-8FBA-90B48412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4CD086-710F-4816-962E-3E54E071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3: запуск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68613B-9D87-4D51-BCCB-4F9EF161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268DA9-DC69-4192-BF31-28A091CC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€40k-€120k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DE0653-F764-4F63-AEF2-AE5BA301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28B9B5-6A66-4458-91F1-15405C7A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pipeline, billing, CRM/admin, creator pack, paid/creator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8E64F3-3C2E-47D8-BEE1-7F0F6404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7904EF-EF40-4C17-A7F5-B43E3D37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сходятся ли удержание, CAC и себестоимость генерации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00FD69-DA3C-4739-A47F-CBD04774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76A5CA-A3E3-468B-82CC-FD5D8590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4: масштаб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645D37-6B5E-46DE-B71D-D8A4B34F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BB7F91-A49E-4562-98D8-94B0706C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€150k-€500k+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85687F-799B-45CA-813F-14E157A8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E3E856-469A-410F-BD16-355D88E5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polish, backend scale, content ops, creator network, paid acquisition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7C4B4F-48C9-49B2-945C-F5478F27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CF110A-496A-4C90-8518-3EBCAE47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можно ли идти к $50k-$100k MRR без разрушения маржи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94F491-4D1C-4092-8650-EA3AE490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4587829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2C9D96-9837-490C-AFFA-C61E1F7F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A784C-2375-4067-A993-4BFC0469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CB29A-57F4-4F47-B637-051C24F3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12CA7-F5DE-402E-A8A3-35818CB9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04ED9-2EBD-4466-9D3C-FAB262EB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5DF0D-86EA-43BD-B21E-2360407D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CD4B3-A6EC-4800-94FF-F4FD2EB5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82993-CE14-4AEA-ACD3-688CC00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FD26D-D156-4A23-93FE-9C22BB9F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09B1A-C2EA-4063-BA6E-67889650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6CDDB0-19B9-4BEB-BB7D-C1FF8AB1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B53AC5-6344-4D29-B280-9961B6AF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95533-B492-42E5-8FA3-4A08B76E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4841AB-4EC1-439A-94EE-26EA9E44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5F417-8D11-4979-9313-D124731F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5D433-C834-4658-9259-A9BEDD1D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E73136-E7C8-4E74-80F5-313CDAB1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4287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29DEE-289E-4BA5-90F7-68A21DFB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954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A6CBC-E0A2-4EC0-9C42-A34A2FB77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91CD1-6186-431D-8444-DCA33FB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ECF9B-1118-4867-B76A-9B8B313D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E7CB3F-F134-4BC0-AC66-5E73938F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3C7674-DCBB-4427-9538-EDE6A793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BE320E-3285-49E3-9F27-B06990F3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3D2E4F-6056-4034-A6D5-3FC474DF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FE634C-D7CA-4838-82BE-D9E6FD30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61E8AA-193E-4059-B220-591B91E5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621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814F03-C268-41E4-AC8F-D96F3D69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288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9DC0FB-D63F-422A-9FEE-1E0FB087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4D5050-05D9-4F6F-BB83-44949BA2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176392-0DB6-4137-AB42-33978F6D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BA3F30-9309-4FE7-BDBE-F79E2252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EDD777-40EB-4985-ACEA-BC10476A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F90EA9-0B26-4760-930F-38F083B0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79E29D-520D-4E4A-8BB2-D8F0104F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2F71A2-79A3-481D-A984-978C443E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37C12A-F3F5-477C-9042-33BB69A2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955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3B0B9D-1CBD-4AA1-855F-B7EBA0DF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622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D8AE8B-B4F6-4C19-968D-7C738E4D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4C9D76-1827-4456-94FD-B864A336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956AE9-97AF-463F-9CCA-FCB0B975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69AB61-4F8C-4E11-9CF3-B6C32AC9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58D4B7-AEA8-4CBB-ABB1-B1C896F7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3C1039-7498-4E4F-A22E-C1AD8A38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24FC06-1D05-41E8-BDA6-2AE73B41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F4F56A-7784-48B0-BFE1-A8F642F7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DE6C9D-1D1C-4FDB-917C-6E9C3C8C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289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8195C54-2AEE-4C40-8744-E68DF0D3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956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7A3E28-8FB7-4927-AE5D-06A7C787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E2780C-800E-424B-B682-521A9FDE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BDA540-A3BE-4C65-B2CF-81A76E42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2D8926-2AB8-4CDA-B00C-BEB248CA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F7ABE4-4958-4DDE-9A69-5A2764F2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946EF4-ADFE-4E26-AE70-17C15999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B750C02-8568-48A8-8C83-AF5B77D2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2A9F378-C694-452C-8868-453797DF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9E63981-D8D1-40BB-BD1D-7F9D51D4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623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EE08AC-2F86-46B9-B3D0-C32B8800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290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07F769-CA6B-4A77-9163-BB12CBC0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130DBC5-5463-4F54-9D15-4AB9D2B8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9A7380-00CB-4D0D-BAFE-45732FF1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7E42DB6-BDAE-42B3-81EC-B9C8D825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68B25D6-528A-47D9-A8DC-35F248BC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3651393-2A43-491A-B112-698DCE9B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DE3633-BA77-4865-AE86-EA8E75D6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62ACA63-49A4-440A-BF7B-6B86BC7B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FBDB08-9BB1-4663-A72E-E9C413AB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17E4C97-ED31-4192-8291-189D1E51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624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7963015-944B-4238-B3F9-04ED62BC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FAEDCDC-A4CD-44B6-8374-3C53593A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C9E0B46-286A-4583-BCB1-EEC24F66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057940-531D-4D68-8185-8FD73101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FCE9363-2D79-41B7-B712-E8C47B44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42C95E5-9CA3-4B7D-B06E-39CED178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761FB2F-230F-42B9-9ED2-A6844B27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D40D84C-D995-4C98-B885-4FA71797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4CAC6D7-86CB-423F-8F46-D9A9E86E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291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2D4E2C4-3FAB-44D5-8F6B-C88C74C4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6958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B1EAEB-3AED-419B-9979-618FD85C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784C5A4-0038-4D0F-950E-3AB3A201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6146106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CC6DFC-0C15-4541-8626-3C303179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BE971-24DD-4751-A817-7B74B4D5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D8A30-B131-4CA4-9BC4-4F94CB5F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CA14B-8EAA-4045-9B66-F022E8FF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CAA47-4A14-4FB8-A477-F83E61A1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 в Фазе 1: что проверяем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8B1F6E-C15E-409B-80F4-D33D126B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D28A0-18B6-41B3-9727-BA8A9CF5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9760C-46D8-458D-9DCF-F234748E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49E37F-2E5B-4A1F-8005-F2EBE842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30475C-D7E4-4727-9A5B-F93D9898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A6027-E3DF-425E-93F2-3B0569B2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6AAC3C-B6D3-4155-86C4-931A4B71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12E54-6989-4177-A78B-B34281B2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13320F-A295-423B-A149-D1F1A5DD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делаем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68452-0E58-4368-AB34-4DD096A4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DA975-14AB-44BB-BE7A-7E824E79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стать понятно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7F0994-82F7-489D-8723-3D646C9A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CF8B6-D308-475A-A874-37BE542A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29C441-7E54-45A4-BEA1-8C299CE1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999520-FF97-49D2-B4C9-3C5AD0D5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€700-€1.5k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FAEEAD-7409-4182-8744-C8A10C60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8E425A-6A36-41D6-98B2-486D1444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примеров Life Canvas, future-self и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4D7A01-8814-45E4-8703-1725ECC8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87A464-BC61-4B3D-8A8A-D1DFB004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визуальный вау и понятна ли причинность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A6C779-32E8-45F9-A488-E6B56FB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3A19F-C3BE-49F1-8A51-FF627BAF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1A0326-4435-46BB-8AAF-22D3EB7A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479508-037C-4566-A00A-F6DB67DD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€500-€1.2k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14C710-B210-4BAE-93B1-25957DE1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0C24D-AE54-41F3-81CB-AA2D78CA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лендинг, price test, lead capture, события activation/paid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A60570-FB9A-48F9-A06F-2317BA44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744ECD-7530-4197-B403-7B12707E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цена и формулировка дают signup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9C7179-D34E-44C5-9636-65CD5D85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82FC24-E00F-4A06-9FA9-237DB4ED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micro-tests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8402EE-0614-4769-A4EE-5934B7ED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375406-178A-4FB3-B0BA-4D32EB72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€1k-€3k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C37F69-8122-40F1-8B0D-FB70E162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E0678C-41CC-45DE-A2ED-D541C71D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5-10 micro creators / warm audiences / сторис-форматы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343A7E-C6B4-45A8-9A7D-FC029695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887B7E-EB37-4967-883A-02399426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hooks вызывают интерес без тяжелой рекламы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D8D583-A1F9-4EAB-B5D6-B9F666A3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0079FE-5E54-42D1-8897-EE3B133D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creative tests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E4CDDCE-3125-4974-A512-14650EC8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E529CD-E9FE-48BB-AA25-24E619EA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€500-€2k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95642E-9D35-4668-9E0A-2906D33D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B5CF7B6-5CD3-4527-B76C-880D2373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Meta/TikTok tests по 3-5 hooks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6D061A-4EFD-4E19-A1D7-0B1CA9A2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6402D6-0929-4048-ABC0-DC0C5881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visitor/signup и первичная конверсия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29BB18-4608-45A2-8E08-D32CAED3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5D92F8C-F43F-45E8-9AB3-E2522B08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94B2A9E-3B1D-4A02-BFC7-124FB91C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C927768-B746-466B-9A54-C305D2D5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€800-€2k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284CC0F-ADA5-4608-9B9F-302F338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9BEC969-454A-4A80-9562-AA0F0BBF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ручной forecast, интервью, paid-intent follow-up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A75F93F-F0D3-4ECB-8CE2-4B86DBDB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4C76BA2-811B-4ACD-8B4C-FD508FA6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понимают ли users продукт и готовы ли платить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E3242B8-9133-42B9-92C0-BE48F7DB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8530127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3A03B2-9AF5-411D-BD0F-E7E2DF89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DD226-7A32-473B-8469-4111215E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8ABC8-5781-4B96-BF2E-7F8FB52A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8739DC-5F78-4F53-BDF5-EFDC0655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49857-7357-4513-8B2C-03872E20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8780A-7E2B-471E-8F98-44D35073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236A6-DE32-4FC5-854B-0EB07B6C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E52B9-73C5-401C-B0C8-28431E0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C1BE1-65F3-4538-8ED4-5EBA8832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CB6A5-F699-467C-957B-F3B55E2E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529EA-D6F1-417F-87E8-11A500FF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02167A-AAB4-403E-85D4-EF2292FB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7AD60-34BC-4A25-B982-21258301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1D298-A984-4FD7-85E2-35A01F12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C3FD9C-4BAD-48B4-8FB3-27C6D0DE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7B817-33A3-4CC9-AACC-F4214C45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B9DB4B-2264-4056-84F6-FE36C97C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DEC283-5041-454E-A7C9-A217E85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4D3AA3-B18B-436C-8057-FF3B4401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CF57FA-8DC6-4D7C-9956-15F80DA1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00EE9-6E90-4B85-9BED-BF400F23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7784BE-B438-406C-99A4-0CCAA4F9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9F7DC7-42A4-40FC-80AA-0DFF4A76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88143216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0CAA92-B101-429F-AC43-92015D5F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E34C8-3F78-4376-BB24-244E169D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484AF-3A40-446A-837D-EDF5B2BB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5FD18-8553-4CF2-A627-E89D40D6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51EB2-9E9F-4052-9B30-BE2871D5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1: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CC1812-DADE-4168-A72A-37CF647F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C0661-706B-47B6-9605-3F6CC4C5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F1B12-74BB-4A81-AA69-BF01F9F9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96ADB-3284-4913-A1DE-538A836F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5C688-DF4C-4F8C-A6C6-55F34CB8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B8F46-85F4-4785-9F94-E7F0B3FE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CE41F-2430-4D07-B48F-6D2FAC2C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B01EA-578A-412F-9FE6-A541E834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3F115-E0EB-441E-84E9-031D12F2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28EA6C-A044-43E7-849E-0C09415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6A874-30D7-484B-B834-98A37375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020129-9EB6-4A70-B697-C7F884F0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35CBB6-AB1A-4FE6-8BA7-998BD75B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1-7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CF5AA2-6242-4B4B-BEF8-1055AC25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DC39E9-4DAF-4121-B85B-52C12823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концепта, 5 visual examples, landing structure, сценарий интервью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5D2413-17C8-4DEC-BD42-3A789912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3DD300-FFD4-450F-B895-863F21CE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понятность идеи, сила visual hook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E3CD40-B925-48B8-A9FE-8C7EDEEF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C727EE-213C-4443-A1B4-352FC197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1-2 концепции оставляем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220FED-6E99-44A8-9BED-8E368F4D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28E0FD-DC12-4363-A50D-C4F59A72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8-14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6A5D22-B229-4736-8100-B1B5B4C1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DF4AC9-B4B3-404D-AFEE-9080F9B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8-10 screens, prompt logic, first Life Canvas styles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87D003-7D56-42A6-9679-72495CCC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555F69-1CFC-431C-B220-6F5443B3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пройти loop без объяснений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F4B661-665A-495C-B2D4-6AF61210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9B892D-6DB3-4DB5-AD60-AD2C5747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MVP, что выкидываем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321E7C-A39A-4CB1-AF19-7C7C7132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218E41-2A54-4B4C-9177-6C0443A1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15-21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B4BFD8-BB41-4D67-9472-0D69ADF6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E7B8FD-69B5-40CF-99B5-F1ECB0ED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concierge cohort, ручные forecasts, first 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50C59D-642E-4645-98B8-56957161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A1E9F5-C2CA-4335-B629-03967363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D1, понимание Canvas, качественная обратная связь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9E00E9-807C-4A66-81BA-C8F61F01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DAD39-EABC-4440-B478-095A7119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продуктовая петля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97DAAAE-0703-497B-8A5D-C2321DDD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824489-15EB-4804-A215-6998EC7B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22-30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E46EFC-5202-4017-9E00-1346EF1A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1BA235-515A-44F0-BB18-88F02400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test $9.99/$12.99/$14.99, paid intent, CAC signup proxy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574D9B-7AF0-488F-9C5E-9D0E0FD8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1719429-BA56-4D59-8DE6-21F37B6D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&gt;5%, D1 &gt;20%, Canvas causality &gt;50%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5ECE86-BC19-4214-BAC6-5083B89C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F31432-4CA6-4A14-A2A3-6B8003BA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go/no-go на MVP build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966105-F6A0-45C3-AFDC-EF3D7E56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32381624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4AB768-4937-49A5-A131-BBDE668A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0C0DF-7D4C-44FF-82CC-39F98E18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68DF2-A42E-409A-B446-1257EAA5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784C3-E109-49A0-B70D-C52C230B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B6E6F-64B5-451D-8A3D-A749FDA9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2: если Фаза 1 проходит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358BE-8B04-4AA3-8E3B-DCB2A47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BD5F5-8163-4B5A-90F8-EA7D21D6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2998D-BB71-40E5-B3DE-216C2699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4CDB6-7329-4A37-A7EC-9F46BFAB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9AED4-0054-46E2-AA61-8A85C1DE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2DB03-D767-4ACE-B9DD-0274EDC8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D388D-3D85-4A03-A676-A182D5A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строим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9AA91-E9E1-42B4-B4F6-7A0F2736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8ADAF3-7D4A-4F2F-AEFC-7987C141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Зачем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B9EC8-C795-4C07-9FE0-53D0862C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79371-19F6-4147-A317-BE8B2502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583CB-B346-4F3D-8A2E-C0439D87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CB536F-C1A1-4126-BDF5-4C49D625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694377-5FAA-4C8B-8028-CC8645B1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D3F8B-4624-49C4-8DBC-703DDAB5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prototype, auth, onboarding, weekly season, daily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650AC6-B10E-40A1-932D-372EE63E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162F9A-5465-4B39-BBDC-4529FC20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дать пользователю пройти loop без ручного сопровождения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3F9FED-F5BE-4C30-8612-F67D23F9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DEC969-A920-41D3-9381-7DA719DB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 активных пользователей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612FBE-3155-440F-AFF8-95F6AFE5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280820-D17C-42B7-9FE4-2809DE03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DEA7F-3A9B-4F0D-9BA1-AFF73456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45956E-B403-4EB9-88DC-0767740D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 prompts, Runway workflow, retry limits, COGS logging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41D210-B8DE-4E2B-99B6-BB605EE7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3A321F-F4CD-4212-B270-15470571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контролировать стоимость каждого generated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DB228A-1D9B-4F9C-9FBB-EB2210E9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E9EBFE-2E0B-4FB4-8066-1DA83ECA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paid user &lt;$4/мес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CD07B4-E174-4E0F-831D-8BD4D041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496B5D-E651-4D44-8188-EB00E18B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16D4A2-19F5-4111-A5CA-98B50C49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E39D52-A3A0-4524-8098-0B02A384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test, Visual Plus, annual, premium token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38F7F2-5442-4E2C-9AF4-C63F1FC1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1ABD0A-729B-4338-98DB-41E4475A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найти рабочую цену до масштабного маркетинга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4AC1F5-7553-4C9F-93E3-8F62C067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1A5290-43CD-4584-B629-5FE3F3F9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 2.5-3%+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373024-DE89-47BC-BC8B-2602E1C8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DBE4EC-44E9-4AB9-AA30-2E344F82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scale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EA2E61-4FA1-4D1C-B4A6-21CEB12A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120170-C611-4DA5-9817-E0854111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pack, 10-20 hooks, small paid budget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F649319-3F60-4BD1-8BBF-FC754054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6C232E-BE84-4474-8085-6EF5FBA3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понять, можно ли привлекать не только warm users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2DD5F7-53EF-43AD-B442-1DFD3F49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387561-AC14-4487-939C-9AA883DC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в допустимом диапазоне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280F25-154C-4F90-AA3A-1358FA30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92CF96-B8CF-4664-81FA-9DFB8C0D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decision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3AE35C-56DB-47EA-BB1F-79BC0A68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0D5DFF-1C69-4B75-9785-EF69E84B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/ backend / analytics / billing roadmap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3A3745-23DC-4889-B588-BF026090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7A2A851-7FA4-4F34-8380-446A0652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переходить от проверки к разработке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098C095-CF88-4037-B1CF-04C03E11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9EE4748-7CCE-4E97-B20B-B2793B64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retention + paid intent сходятся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EBEC2F6-C79F-4039-9FBF-93CBD0A7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8446381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78DF55-D0A2-4931-B791-73630F27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ED1FD-C404-4201-8A4C-3AFC508F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9A44C-C45B-4634-AF4D-FC12F2E3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2F1E6-3C6C-4A16-8FDC-3C92F8E9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A9D68-3855-4226-9CDA-03A65C18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Scope продукта: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85CC6-419E-4CFF-9E91-A3B5E7D0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5212DF-A3A4-466B-BD14-48189A59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55A1E-8E72-4A6A-8B50-D863E60D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598D6-567C-4C05-A829-D02DFB1F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F96D10-46C0-4274-98D3-7507ADDE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31F27-EC4F-4BB4-9269-4AB79C50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E74F1-763F-41AA-9571-0DDFA641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0064E2-5CCE-466C-8B3F-945C416E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9199CD-3D55-42C0-9FD3-E675F437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7031F0-52B9-4496-925C-8AAF3804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3444AC-74CD-4DD7-9DB5-130AB0B1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FDE6C3-644D-4D8E-90BC-E7D8D580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E46319-009A-44CE-B374-475F728C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B4A463-3B73-431E-B352-065E105A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81140-B7CC-4AF8-A539-74482271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3DD1BE-4367-4634-AD8B-A15A83B4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BA81C6-B6F2-4BE9-B0CB-C17BBF2C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и deeper memory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E15943-09E4-41E0-90FB-F4AA1E9C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9F08A-A00F-4ADC-8E00-5F736FB2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нужно доказать causality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CD495F-0134-4EE0-BD77-034FE681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AAFFCD-EBD0-417F-894A-B2F147F5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6F836E-CDB3-4BC1-8777-2222CF13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7DCC95-620B-4C4F-95F1-58793D76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39A2C7-8FEF-47DE-A5EA-2CF4072B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45BE3D-E4BA-410B-A5C5-D06EAC02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33C98F-827D-4880-A113-003301AD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593315-92EA-4A24-8E22-F3360EC5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дешевле и быстрее валидировать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71BF95-674F-448F-9037-014F937A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380C8E-BC2C-47C0-A92B-E7FFC6F7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420BBE-AA93-46BF-8186-C38CAA45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8984E7-905A-4BB2-97B5-F3FCD28A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F7EBE0-9DEA-430D-944A-0826082C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9F8670-F906-4069-A655-98A6636B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EFA542-1B1A-4D49-A00F-39F5EB6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12CAA7-3AB9-4164-B786-B2034D9E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CCCE01-73F0-497F-B85C-4FB75E35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1B21F9-6204-46F2-9E57-89A4876B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F71C36-FFB7-4271-ABF0-8465A995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253A62-CCC8-47DE-95D9-4E5802AA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E6DE8B-5331-4757-90DA-E7ED93D0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C64E9B-B9BC-49BF-B4F1-4C6327D2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D3BAF0-853A-48E9-AC69-3FC215C0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BE99A4-4C22-4D29-A713-9481381E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избегаем complexity до retention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1BD7CC-ABD6-4083-AF56-37401133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685276-5F4C-4880-8D43-4CCB1B81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A80F5F0-4F0D-4D8B-9049-830484F5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AF5C838-E40D-4409-8E48-88991796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20597C-BBFD-4D9D-A2DF-C30037CE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36E3DB-730C-4544-AFB9-0393B2B5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2E7D55-0A2F-4B24-B1F9-D655E669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FBE19B-F623-4121-A311-5164A56B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social network до доказанной core value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C9C02FC-B81C-47F8-9CEB-73D3C1EC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4856276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B1B49D-A581-4BFA-A863-08945F24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BBD51-5896-4BD5-A4FD-2CF47E66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55AFB-52B5-4A71-B435-A8431F53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E8E3D-F047-4AAA-9451-9B2B742D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08E5C-88A6-47BE-8DF5-7856C175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CA571-AEB4-47EC-98E8-48CCD5D6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DD6592-0001-40B2-BAFD-FB653F5F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91365-412F-48AB-BE91-742EF222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C551C-DBD6-489F-B175-EA1582D3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D766A-4969-4F0E-B201-B57D89D9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B2364-E30D-4F49-9239-4FEBC7B6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45823-923D-4BF8-B4D5-9A7EABF0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AC48E-DA89-4377-B930-D55E5774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B72CF-EC89-43B6-9135-3A249D5A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52536F-326F-4F81-9507-1A0ADCD1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F12C38-986C-43D3-B943-EF7992F8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6172C-3F0E-47C7-803B-0303078A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CD843-8013-4B47-8766-F5B5AA03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4E7EC4-8A05-4E10-AB9A-50BEB547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4A9C6B-9EB4-4232-A9F6-4DD665A1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weekly life-series и action, не fate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2C052F-6BBA-4EE5-AA2C-7F1F78A6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33959-38B8-4817-ABEF-77B1DE9C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56F66B-1840-4683-82A2-C8F7B76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C68E43-447B-4DCE-8A72-087017BD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FEC188-E62F-49E2-98D4-3CA1A869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D8A0E-7566-4E49-BA22-0F8E284E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cause рядом с Canvas и связывать с action/reflection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3F5E73-35AF-42DC-AE88-B04845D2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2D373B-398D-42F6-821A-134BA994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FE8E4B-A80B-4C69-9C5D-B867D43E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5631D5-1FBD-4218-A402-05F517B2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C8ED95-6167-4787-B4A7-5BEAE03E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9C50A1-B21D-4DDE-9321-11C1223C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E3D2E8-0CC2-497F-989B-85E88BFE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E2A52E-7C97-475C-AC0B-42D85FBE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FCE660-6C48-44A7-A7EA-49543796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87AF94-7837-40AC-891F-E1CF58D2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F07ABB-90AA-4C9D-B400-344DBC84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10F430-566A-4699-B5DE-E10F2963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и memory guardrails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525CE7-BCF1-4BE7-A5FE-73B479E6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E95064-872C-429C-9C73-15B8B319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F90E64-D333-451E-B546-6323A875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C65C18-E4C7-4D93-B94E-57E2022C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89A6B-7C2B-4DA0-A935-EEEB01B9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7A21719-3F54-472E-A71A-9A318BDD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и price tests by cohort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37C7C9-5F16-44C1-A165-4D823499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753571699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51F233-B25A-4B42-8785-547DD664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61F52-0C7B-4E9C-9CCB-C67CD6D6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ABC11-A996-45A9-86E8-A1A0D836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21360-9B6F-412E-BA1C-9003AF11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E5578-9C02-42A0-94AF-95B89CF6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Условия перехода к запуску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5C50A-60DE-4990-B6DB-2EFF3660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34A3E-E741-4E68-9877-D84B0E89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7AC9A-EEF9-49F7-AB53-A1ADC77E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2001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Вердикт: можно использовать как план проверки и основу следующей фазы, но не как доказанный бизнес без данных первой группы пользователей.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CA8D4-7DD6-4ECB-9159-EAE554BB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91CC1-9602-4442-86FB-4DE72D38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BCB9F-7A23-4F79-A794-303BC3C6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18573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75A05-D923-4A1C-9F37-25B45B65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924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уже понятно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43C9-DBA5-4E01-94BA-E0B87C85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573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01D499-28D9-473F-A949-62D9E44D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9240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остается допущением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296BA-84B0-4BD0-9BF8-C6B65ADE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573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89D9F-DD79-45EA-BA6D-85748BE7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240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проверяем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FBD4E-838F-419F-934C-FFB61125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B9A1A6-D2E6-4E5B-8AB8-10B2A4268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574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Продуктовая логика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12A2C1-AE85-4705-A300-0E340CBD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3907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4F4648-FB12-4439-84B6-2CC9480B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4574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понятная петля: эпизод → действие → сброс →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C31976-61EA-473F-805F-EB44EBFD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3907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3D448E-025C-4D5B-90B2-5F07D81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574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насколько сильно пользователь почувствует причинность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5EF0C5-DAB4-40FB-B28C-10E52839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17CF9F-DEDB-49E2-987C-54B8A3CF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574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визуальных примеров + кликабельный прототип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B0E303-4000-4998-B365-935A7C8B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241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000CD4-7FBD-4D13-AC72-8A0A356D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Финансовая модель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BE279-D596-4A97-9690-DD223CAF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9241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69AA9-73EC-4234-B71C-9E8D19B9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9908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цена, себестоимость, бесплатный пользователь, привлечение и сценарии разделены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1BC995-871A-44B2-9817-698339D5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241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649A1C-89C4-40D1-ABCA-96DE3C71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9908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точная себестоимость зависит от провайдеров и фактического использования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A4595A-B20C-4D57-BF24-E08159C5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241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4C65A8-7A1C-48FB-90D5-1DC11A5D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908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логировать каждую генерацию и пересчитать после первой группы пользователей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EE59EF-82FF-464F-ABE5-894849DA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575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442310-2380-45AA-90AE-DE1E83D0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9AA4FE-D7A1-4E95-BEE0-3356D85C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4575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433D70-DBB8-4CB1-B89F-EBD96880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5242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лучший старт — авторский контент и теплая аудитория, не закупка трафика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01E66C-6F59-4C20-9724-01CE34AC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4575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848909-7C53-4E68-B8D8-CCDC0634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5242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привлечения неизвестна до тестов креативов и лендинга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18861F-E891-477C-8312-B1CE5EDA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575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58B8F6-CEEE-433D-8FA0-BA7BE82B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242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10-20 креативных hooks + маленький платный тест после сигнала оплаты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6C0D82-7755-4E0F-9689-A240DE9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909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70435E7-0449-4D13-861F-3A351AE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576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Технологии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0ED3A6-8BA0-4D7C-BA39-9770FF3B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9909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F656EE-B433-405C-8112-801BD96C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0576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должен начинаться с изображений и лимитированного видео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F1418C-4BC2-40F0-8CFE-B0BE14F7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9909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CE20BE-10B0-420C-9D4E-44EAC6F8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0576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выбор провайдера влияет на маржу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BF44C9-6E92-46B8-80DD-BA4B14B6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909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697452-F62A-459F-9E59-C44E299D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576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сравнить провайдеров перед разработкой и поставить лимиты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9205BB-B35E-4AD4-90F1-AFF1B389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243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81C5A63-1371-4087-BB7D-25C1C7F2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Следующее решение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AD92FA-E55E-439A-A3A6-0B191094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5243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4A04BB-286C-4B37-92EC-A88D94C1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591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начинать фазу проверки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226221-69C0-4B5C-ADCF-8FF535DF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5243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21C310-8BD5-437B-9F27-A332C59A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5910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еще не доказанный бизнес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2BC1A0C-B000-4C6E-AFA2-C46B6236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5243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6DC018-9509-436A-83F2-91949F54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910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по возврату, готовности платить, причинности Canvas и себестоимости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7461602-8699-43A9-8CCE-A5A18351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057900"/>
            <a:ext cx="923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33C861-927A-4B7C-B3E0-9695084A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24575"/>
            <a:ext cx="88963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следующая фаза должна не масштабировать идею, а быстро проверить петлю, цену и себестоимость на реальных пользователях.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7812529-ABC3-4E48-BA92-9CE301C7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092759462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6431D4-F49B-4280-A91A-51CB3395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63C02-5EBB-4B55-B0A4-36449B05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4925F-3E8F-46B5-A1D5-5519CF9C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5FD82-F2EA-499C-9CE8-5B8C3934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C7829-E493-4B51-A86E-B1139537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Контакты / 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CDD6B-9D8D-4282-9686-E3E618BA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D9C72-F020-4210-BB9E-B3BD0097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A778E-11B1-4E48-9351-1F3E701A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визуальные примеры, собрать кликабельный прототип, протестировать первых 30 пользователей и проверить, понимают ли они причинность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14BF2-ADA4-4F9C-8959-FB9B1740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 → интервью → ручная группа → готовность платить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46CFB-894A-48CB-B55D-3F975E32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449697429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543227-802B-4D3D-B05D-2403D783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00AAE-2CA8-4F77-B478-486E6DAC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CC431-9E9A-4267-81A1-45E54F3E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1028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E51E5-2962-466D-9C49-EC3ED8C8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057275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E79154-D463-4504-B7EB-A3D2611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8858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Appendix: доказательная база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333624-788E-40C7-8FB3-5FEB0E2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Подробные таблицы, расчеты и backup-слайды для проверки цифр.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6D8B7-92B8-4F23-A5C9-72CF9648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57B2C-DE82-4098-A5B7-FFAD378E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752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Unit-экономика конкурентов по категориям.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28AB-E446-4206-B49A-363D2622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C484"/>
          </a:solidFill>
          <a:ln xmlns:a="http://schemas.openxmlformats.org/drawingml/2006/main" w="0">
            <a:solidFill>
              <a:srgbClr val="98C48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3B1384-84BE-4529-975D-350E1C14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43400"/>
            <a:ext cx="752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генерации и stress-test видео.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31FCA4-9F8C-4C57-96CC-F51173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87BDAA-2E9B-40DF-A43E-13D7847E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752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Помесячная / квартальная финмодель.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3CA58B-99EB-4CF3-9866-4EA8F7DC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FBA18-7ED0-48D8-9C8E-C91E6EB2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81600"/>
            <a:ext cx="752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Маркетинговые benchmark и hooks.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DC5DC0-38C1-40B9-91A4-2EE33F77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021002299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11AF-A4B4-4B4D-8B5D-EB99A90A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5E13E-EC0D-4366-8E14-61934BED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EAE5C-EA98-4EF7-8B2D-E3BFEFDE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BB4B5-8A65-4D84-9D06-DBC1539D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8121A-72B1-49BF-BE57-ED8E8101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Словарь метрик простым языком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A65C47-C87D-40C3-8C6F-37F43A3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71D8C-6690-4BB3-BB55-8A6EAFA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04900"/>
            <a:ext cx="914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Этот слайд нужен, чтобы Алина и клиент читали финмодель без финансового жаргона.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99D62-7C4D-4C38-A80E-0F099103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58765-4029-4870-972E-3B5D5576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1D402-E37D-4E8C-9179-3A4B6BB4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543050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5B4DC-0625-481D-AC7C-E8C3FA71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09725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Простое объяснение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EF28A-7A10-4710-96BF-F1B4850A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43050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CA2C46-BA98-4BAB-B604-3D842503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09725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важно для AURA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016EC2-E803-4C68-9714-6681931E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66925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004C92-94C8-49A5-81E4-EABF458E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D1 / D7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2DDD18-4F14-4105-BDD4-8F1443AB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66925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8C492A-FCB9-477F-9C9C-3DA202FA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33600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сколько людей вернулось на следующий день / через неделю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01D37C-2146-49FD-9D75-B57996DA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66925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429C9-9A0A-48FA-A936-15595EEF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показывает, есть ли ежедневная привычка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489B67-E6A5-42FD-B39E-A77FED75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1B730-D2E3-4D21-BDC2-93F5360B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Canvas causality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96025-D845-4C7B-B313-DC7F9AFA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90800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14102D-B29D-4443-887A-C3AF8712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57475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понимает ли человек, почему изменилась картинка Life Canvas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E8A897-A4D1-4539-8C9A-E272282C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90800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83BD40-38DE-42CB-8A8B-7D727FDD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57475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главная проверка: это продукт или просто AI-картинка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4123B9-F83C-49ED-B3D7-F0970EA5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6223FE-8863-4BE7-8A84-D451899E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81350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D035D8-8784-4CAB-A0D7-46785F57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14675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80DBA1-2B00-41D6-9F5B-1C9D4E32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81350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сколько людей готовы платить или оставляют явный сигнал интереса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81F2D4-4A88-402C-B557-D7840C57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14675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DE686B-AA44-4BE6-9F6D-B3D6DAE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81350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разработки нужно понять, есть ли деньги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FC9155-7366-4EC3-AA0D-CD685B61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F3F9E2-DE3F-4955-9A18-05C72F99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Conversion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D3F3DD-0669-49AD-B271-3EE3213E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7CD81B-57E4-4F1A-8CFE-69DD760E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доля пользователей становится платящей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A2AF0F-D782-45C7-9C1A-E01D0C8C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38550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1BEB1D-B6D3-4598-8E1D-57856E86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05225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определяет, может ли подписка окупить продукт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BC68B7-20D6-469B-AC63-AD5EBA7D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62425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43274A-A913-4304-B2E8-B873067D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0A0AA3-0A6C-4177-9E1B-78F98A5A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62425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D564D1-587E-451B-9521-6DBFD981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29100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переменная себестоимость AI, картинок, видео и поддержки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97D8A4-AE22-47F6-8A93-BB1B2090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62425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2D7B7F-AB03-4571-8498-B9F927FF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29100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COGS высокий, подписка не держит маржу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E5F4FC-F2AC-42D8-8CF1-34E17C11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B5F41F-45E2-46F3-B823-01EAD80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52975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0C5FA6-2B80-4E67-BC21-A53B7622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86300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27B44F-FCEA-4A78-8317-87B1D953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52975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привлечения пользователя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69167A-A809-4D9C-8CA0-1CCEBD99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86300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91E0FF-17EF-446C-B745-AF1EF2E3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52975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можно масштабировать только если CAC ниже LTV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708A5D0-1D3A-41D8-A1D8-3203B5E4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0175"/>
            <a:ext cx="1809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D6CB92-792C-4510-9BE6-2C0FB59F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76850"/>
            <a:ext cx="1657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C3951FB-C1E7-435F-B9E4-EF00414E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0175"/>
            <a:ext cx="3810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95A2034-F72F-49A3-8D0A-693AFA79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76850"/>
            <a:ext cx="3657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сколько денег нужно, чтобы дойти до следующего решения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1C2675F-B53C-4897-8447-1D456AE8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210175"/>
            <a:ext cx="4572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6180D9-D546-41CC-83FD-E30FE5D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76850"/>
            <a:ext cx="44196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путать первую проверку и год масштабирования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1366A5-9342-4B2C-97EB-6D8AD204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055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ACD539-5026-463C-90FD-2AEB2F0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91225"/>
            <a:ext cx="895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1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Все сокращения нужны только как индустриальный язык. Для решения читаем русскую колонку: что проверяем и почему это важно.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7D29B9-35C2-4D95-9920-52E07A74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754954396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456DDC-6B7C-4DCD-AB72-DB15A5F3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AB575-141D-4758-9D49-BDCAD8D5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F71A6-2E71-45DF-BA0C-58C41A9F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5519D-2695-4B48-AD1E-207D59A3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5C811D-7A16-477F-909F-20C7D562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мы выводим продукт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1A178-1AB1-4103-9BE6-8407E791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E3184-1055-4101-A1FD-7583B289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E7F1E-A39C-4BB5-8B40-6DD3F8C9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B0FCB8-BD1E-49F8-BA5A-7153AF8E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486351-1D35-4023-8F7D-E656A25A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480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Смотрим лидеров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EFBF2-E8AB-4583-97E9-E27DD11F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Nebula / Calm / Finch / Runway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233ED-FDE1-44E8-AC89-2E56F6C6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смысл, ритуал, память и визуальный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D9514D-28F9-410E-97C6-6F65068B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1A11B-9D71-4180-B170-CF7FC845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C5715-76E2-4A62-8933-BB2DDDCE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480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Находим разрыв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0DB1BC-288E-4F68-A192-425E2201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814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приложения дают куски опыта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204CA2-E604-4944-A5EE-777D1D4F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9105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формата, где смысл превращается в действие и видимое изменение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0B78E-E536-42D8-95DB-DB65B864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29FC29-FE93-4872-8786-371DC29E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72E409-3C13-47FB-92E0-D0F62AE8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480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Формулируем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69EF3-2ECE-499F-A4E4-F0ED0407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814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weekly visual self-guidance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E47DC-9A43-42A9-A58A-B9D23EB3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9105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становится личным сериалом, а Life Canvas показывает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86D097-C451-4343-9EF2-C82EBDB5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8CE891-27A6-476E-A402-6A35EC22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884111-FFEA-4DC3-B61A-BA8FF1C5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480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Собираем MVP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1080AB-40C5-4407-A20D-05BDDAE3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814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Episode → Action → Canvas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94DE2E-BE3A-410B-AEB9-26EFB09A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9105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проверяем не рынок вообще, а понятна ли пользователю причинная петля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34DBB1-3FAD-4A3B-A6AC-9251CA70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презентации: не “мы придумали приложение”, а “из существующих платных паттернов появляется новый формат”.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416E91-7F17-4028-9F07-2A10328A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738322021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4DB63F-0E22-494A-AC5F-B9A884FA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EF047-D201-4F70-9CC4-7DAD5149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BA296D-A703-4E4B-BC03-7DDC4AD7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E7722B-53FD-4D0C-BD26-A6808B1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94BFE-A31B-4DF8-8AFE-E8ACFD6F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 рабочие продуктовые концепции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C8F73-F243-4336-804E-F074469B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0F776-4A61-4E3B-B3D7-92E79486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57C84-5669-42E5-958B-E82F585E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Концепция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5DF1B-0D56-4530-B9A5-13D65BFE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FFE71-9B81-4D90-8ED7-A1129BF1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выглядит для пользователя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A7ED78-93BE-491A-8D40-259AB6F9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76364-D981-4241-8BF4-D76E3484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Вау-момент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685BF-BDB6-4E26-AF97-82B91646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A4239-CB64-4524-A851-623C292D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проверяет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64AEF1-B172-47FF-B76A-D289EBAD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7340E7-3C0F-4F18-9CAA-8570A71A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Life Trailer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6EDEC-E649-47DA-B996-8DF7AAA5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5AD395-5AB2-4372-B418-AFE6019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раз в неделю пользователь получает визуальный трейлер своей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D91837-A6D0-44D4-AF19-9B40A86B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A95CFC-A560-4C05-9E7A-6114F9E7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“моя неделя выглядит как фильм обо мне”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8C5C00-E320-43EE-A35C-E2C82171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50FB3-DFDA-4340-92D8-DF78C3C7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готов ли пользователь платить за premium visual moment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13724-321D-45F9-AC98-355A353C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C322CF-AFEA-4A3C-9335-54BCE9A5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 Self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146124-AE31-4004-8873-973CAC36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A68A39-47AE-434E-95FF-3F727A8C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ежедневные действия меняют образ будущей версии себя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44A15-8704-49BD-84E7-9DDAB585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7DAD6B-B7E4-4CB4-BFFC-905FF51E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“картинка изменилась, потому что я сделал действие”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314D0C-F651-4007-AE46-FEF720A4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493438-EF45-47C8-B172-71217AA8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 ли причинность Life Canvas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6E378B-3BD6-4DAF-AB26-F7C36D5F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9B2F5F-1F97-4766-880B-49BDBE62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Pocket Forecastist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A223D1-B26A-49E5-9C9A-C469F609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260E47-C212-46F8-9FDB-5D7183BD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 помнит контекст и ведет через неделю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6EEBB4-73A1-481A-AEA6-44AA1565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ED2B25-FFD9-4EEC-A733-15C046C7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“он понимает мою ситуацию, а не просто пишет гороскоп”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DF85D9-A3BC-4454-B966-C965EDA8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85C1C2-F825-48AF-A986-437F3357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ли trust + memory + weekly guidance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34E710-6E04-4215-8926-D99C5CB6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90861588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24B027-5AA7-43C7-A67A-4DF78D4B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E9C4A-9B4D-4FCC-A678-78E5F333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9B74-5718-42AF-A139-70F22E0B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D660B-D128-49EA-87E7-C5A5EF0E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E8B47-386A-474B-8597-83089848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Ключевые экраны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07869-475C-4D84-9E19-E20EDE7E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7FD02-0BF4-4372-ACFD-B16EA4C8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54104-24E1-4270-9856-2BD279A7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E25762-7A87-4F66-9AD4-40B17502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0A25D-BB94-4EC6-81F9-8D7A05F1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рождения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CEE186-1EAB-4272-84FF-057D51F9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941BD8-DB40-4664-86C4-597B3176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/ время / место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текущий вопрос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D7460-E729-4541-8C96-F3FC0E32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D0A90-0490-4B63-B746-4F159EB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2CABA-8BB6-4658-9FB7-03C213D0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A777C2-7818-4A89-8ABC-63C96CD4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26705-9DAD-4518-AEFB-B880B3BE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BA9AFA-3D5A-404C-8404-69FEF5C3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9CB113-CCFB-4913-8180-FE814C29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718FBD-4E7C-4A39-8789-FCCE8E9B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сезона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напряжения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первое обещание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1BDB82-C037-43EB-8AB4-C68C8F0B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356CC0-B6C1-4640-ACB6-4D76FA55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E00F75-0C6C-4002-846E-98F0D804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9075F-3502-4548-8C03-98C14C0D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0E9762-9668-44A9-BF41-DE406633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177EE5-1EE6-47EC-970C-B27E831C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17AA11-807C-4861-AEB5-9E5D424A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6FBA81-0E3C-4989-8181-5591A73D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сообщение ассистента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карточка действия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5347A-D36D-4038-A1E4-F4D72B80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B4A6F6-94E5-413E-8A03-626C9745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BB90E1-F40A-41FA-BD0D-F06ECCCC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165EFA-82FA-4056-9C3C-446255B6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0071A5-30ED-4E47-87AE-22E612C8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54A094-84A9-44A7-B5AE-33A52701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0FEFD6-F4BB-47CA-B405-2CA20D36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ACA75E-EFD2-4388-972A-F055419F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2-мин практика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рефлексия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завершение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6D20CE-1DD2-491F-BD1F-37F782EA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0DE02C-F3EB-49DF-B5E4-76B7909E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323D86-7BD1-4CB9-9696-2D32E9F2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8B1987-EA9D-471A-969D-9FADD0FD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D61C37-7801-4B9F-BDDE-528F2E9C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3E219E-D38B-4B82-A433-8DA196A1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6CDA41-724B-44D9-987E-0A083065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E1353C-74B2-4F1B-BFF3-55DAD156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/ после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изменилось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изменилось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93D815-E26A-466A-A4CE-EE75E143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5A2CFF-C0B9-4157-8984-F41E08EF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63C4C5-5B9B-4CDF-B5D1-80793586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AAB4F42-2A4B-453A-81F1-6621FDFF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ECA880-9777-4141-B5C0-4CD0C5E3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380BDE-AA38-4D8D-967A-DAE85828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F022BD-1D52-4CDF-A351-02D02F51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837EBA-10DF-4274-89D7-807150D2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продолжить сезон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05B643-4506-4DEA-A523-51122498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71ADF9-6CF6-4A0E-B8A4-FB161CBA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выбрать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8FA224-BEA9-4C9C-8934-6FD70A66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финальный UI-дизайн. Это логика того, что дизайнер должен сделать видимым на экране.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0C2A42-D1E3-4269-86BC-29CE29F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976505912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AF8D71-0CB2-4878-AE3F-4A6197C8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D6822-7D05-4EBC-BF18-7B4942E6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32ECD-F103-40D1-8625-B760D77E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80739-26CC-42D6-9290-5A2DABEF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233CF-5192-4A9E-BEF0-2F5FB72C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astrology-приложений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2A879-02D2-416F-BFF4-C43E2FD3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AA6D8-A2FF-4622-8EDF-2425D16C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B6FAB-F6B5-4699-9BBA-A8A3C749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MAU, платящие, конверсия. Смысл: какие платные поведения уже доказаны рынком.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332D-14B5-4576-BE59-AD2A8527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0AC3A-ED4E-4EFB-9ED6-0547445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A41F2-6150-4F03-9D41-B41A51DD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47A8DC-B235-40F4-9DF5-CA8F65CF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9C1C49-BD77-44C9-AACB-E06C5ACB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4BD9B9-A701-4042-A7BD-4CBCCB9C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A86EB-567D-4460-9B16-F2957A4A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3C79BC-B000-4652-B058-4A17E594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E05A42-A2BE-4F32-9EE6-13C3F9FC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2C538D-F62D-46F9-B316-4C0D7CED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483D99-0F37-4783-9463-5DA8F2CC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C03C89-2756-4DF4-961B-B6145432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$797.5K/мес; 2.7M MAU; 64K payers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A6FEA0-B0E6-4A2F-9F0D-3E8EC5F9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19CBC-62D1-46F5-ADC3-002A1288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$8.99/мес + IAP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9D9140-0716-4D74-ADB7-3422C463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5AC788-A5CD-4102-9C77-19E84170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должен быть 2-3%, не fantasy 8-10%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DA062-3849-46E4-9A4D-8EEEBCC2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FEB0DD-3672-4794-9D29-7FC38D8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E59A46-8A73-40BE-BA58-357494D9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D14EE6-2AA8-4FA4-98D4-A7D57262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$718K/мес; 2.2M MAU; 52K payers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D9D1CE-31F9-4363-B183-B94A6A2E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C1F3A1-24E6-4EC2-ADC3-A94C1DA4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$9.99/мес + weekly IAPs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867F45-9666-4E3A-BD1B-5879EB0E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E1DA3C-624E-4710-9013-4D420CB7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монетизируется, но trust paywall хрупкий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A2AD63-7EAB-450F-88C1-687A643D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30AAA2-A665-4035-963A-447EB322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1FC776-611E-4994-856D-3B01A3E7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8B0D4D-3A2B-4FB8-89A3-5A2DC1C1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$36.1K/мес; 160K MAU; 4K payers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9F75BC-89CC-4792-B6BF-F7224992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206334-1C4D-47A2-A6BC-9B27C44E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E26914-4B35-49F6-8133-E9EB4A3A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4AF44D-4B62-4259-BA07-B2198798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работает, но depth сам по себе не гарантирует scale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932AC2-63D1-4E56-A3AE-D174CD48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A131DB-0159-4F9D-8CB1-D1BEEC16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3DCAF9-DF3E-4659-8931-F0A1E6B0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79FDA3-5256-4D3E-8869-11D31849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$547.8K/мес; 2.4M MAU; 34K payers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37CD8E-DBDC-406B-9C8C-0FAEC671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C2FE12-1BC2-4877-B1BE-07BC7CEA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AD2B24-F0AC-43A7-822E-4F1C2124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CCCFE5-8BAE-4F00-8006-E9E1EDF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дает большой reach при более низкой conversion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3294C1-4CE6-495F-97CD-5E6B559C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27F0F8-9994-4C3C-B480-BBE85806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53B43B8-2DC9-4F94-8499-113BA456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ECF752-64BC-4AAA-B36C-F92091D7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$440.8K/мес; 242K MAU; 11K payers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422FEF2-5A88-4355-B468-6710C8B1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A41BA8-9E59-4A31-943F-3CEC3343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26595B-1F36-4443-ACD7-D3E75F55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64E936-5B1E-4288-89EA-624BAEFE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могут поднять conversion и ARPMAU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502F8D2-60FB-4E70-BF38-97F58C97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F83492-77E9-4354-BE81-BBBFA6A6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E7FC7D-37B5-4CD7-B795-BCFC239A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6FF13C4-E115-45D8-AD03-697468AA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EA26EDA-B9F1-475C-A243-6E3167BE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451B30B-23F4-4822-A094-3AAF8A74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не pure app subscription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E5D4721-AAAE-4417-9EF1-342824F8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AA7246B-E088-49EB-8348-737AA163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— upside later, не MVP core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AEBC29D-D083-44CF-8D54-402CA6BD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Источник: оценки Rev.now и публичные отчеты/пресса. Это directional benchmarks, не audited internal P&amp;L.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08A44E4-DDC8-44CC-8635-9EF94D6F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73448833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124077-9696-4725-ADF7-C70EDD5C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25C0D-4B6E-46B4-8EF7-F2B94C17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18862-AB40-4570-AB48-4AF6511D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A399C-B624-4F9D-B5B9-D24DEFB5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D905C-586E-4584-A37C-DBD9FA92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mindfulness-приложений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57929-5C12-4DF2-84D7-5F30EA32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DBCDE-F89B-4F14-A290-AB6DDA06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DFA87-5777-49BD-844E-925DEFAE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MAU, платящие, конверсия. Смысл: какие платные поведения уже доказаны рынком.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0171A-1556-4FDD-BC19-E8C97274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2169F-788B-4E6E-ABDC-02B73948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6CB8AA-5808-431E-9ACA-3FEA441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2FD39-C99B-471F-9976-7B7107CE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C8890-0BBA-4F38-ACF3-C2799175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D0899-D057-4E26-B2CD-E59D7C7D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510AD3-2B6F-44B3-9DEE-42F0D89E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C5C3-7BDF-4621-8E28-ACA8F77B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38B840-F437-4BA4-B8F7-C9348CEA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48C16-5C77-4755-8975-8F6A6866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7266C8-93E1-4941-A4B6-BCB80DA9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A0ACC-FCD5-47AC-8499-7B7AB7E8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proxy $300M/год; 4M+ paying subscribers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597AD3-8068-4AAE-B9C5-EC76A763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B18E2-FFCC-4CD7-948E-908E3296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$70/год и $14.99/мес price anchors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FEF05-64A3-4DD9-AF72-38EB25BF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93BF8-C261-4B88-82E5-AD6F17C4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может быть большой при доверии и routine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6F75D3-A3B4-4F2A-9C68-813EE4E7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D03D8A-D9B7-4AA2-B92D-1E3EC6D3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94D314-5C83-4132-845C-70D924AE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9AF1CA-209A-432F-840B-98BC8968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$2.35M/мес; 3.6M MAU; 85K payers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623E81-C5A8-4927-8BA9-481CA824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FE3864-5F8E-4A26-8D87-C1BDF672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339052-4E49-4B33-A953-35F86AA6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465BFE-9135-46E2-B227-74D863F8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может монетизироваться выше astrology ARPMAU, но нужна retention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BA7570-FECF-4CED-BDFE-727E43BB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640D83-D861-492E-9285-38BE92A8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733B4D-6127-43E1-A552-540E33FB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E9370E-36CF-42F1-AD1B-98FD8538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~$200M/год brand proxy; app-store proxy ~$39-40M/год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CD0994-0605-4297-9D70-8187A4D2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D0E57D-E6EF-456C-A4E8-0AE46D2D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$12.99/мес price signal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5E4B4C-61FA-4410-8EE4-741A90CD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94FE02-3A80-46A9-9BFD-04F0B37F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может занижать видимую app economics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ACFA5A-DDCA-49F2-AB6F-0559B814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DA7FC3-2986-4631-90B3-1231EDAE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D8BF68-7467-4AEE-A194-6BD967ED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0BACED-CC65-4A1A-BA6B-2AEA923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$492.7K/мес iOS leaderboard estimate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AB5866-5045-4A6F-9267-D9126D8D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98C817-174D-4CD7-8776-726F5245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$19.99/мес; $129.99/год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F044A3A-48AE-4BDB-AD84-5BEA8474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4A45A3-87D8-41F9-9D68-DE764C84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может оправдать premium pricing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FC10DC1-3F0B-4D71-ADEF-86F12605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A3765D-F178-4354-B8A4-E403215B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06E619-F71D-4ACF-9487-64DE84C5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868A73-8CC4-49E2-87AB-5B132F21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$180K/мес; ~317K MAU; 11K payers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D1BA36-6A34-46F7-B215-39BB0B4B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91F9DF-4A2B-4475-BE8A-D0E4F86F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ED71DFD-FC05-4ED2-B6D1-7C8DA340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076D9C-31EA-4B35-AA2A-375F132E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может outperform generic meditation libraries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B425D3-B098-4352-88DD-79B4C738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787856-E315-465C-B14D-1165BDEE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DE10F95-C436-4FC7-8C00-6931D04E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9B78A4-5470-4E35-BA83-13D790A7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$118.4K/мес; 629K MAU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8CAC39B-41DB-4D53-8A83-58A1FF18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F41E87C-46F8-4045-A9F1-50B1C8CC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A427609-7400-4492-A8BF-61295621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ADA1437-C6D9-49C0-BCAD-2928CE40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большой MAU без сильной monetization все еще может быть тонким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CAE70FC-52E4-4271-A676-16950E42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взять daily ritual и annual plan logic, а не строить гигантскую meditation library.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293F833-C08C-4B8D-B325-D0574154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7755394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F84995-0FED-4554-B1C6-6AA42433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BE54B-9048-4C49-AC74-7D49D610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946A3-8C21-4A6A-A504-5A726C20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1BF42-99A8-4D88-B177-D4FD3D62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FA497F-6096-4734-ADCB-691E61B0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AI companion / avatar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220F4-BBD7-49C1-B015-4739988E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27C74D-8F10-44DE-A451-DA43DCDE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C24BF-19D6-463C-9F17-43BE6BBE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MAU, платящие, конверсия. Смысл: какие платные поведения уже доказаны рынком.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09216-DB27-46E6-921F-2551C992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6B240-D99D-4905-AD90-A5190719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22503-5B70-448A-B52E-C66ACA73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DE330-AAC7-4A79-8C87-930AB2D8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4CC8D-F50C-459D-BA7A-2CA0F6BF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61A36D-F01C-40D0-92FD-522E2AF7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 что платят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2C1E32-A603-4989-97D6-F5E6B679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78FCB-9D18-4681-B9F9-1F54B88D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07995-D5EF-4BC2-9D50-7B02767D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14A11E-92AB-4816-92BC-D9FF3210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020245-A47B-4B7F-B9D3-ABF9AEFB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FFF881-5D85-47BB-B22A-AD92EA3E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$9.99/мес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CFA5B-F81A-4F7A-A4C0-55EDE8B5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E9CD48-96EA-4D35-947D-F3EA3ECA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C7680A-C95D-40D8-80CF-C1D14C8B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43F5E-4BA2-493C-8FA2-554260D8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может монетизировать engagement, но inference cost и safety доминируют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884E0A-2979-466C-8BCC-E153CB26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F3AD2-C632-4249-ABF4-852B9CB3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30EA15-3A86-4B73-A85A-FE2A723D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6068C1-5977-4490-B2D8-3E2EAEEC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$2.36M/мес; 99K payers proxy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AF3897-1445-44E7-A0D9-9E7B0628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83EB67-013C-43A7-8ED9-54D63F40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46464C-BAC5-475E-AB24-7B2B98AA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06868E-8128-4EB7-975E-9014D9D4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 платят за emotional continuity, не raw text chat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719A98-2DA5-454D-91E8-0DE049D3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74A085-BEDF-4118-B295-B83A46EA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2C84C5-6F0B-4381-A529-DF89496C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D48C68-1D7A-4771-BC65-48298743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$1.5M-$2.0M/мес public estimate range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895637-D6CC-48A5-A841-A414255E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1D3BB3-616D-46D7-B9A4-48346409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F75A0D-BE0F-4ACE-AA7D-EDBF3908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7F3E2A-2BB7-405C-98D4-489561AB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могут монетизироваться без scary “therapy” positioning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8325E4-DCFF-44EF-8AD6-B6A6C5DC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9AE4-2367-4A6C-8D2F-034D8362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C27B93-174F-4A8F-A387-77BCBC60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EDCC84-EF5C-4364-99ED-4B10ADD8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показывает, что avatar video — paid compute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B343E2-5E4F-495A-B743-BBE141FD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CDF5AB4-71B1-4444-BE86-8F0D9894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или plan/credit based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9E7ED7-BC6E-4666-A432-CB367DB8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760906D-6B17-4B94-8623-F3B9172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— premium event, не free habit content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935E01-BD6D-42C1-9202-33AA9E5E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D75CDE-6ED0-4875-9263-D9CE5994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2AD44D2-B492-4858-91A3-0C7B152E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D13759-BBF4-434C-9228-AD2575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$9.99-$14.99/мес + tokens target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8F078B-3EAE-40DD-AC47-DE243869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DC98BA3-97F0-4D42-995B-88624CB1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1819267-1CC8-4E49-AB66-1C11C4CC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DA3023-3173-4543-98B2-E57CF601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должна быть cost-controlled AI product под premium visual wrapper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53F9DD-A0EF-4C35-A11C-D9EF4F0B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Аватар — не декорация. Он должен помогать пользователю понять, почему изменилась неделя.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11A5386-999A-4805-BA18-2EFD5508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491380812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EC49E-48AA-420A-A127-8E9FDB46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475EF-FF1E-442F-BFBB-FE5FE0A7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701DD-323C-469D-8EFA-D4E3564F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617D1-9275-454A-8617-61126F4D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13D27-9626-4D6C-BCEC-31FD9E8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Бенчмарки стоимости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107F55-5D50-473E-88AE-F3CC677B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672A0-D2F0-4A5B-85A2-3BDE228C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C6C1F-C2C9-4E73-8A1B-F44DD402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себестоимость free и paid users. Смысл: не должна ли генерация съесть маржу подписки.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63CD6-4590-444D-8F29-B6C81CE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84BF7-9678-4FDF-80AE-FF350DBC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6A4648-C21C-4225-BC31-76105EF5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D5BDA2-ADDF-4642-892A-03AF9517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48029-D4C1-45DF-9C19-9FA9F9B7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23940-5381-4444-BC84-82B5EE7F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A1689F-B7C4-4B8A-A12A-A8A330AE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235C3-A6AD-4427-B012-9ED6EE3A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94689E-5EC6-4219-971D-5488C4B0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3CA0B-EFB2-4474-8ED5-5B6990D3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29AF48-ACD6-4BB8-A8B5-C90604D1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477CA2-74D5-4D25-A328-C73A5B88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9B261-9227-4CD5-99C6-5ECA0B74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D5E068-4C7E-43EB-BC5E-2AADD444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983B03-AB25-46A1-B2A5-F575BA35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38F1DE-5F28-42F7-BCBF-C81E2D87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дешевый, если prompts структурированы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4671F2-1CFA-4983-BC4A-FA7B67A3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2BC02D-28D7-47B9-AC11-BC871F04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D778CB-0ACE-428A-8B89-A5DFC95E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9B6811-79B6-412F-A472-4ADAE1E9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831C21-6577-4B0D-BE3F-039B8DBC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C6469C-1A2B-40C7-A4C5-1AA77FA9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C8CF0B-7947-475F-A53B-108A2BAF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8824C4-44FD-4C9C-BC0A-A472052B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можно включать, если image count capped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504AB4-9733-4662-B7D4-9922569E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52B520-DFC9-4678-8DE8-078AB2B5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40A579-AE05-420A-A3BB-84A0DCE2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7574F6-3986-443F-9FE1-0C8BCB90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6F5DED-BC84-44B3-84D0-7B43C47F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758644-A25B-418B-BCC6-3432696D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7C668C-3D7E-4102-ABEF-886E0B71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9518E7-026D-4E4C-95CA-CAF15F1B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нельзя делать free daily content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D88554-E7F5-4D72-9349-FCC897AD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CA5CB0-D7F0-4AB9-9303-C0BD1325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1B97CE-93A0-4DB6-8FCE-6CE813A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C6CDE0-9966-413F-99DD-6E5CA63D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C96746-2A81-4F74-82C7-849034B5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3B1C1F-5868-4EE8-88C7-3339C2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AE3783-53A1-49A4-9BF9-1625E255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CF83EB-F095-4704-8DB4-92B579E4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подходит для тестов, но нужен retry budget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A84902-AABB-49B0-91F5-47C6A01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1205BF-005D-437F-B317-E5446858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5FC980-4239-4460-BE7A-C8F553B5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4337CA-1B54-453A-A384-2EEFD717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0634A-3715-4397-ACA9-382F667E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BBEB0-3071-45DD-A7ED-75E89269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C24407-D545-4F6B-B0B9-F25B3A8D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C10275-261D-4617-B8B8-7AEADE71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лучше как paid token / milestone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C4472DA-17AF-4B2C-ABD9-8F97824C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CCD6744-5979-4A26-AAED-37D07AFD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545B3E-5554-443F-8DC5-DCD655DE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11A454-7201-4D39-9795-1B490428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67C777-21D1-427B-A2E6-904ED41E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6956414-6C74-4DC2-9AAD-4E4DC859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1AD1408-22A5-4C63-B4F9-49A2356C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64C067B-7B3B-4436-8BC6-46C4D3CF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не default daily loop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1BC2A84-CE03-4F38-A36F-9A8AEDAB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66EC446-40DF-464B-85B0-3FFD61E0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EA216A4-DC6E-48FD-A4B1-65DB8B20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BAE075F-08F6-4FD1-8311-9A249EAD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D53796-9DC6-42DF-BE7B-1F68D020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219F3FE-7387-4A96-885A-A173C140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D85D8BE-81AC-46D1-A8A3-22AA5F0D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8E4D1D7-4583-41F3-A3E3-349C1B91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но limits/watermark/credits важны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B124FC4-4F00-41BC-8AB6-38969679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Все цены — public API/pricing-page signals на июнь 2026; exact billing нужно перепроверить перед закупкой.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9D13BC-6C66-4A80-B79D-E1827283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Источники: OpenAI, Google Vertex AI, Runway, Replicate, HeyGen, D-ID, Luma public pricing pages.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350A065-9926-4F5D-B871-EB783366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464516111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58B1A4-D8D1-4811-A1EA-EF662F1C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7E2A7-2EEB-4228-8D1B-D8A24937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AD365-44B4-479B-94F6-75C4F20D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13953-8A32-4DCE-AA90-CE6F31E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EE2A8-131A-4290-AF89-D635690C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пользователя / месяц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3C029-0AEE-4D31-98E3-FB66339A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2E578-6400-4D52-A64A-E790340B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093EB3-BBA6-4C9E-98DD-F4E63A29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себестоимость free и paid users. Смысл: не должна ли генерация съесть маржу подписки.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131CA-7EEE-45E6-AF4B-453B45D3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507933-C322-434D-8E8F-9F71239E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Тип пользователя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00207C-B688-4F00-996F-0D53C47F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94D86-6898-4A69-B1E8-79ED5F8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EEF3A0-56AC-4756-A1F8-6B2EA969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C332AB-9F60-45E5-912F-211C023D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8D65B-4B3A-4AFB-94C8-C0678365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4315FE-E3B1-4B3D-86A8-41BDD7C3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Бизнес-смысл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055869-1826-4C37-A093-925C0C96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27C8A3-D6E0-4AD6-B5A4-C1C45EE2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3467D5-713D-4D0F-9CD4-D95B06EA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E00BB9-3F18-4B2E-89D2-7999C8A2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1F2659-1DCF-4134-9A6F-BCC03698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F0EC6D-0387-4B7A-84D9-13DD67E0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D10CDB-FB1B-4FEF-AB3B-C2AB1D6E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5636BC-E8CE-4428-8AA2-A9089B90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безопасно, если onboarding capped и нет free video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81E87C-3B8E-44BD-AC60-66C40853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70761F-D210-45EC-9FD8-BAECABEF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8D123D-FECF-43B0-B466-51ACDEA6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2608E1-3932-4999-83C2-32BE0CFA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AA772C-75E8-4995-968D-8D174756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1236F2-9B59-4680-87BE-4EE6E326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150BC3-B288-4F24-8D71-4E9E2559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408052-764C-4A11-8B61-F30EEF23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допустимо только если видны retention и conversion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EF2575-34B8-4B32-920B-319547B2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381C00-B450-421E-82EB-5CD552A3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с Runway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971F98-9420-4458-AAD3-C6B7DE96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EEB16A-A239-4FE1-A4B3-FE6E6E45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cards + 30 images + 4 weekly 8s videos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641FB4-6DE4-4B9A-B408-52FB23D1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8A8D04-C649-45FE-B183-7F4D76B5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 / payer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1BD134-5A33-4E45-A19F-D89DEB23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EF73FB-6625-4C7F-B06F-4385A3DC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 может держать margin при capped retries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15EEC7-DBC5-40DD-99B4-96FA8244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0BAE1F-0C9E-4AA7-94B4-8FB36193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с Veo video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5B1BB0D-895D-46D6-B911-9722DD59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C4BDCF-75B8-4D9A-8FBF-FAD4A0EA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four weekly 8s Veo clips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59D3A4-8962-456B-94A1-2FAABFCA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41B590-C97F-4848-BB9E-609A2C46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B04AD0-371B-45F8-A753-07EE865F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738E29-BAB7-4585-A462-027002C4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слишком дорого для базовой подписки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E8A591-0F13-49FC-97B4-5BDFE9DA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263E8F-E8A9-4C99-96AD-D9787D1B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avatar token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BB8382-5FD6-4486-B900-726C0A8E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4077F5-C3B7-4677-B660-BD63B5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talking-avatar moment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2B36BB-FBDF-447B-A515-300416EA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A6CD0A7-2F2A-4262-94E6-D45EE755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$1.50-$2.00 per 30 sec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E2DAF0-B6D5-4592-BB75-D4FED69E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40AD06E-C565-4512-9FFD-B6D3D56A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отдельным pack или milestone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15B53F2-9C50-4ED0-B370-C8ECE423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52434D-A284-4CE0-A91D-AB549F72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High-quality video token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F2D600C-46C1-479C-BD4D-01779F71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20F9F2-024B-4B6F-8B4C-B17E9F87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/ Veo / premium model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262461-5740-4E8E-B4A6-63994916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01600DB-DDA0-486F-B99C-EA5CEBF7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$1.92-$4.00 per 8 sec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0556D1C-36AE-47F3-8008-064A5762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9DCD38-2D83-4BA4-B76D-E93A8AE1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3EC2A3F-CBA2-4CDC-948C-E696DD22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4C9848-6CFF-46E4-B78A-F650BDF4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DB68EB8-7DDD-4F0F-8350-CAE1FDC9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product может быть дешевым. Weekly video жизнеспособно только как capped paid subscription benefit или token.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4949237-39B1-4795-8C3B-D95805E6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496780598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3866F9-C47E-46CC-9389-13BEBC0C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DFA8B5-C68C-4E0B-BB82-7C55809D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2E09C-4898-47F7-BE20-1C98CE20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A9BD8-A709-4D25-9944-AEF1C956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61E04-BA96-46DB-89DF-83C2D1DB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Stress-test стоимости видео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BB1FC-2486-4189-914C-CBB43044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28ADC-183C-4D90-8953-0E1351C2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CA6C8-0AAD-4423-BD48-6FE29A47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себестоимость free и paid users. Смысл: не должна ли генерация съесть маржу подписки.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276B6-16CF-48F9-8CA9-BD23FF67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4D080C-D430-4065-A354-E221958A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9FF8D-597B-4E54-BEB2-47E6C0E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BEAE93-4BB2-4B63-ADBA-15AC1C3E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F4B5F-8F1C-4CDA-91BC-65FFDE73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D21AAF-459D-47AC-A0E2-34FEAFCD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E4642-5C3D-4993-8109-567B8BC7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3870E-BBAD-4B03-8179-62BF63F5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7A7DC0-7A68-434B-AD62-477E3506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B174DA-E995-42C0-9DF7-E7B5C29A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36057-5415-4660-935E-0E7DF8EC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99D4BF-F44D-4777-A2AD-A094553A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Runway clips / payer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55C4E0-F72A-49E1-864D-1989083E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CF6AAE-40DD-4719-BBA2-06C5D254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1D0EC9-BF7D-468F-B185-3EB1239D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94F73D-B5A1-45BD-A186-B504D64F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B97643-716B-4A13-B76B-D521404E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530F9C-786E-45BE-9850-ABED8F1F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290CFD-CD8F-409E-843F-E2299BB1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CB1D27-FAE6-4DD7-BD53-63E1EAB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жизнеспособно внутри $12.99-$14.99, если paid cohort реальный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25A738-A745-446F-B3E8-A7E88127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5C2FD2-EB81-4CED-8992-15E09F4F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Veo clips / payer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9A302B-87C3-47C5-84E8-564586C8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B3E755-B45C-4CBD-982C-8FE6EF38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DDA91F-1769-4D6C-A1B7-7F7A849F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2074E4-4422-46CA-A9FE-6C971095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462955-C836-4B78-950B-56F3B38D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A8AA82-8913-4F44-8699-BC178AAF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023E93-745C-46F1-B2DD-4B4328B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1E5DC0-D284-45AC-9746-792D96F3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жизнеспособно как base subscription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DAAC62-F036-4213-A291-9D638B65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74BFA6-983A-40FC-B611-6C0E6F3E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Runway trial clip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6296B9-EF3E-4FA4-A785-45071A49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765086-F370-48A0-AE2A-E844D895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C413AF-CE99-4292-8CBE-8167E42A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B9C124-1A86-482A-9647-5EBC26D7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53642E-4F3F-4BCE-BAA0-BA76898F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EBBBD6C-A6FA-4E13-B5CF-E1F7B8D9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9A301A-2CFF-4812-B833-A1753E16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F3D5E4-9AF9-4788-AF16-1C4D0D7A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резко поднимает paid conversion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29976E-4E9B-4AD7-BAA5-D0C59AE7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DE77DF-AD88-4609-91F8-B87D8860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premium Replicate/Wan clip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B1F6B3-63E5-425F-ADDF-8A460ECB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D03A467-9974-4E91-AB58-B6A50987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B35403D-C769-49FE-9DEA-BA5786AB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B36DF52-7D2C-4FCB-8481-8E323B98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5B72967-32A7-4271-86F6-A8443983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6D61D1F-109F-4E58-A0A9-9A1C49AB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D40291C-619B-4505-8767-4998C956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4A473B8-974D-4501-858F-EDDB16CA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 $4.99-$9.99 token или bundle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D8851DF-CFF4-4E04-A287-84BD434A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E3E9EFF-6064-421C-B584-BE7EC8D8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A008BAC-0609-48B7-91ED-424E3C6D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82DACD5-CB67-4534-AD16-5E4181B1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5747475-6F48-40F8-BA0E-8FED4A81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D481F21-4911-47A4-9F4F-8DDD3389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8033A31-9FF1-4754-B58E-8C1900D2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4B408F8-CB41-4404-AC11-281A2368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8A06AAE-48F9-4DC0-BF0F-3A0C44A9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181EFC9-3CC5-4256-BC05-10B93EBD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для premium forecast / assistant moment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9DC243E-E37B-4804-B08B-EAB83F00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E8D93EF-FF19-46DF-ADDA-4B59206B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Life Canvas images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F0FC00-E13D-46DA-BA40-A0D649E9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3E81A9-F0B6-4417-B392-359C7004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$60-$120 COGS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B6F1ADD-B165-4E6A-9981-87FADF3E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9D6F0D-9CB6-4E7A-86BC-52FD3A48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$600-$1,200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F811CFC-092D-4F52-81D4-6964842B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5FEC353-120A-4F2C-A543-D9E7F267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$6,000-$12,000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3F1AF38-A9AB-44B1-9906-F9DB26F9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66B0F26-321B-46C5-ACD9-418E5B62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только для paid users, capped retries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10475A3-3A54-40BC-BC21-33CF9F64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Решение: Runway может быть weekly subscription video; Veo/avatars остаются premium или later.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AF4B9C-CA77-484C-8BEF-0CE32495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119854594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AFBBD9-432F-4894-9458-DEAF0AC1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D031C-A155-412E-B521-4E94FC2B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0D303-7054-45AB-A211-DDAD91F7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8AC5A-71A6-4AA0-B20C-D714C2F9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F16E0-ABAB-4E6B-A37F-7DFD6BC7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Базовая финансовая модель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CACC2-2E19-4A1C-8EAF-3B065D09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67F6F-0B63-41C8-99FD-A43BC2AA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07FEB-EB55-4D3F-8913-E66AD922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AF39F-727B-49EC-AF5B-F14C901D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757155-02DB-499E-A205-AF73EC72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14CDA-E829-411A-86D2-DF5E95C4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ECB7B-F852-4602-9C6A-9E72CA40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578E9-C7F6-47AD-B60C-85203C16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5F7EBA-0C14-40BD-91F4-4235D78A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FDC072-EAB3-4F1B-9300-EF821560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A1EC81-CA27-4B30-BB3C-89583A85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25601B-67CA-4061-86E8-0DBABE26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DE0E1-9946-4275-A3A9-2D1BC4C5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99B14-B341-4A49-8C8C-C8243348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20BA87-1330-4A05-A493-4C791C2F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61FDB-703E-4344-A2EE-2D640E1E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52CCB2-2273-4FDE-88C5-463704A3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9E52A6-2469-474B-88FE-CA886047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2BC458-4CF1-4224-8F09-10A7652A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CBEC47-06D9-4717-88D2-BDC4132B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9DAB31-0608-4B20-A497-05F0BCEE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4F542B-033F-49FA-B3AD-CC7FC69B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30C4B5-7D9A-43E4-B79B-72015519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57B0D3-6CF8-46DF-AA5C-CC3E0204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610E74-923D-4D6E-BD2F-164FC768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CAFD2D-C54D-490B-AA9C-16ADE88E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918702-FAE7-49F2-9DCE-0A160003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EA539C-9EFE-4DA8-9234-94143D30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F6A67A-F2DF-40A8-8DB1-EC9A9C15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$12.99 blended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FC728F-E368-44B2-83F9-438A6606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166D19-EBF5-467F-BECE-05D98343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E7ADE3-1432-4FBE-9EAE-0E504E98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BBCE36-25F2-4AB6-96A9-67C65713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$19.5K/мес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318D75-19C0-4905-B337-620F4F25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DD1DAD-FBF9-47BB-A419-9B1C48B2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$87.7K/мес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7192E4-3E06-468A-BCE1-1902E5B1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E41AE7-9D32-4228-94AD-31DD4AC7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после 15% fee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0E844C-89DD-4432-9A9E-AD175DFE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8DAAD6-936F-4C13-AEC4-BE7EBE97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$1.7K/мес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39B394-72E2-4F08-9C1B-06E81020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2298DD-7B6E-4E64-B3AB-D6B2639A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$16.6K/мес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B4EC93-FD7E-4755-BA5C-2EA7BE8E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98BC18-789B-4893-B5DA-C0DBB798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$74.5K/мес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F06865-49DE-4F7E-A38E-964FFE0E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9EF12D5-710A-4D57-81D8-AF3D2ADE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34CAB2-6700-4AAC-AC7C-C488AE3B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624436-5768-4EA7-AC3E-CAB8EFDB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$0.4K-$0.6K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0D0BEA-9F8E-47A8-99F6-ADD0EAD0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7455BB-0760-49E9-8134-44937875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$3.6K-$6.1K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CA38FD-0568-4FBE-90FA-8B6784E8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2F5C1E2-1424-4C87-B50C-5B737159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$16.2K-$27.3K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1E083D0-17D8-4CB9-A6B6-8B3C3DD6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8C4935-B759-4738-AC4F-CC3B330A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23127F0-DD25-4B33-BFB5-B943B798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1F56294-51C2-465B-96D5-5F413634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тонко, пока не доказана retention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822E746-4E7A-411D-AAA2-3B4214AF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F60C9A5-E77B-4441-94F2-9C0224FE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при capped free COGS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41B2C3F-B1DA-4E00-8650-886A63C1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3A5E271-10FC-45EA-94E4-ACB9B4D9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сильно, если annual + token upsell работают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AC11B9-7AE8-45AB-9177-3D9F051A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model считает blended price $12.99. $14.99 — верхний тест для полного Visual Plus с 4 видео/мес.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910A412-7473-4023-B5E3-A3072AED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A704339-E1F4-4E34-83E3-8A5824F3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2000881883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43C0ED-2E37-4DC7-8CF2-C0C007F4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52274-33EC-456A-A3C1-89957678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DADF9-8342-4DD4-9981-99DAB2B9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3F4-A832-4D87-84B6-D2302382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09F80-046D-4C40-83E3-2CCA20E8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Операционная экономика при росте пользователей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61A10-10BB-4C90-B6E9-DC31AD5B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7A5B9-60F8-4C35-BEAA-AA817402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39235B-F13B-4339-8B4A-4D437096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A3482-72C8-40A5-9D77-BBE94995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DBE840-4599-4D07-AAE4-ACA28CF4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Показатель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816D3-D376-480B-9408-271858F3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7D6264-8C0B-40B4-800F-DA55FC01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46192-51F0-4CF5-B171-ABF87CB3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2BEFB2-9F25-4BD4-93EE-D32231B4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9C29D-E1B7-4F40-ABF8-9234558F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67CDB1-12EE-4608-91E8-8A62238C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EC8F7-82EA-4719-84D6-852B8866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5A14B0-ED1F-4B92-A150-40BAC67C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Платная конверсия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4601A8-668F-4C0B-BC44-5EE18F74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CA3888-DEB7-431B-83A1-34345752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774634-8EB2-4CE3-8744-39057201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9E5EBA-FCE0-45BF-A4CE-CC1250FF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142F87-8BA7-4EEC-83C9-22E02F22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71FE62-40E0-40AF-A548-9907F69B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6380AE-9F0D-4813-9E6A-E136BAD4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A93B3-DD7A-42E8-A9B4-4F0E41CE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Платящих пользователей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C4C95F-82E3-46C1-B079-714731E6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33F95E-DEF5-4186-8D0E-3F68267F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B8F6E9-A59A-411B-9429-FDB22DB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6CE340-DF75-4965-A680-E383D6E8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82962D-97CD-41C4-A9F1-E9A2FE42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F89A73-DAE0-4DCA-807C-D7EDB736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1,750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F42F7D-615F-4DC9-876F-F549D61E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CE31AA-CBFF-44E0-8E1F-B52FCA1D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после комиссии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19D143-5611-42F1-B39E-39BCAE10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092485-CB4E-4EE8-BD45-5A1F824A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~$220/мес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E21A2D-3669-4AB4-B808-71CC668A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C1DF09-D754-4AFE-BE4A-1DA0C665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~$3.3k/мес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7677D6-53D6-434A-B76C-E96A79F0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A53502-2EA8-4F7D-A135-94C4ACC3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~$19.3k/мес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811F07-F69A-49D4-BD4E-178FEF3B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F82D80-C6CA-4A3E-AA38-2CBDE3F2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CF6664-E90E-4DC1-ACB5-9D335B14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39E166-8D1A-4C31-9AE2-89948D9A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$50-$80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BF5106-7965-417D-95B0-C2097D68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6BF674-FB69-4246-8511-9B297FE1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$0.7k-$1.2k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AF3125-9E02-47B5-BE8E-8DCDD801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E123C6-CCE3-4516-8412-6C00E17A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$4.2k-$7.1k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1DEC72-5887-4048-A86F-85C77BBF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486EE8-0795-44AE-BDAF-3D5843A3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free users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E24E70-627C-40EF-BCD8-0FF54369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7983A00-9487-4480-83B5-72E21D67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$100-$300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452884-2829-48A6-A521-E7963E21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3783DC-0A04-4CDE-96DC-C6EB435B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$1k-$3k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95E0E5-9D9C-48C4-BA3D-A897F904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9E0EDA-25CB-4339-B405-3F28B671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$5k-$15k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9E04C0-DAF1-4430-ACC3-48EED6FB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3F3F8F1-D236-413C-8307-D3D3AF30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Инфраструктура / support / tools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5C8E2D1-343E-4E31-964B-850033AA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791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FA19622-3B87-4265-9C89-FA58F7D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857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$100-$300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B00C32E-DBBF-4E6E-A8C0-F6B5839E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91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B139249-D900-424E-A331-FC04F0C8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857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$500-$1.5k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0ADE6B3-0D8A-40F2-8B7D-932ED829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91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6B938C7-8A70-46AC-AF08-356D21D6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857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$2k-$6k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7631591-31BE-4B7E-976B-BC1A15AA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BC4F20F-38CF-4D61-AC06-8DF2F69A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43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FFFE37A-8631-44F8-97AF-43B18B93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6477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2D638A8-4F60-416E-8A95-0A3D1387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6543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обучение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B9F7A8F-9DFB-4126-B19F-CA8822B2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477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B9C1AB0-2B4F-40EE-B6A4-492F896D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543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первые revenue-сигналы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CE7C022-46FE-4B7E-B646-1248695A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6477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E1EAFF7-EE59-423F-BCC1-18F190B6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6543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может стать small business, если CAC низкий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5C34D65-A4CE-4C85-AFEA-88EC773C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853624964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148DC7-D537-496E-A20C-5D4E509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8CCA8-2FCF-4FC4-A788-992E6A16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5E2AA-04D0-4A0C-BB26-E5152EDD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367A8-A188-4A26-8B61-99483AE3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6E265-C2C1-4AAD-8891-A4DED47F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Помесячная финмодель: M1-M6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53B6F-6EB3-4650-9382-D7561643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3B29D0-1E5B-49AF-8C5E-9A0153EE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CB0B8-DE54-4236-93D1-D7D8EEDF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DFFE1-F4CC-4D98-A177-160836A7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4B24D-1C66-4FD7-8F60-37B2CEFD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192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AFFA3-C4A8-4C61-895B-ABD80580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525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28CEE3-21C7-4418-9D25-34815544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192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4712B8-E9F0-430F-9E1B-5983F594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3525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753BC-CA12-4F4C-A422-45B8A0C5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192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MAU / платящие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45342-447E-4DBC-B561-19C951DA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9680D-9F80-43D5-86B5-15DDA0AF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6641C0-DEEF-49F1-B5E9-70CA2CEB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67267F-AB1C-454C-A0E0-689BFDC9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849D0-59FC-49AE-8422-B36D2639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525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D2C725-E114-4A1E-9F5D-F4EF95F3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4192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Нужно денег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5A0A70-E900-4F70-B2E3-0D02C90B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43203B-5D11-4E1C-9663-EC29CFC3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D36720-2C99-4C2B-91E9-DE4827CE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905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5EF635-9DD9-482A-9697-52A53B7F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sprint: визуалы, лендинг, интервью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DD9088-AD5B-47AD-A08C-BAC31DF1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05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B3CC5D-F871-4D15-AA4A-9F3CA6B0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716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0.1k / 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0845C6-4BEF-42A4-993F-6530269D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5A906-A148-4BF7-9E2F-DD3FEA6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FE7ACD-1D4D-4C48-BAA0-28D5D9A8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F5D4C7-A6E4-483C-A54F-5DF7D82A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€5k-€8k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975222-324A-4625-AB21-0735FE01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D4E45B-E014-40AA-8D4E-ADF3D919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716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€5k-€8k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C017E9-B233-4063-8557-D16EA8E2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05AB05-6CD0-402A-9A36-1295FBBD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B258EA-EFB9-4575-AF28-607A628D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F860B2-AB01-4EAE-A70F-ECE12D90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241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+ first cohort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2621FA-9163-4000-B293-8CCDC474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574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0169F8-E34B-48DD-82BC-84B2533A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41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0.5k / 10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571BF1-A097-42E3-925D-D1D6008E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EBCA77-03EA-4723-8EEC-DD0C1236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$0-$0.1k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6C5B46-CA4D-4DD4-AAE5-F0E60FD9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895EDF-4112-4430-9AE1-90933F8E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€5k-€8k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52F801-06A7-4D5D-854B-C8C9B1AB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CDFDED-AC42-4660-BA9F-5C41BCC5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241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€10k-€16k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C289823-76F2-4EC3-A116-5BF4965F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1847B2-565C-458A-90F7-3F5376F5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651A9A-5C01-4003-98FC-4D38359D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099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C7080DA-5D12-4D57-9D32-6E6B3B4A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build: weekly loop + paywall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8935DE-35A6-4D6C-99AD-F350EBA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099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F01C90-EE9A-4CCC-8332-D4403162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765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1k / 30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F2E33F9-6764-49AC-BE35-1172CB48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1C3ECC-1A10-4F82-BFD4-BEDC0AB4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$0.3k-$0.5k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DECA4CB-C7F7-497D-A3B6-E1FADC2C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7CC9BB3-EF36-4C84-80B7-73B98A55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€10k-€16k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9743138-01CC-4D77-A5A5-CDEC2329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099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78DF30F-F05C-4DE9-B2E5-98D797E7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765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€20k-€31k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F5C6980-127F-47C1-84B2-4C9B84E9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F2DF44-2B9F-43F5-9565-B3850C4C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64F8511-64DF-4516-872A-886F9E5D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FBBEA3B-2C78-45B0-8001-FDA35ADA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290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private beta + manual generation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D780072-92D0-470D-BBA4-92235F3E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623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DD1FB8-CEBC-41D4-8A27-7A0A5744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290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3k / 80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B917AA4-ABC2-4FD8-86D1-28D942EE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0A110D3-52EE-48A6-AD78-E686FE64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$0.8k-$1.5k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68E2A21-7D71-4620-8F96-536E6C71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E29F102-1C40-4E7B-906B-C23D8511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€12k-€20k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DC1EDFA-1569-4838-9A80-5FEBD581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390C04C-0F27-46A9-8908-5A41C8FC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290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€31k-€50k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6EADC95-C921-4A69-BC88-FA671D07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8993A79-2D3F-4AFB-BA69-23F8E64F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M5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E577D7E-15EC-44C9-A91D-1B680FA1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E1968A7-E8BD-4CEB-ABE9-91F420CD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814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tests + COGS tracking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D5FB0B0-736F-4201-9745-0A79B921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148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5EA340E-8326-4234-B6EE-B49BEB73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814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6k / 150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E277B85-B074-41DE-B5D2-61DF8759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FFF3FB8-A485-469E-97B4-B1663A6B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$1.5k-$3k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4BEC97A-5764-47F6-9083-5098B858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FF3878B-E70D-4BAC-96B8-461C8006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€15k-€25k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ED17EDA-61D6-480B-9504-686712B4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4693AD-5C70-49C6-BA61-7CF97375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814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€44k-€73k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1558CE5-9B35-4246-8AED-299D8E4F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AA03996-368B-4011-B157-4D85C10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339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BDA8BAA-1061-45E7-8C2D-49B0C13C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672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4BCA8EF-CCAC-426A-B9C8-FB7974D2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339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paywall iteration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73E60CB-00CA-49F5-AFC2-208AF6C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672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C0BAD5E-53F6-44E7-801A-51FB10C4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339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/ 300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BF11754-812F-4124-BD7F-9F8938C1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D41F860-E74E-40DD-A9A4-D58710E4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$3k-$6k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0B122C9-6EE1-4DB0-A339-2409D38C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0CE2C59-F48D-4C8F-AB25-2D2A7E42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€18k-€30k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51513D0-3EE2-4F9B-9F42-44711FA7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672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CCDEFFA-34F7-4961-8D18-957A8ABA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339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€59k-€97k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2BC2EE1-CC9B-40E0-9633-EB9AB508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Первые 6 месяцев — это не cash-out, а поиск петли: paid intent, retention, COGS и понятность Life Canvas.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40125FD-CEDC-441F-B26D-EEFDDC3A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34173839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9E46E6-CACE-4908-8A39-F3CF3A10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2F6C8-1CD7-47D8-A457-74F36AED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73BAF-7D82-42DA-8656-92DBBC8B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A55522-E9BE-4FB0-9820-BA7EA817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208AE-4EED-4B7D-AC49-3AEF5DB1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Помесячная финмодель: M7-M12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47008-5004-4329-8FCF-376B5D54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0B97D-6975-4FF3-9765-646EBBA9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0BBAE-E88C-4657-9DB5-58FF5C92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E89800-CBB3-4096-A222-4CE94D1D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5D341-69D7-4B3D-B939-216F1C77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192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9E5DA-CD4C-4E14-BBC7-8C46AFE8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525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1C585-D757-4DEB-AB64-AAB58A67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192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B741FC-51CB-4097-AFC6-9A21ECE4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3525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4B124C-CC79-49B9-9982-C74836BD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192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MAU / платящие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9129E0-5CE2-495B-8B48-6CD4F8B8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D5AED4-DAF8-4267-B079-16B375E2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A352E9-7D9E-4F94-BEAC-3A926B49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973499-1364-48B2-90A2-282DCD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F8C35-D790-4DAE-8316-67E6296B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525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AC3CED-9257-4264-B57A-23513250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4192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Нужно денег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97589F-5152-4A8D-B0AF-6F93DEEF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18C151-1D1B-4FDF-B7D4-52EB424B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4065C3-ED7A-41AD-8B3C-364785ED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905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BBAA32-7F5A-4433-A7B0-4AD5544F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beta + paid creative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1362F5-5079-484E-9FE6-8808BF1F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05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ECFC7D-DE5B-4848-9C5F-FA3FEBFE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716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15k / 450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B7FFCD-0ED4-43BC-8489-CDA21882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534621-B3BD-44A0-97D8-109DB3B6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$5k-$9k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CB475E-129F-466B-B2F4-0B3F0037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BB0E7-912A-4D6D-93CA-ECB89C58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€20k-€35k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F61BCC-2884-4AD7-8E7B-A503A88E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4C0EAA-B89C-466B-9CAD-F23AFC4E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716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€74k-€123k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FCE7EF-59FA-40A5-835D-E8851AB1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521613-AB08-48DE-B3B9-88645D95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49F3B7-2F91-45D7-A8DF-06B0D0A4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257709F-BA82-4152-98FE-E76DC53A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241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annual/token experiment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F2FFAF-BD17-4B99-B882-932CB4DE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574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7A266D-CC22-4DFF-ACD4-C6D8715E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41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25k / 750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1A5CAF-4E7E-4915-A966-4D3E775C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5EFEA9-6B0D-4B92-9010-541508CB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$8k-$15k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A36DF7-DDB2-48D2-A40F-1159FD70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EA8F7C-12D9-4025-B638-403CD10C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€22k-€40k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29B3A6-CF2E-4E22-8193-13C9FAF0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4A5353-E6BF-4E42-A1CE-2CB456C0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241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€88k-€148k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8602C5-EF4D-4998-9997-7BDAD109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EC1700-036C-4C4E-BB1F-8E5F28B9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M9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9DAB55-BD36-4A99-B14B-CA504DD1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099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E449E5-409F-4187-8F6F-B73E9704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cohorts + creator pack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435720-622E-42DF-B0B0-DB5185CA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099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52D68F1-6B66-49FF-9229-9A41EC15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765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40k / 1,200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0F9591-551B-46D7-94E5-13D1F72B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D7002A-248D-403D-8CEF-DADAEA24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$12k-$25k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8EFF894-3B3C-43E5-BDCC-15F148AF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7A0D934-8043-4BF7-97A9-0B780030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€25k-€45k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588E6A-91CD-4DEE-8FC2-E1587F5D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099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CCF6E57-B466-43D8-A054-DBF54646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765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€101k-€168k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530A704-D6D6-4BFA-8E29-828AAAC4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61BB315-6264-434B-B05E-992EA54E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77DCF1-572A-4B2C-B34A-C97C48D4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672ECB0-DA1D-483B-A289-F0DCB9C1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290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launch system + careful CAC tests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BA43DC-57C9-45B8-8C9A-B1D26ADB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623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BD7F9B-D413-4E78-BF4B-6126A30D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290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60k / 1,800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D4F770-B6D0-4732-88CB-64AA73F0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E6F2B87-D775-4E7E-BA52-6C51761E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$18k-$40k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D54987E-3424-4E82-BA8F-D361412B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6B36B0B-4CE9-4EBD-85D1-18142447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€30k-€55k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F754205-2EDF-44B2-9D75-4C70D48E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0A035AA-CBCA-4C31-A549-682E1592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290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€113k-€183k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3490157-0514-4E62-8A77-3E96C2DE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EBB4292-A671-47A1-B35E-21BE5376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M11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C0CD901-F0B1-4E59-BF94-FAEA986E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2264D78-0B9B-437A-8F76-CD68BD8B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814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 only if CAC/COGS сходятся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73E1C25-56C3-4A2F-B221-464B4A36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148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15F8B58-E99C-417E-8E16-9AD77A4F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814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90k / 3,000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26282AA-B383-4A16-948A-9254E83F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0399523-2DC9-41F3-988B-E06900D0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$30k-$65k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0583A35-D5A1-40C5-A3A5-38572DC6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C1018CA-FF09-41B7-936F-CA781134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€35k-€65k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1C00B03-0F3B-4E09-B1EB-3D48158E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764053D-DBBB-4EBA-ADE3-C79BEBB9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814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€118k-€183k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C65BDE7-D0D3-4125-A765-E3BDA6C9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0CC1092-FD7F-4A82-BB71-AA6F5828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339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M12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1FF484E-1B70-48A1-B641-2362D3AD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672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CA022CC-3877-41A3-86D8-9B99F25E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339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attempt / seed story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2896F2A-BE7C-4F1F-8AC1-CF11E556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672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BFCF4B6-B460-45F0-8FEE-3DD3D361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339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/ 6,750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5CA6039-2B5E-4685-9557-6FA2B991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B2E2E1B-4283-4B76-B9DF-43A1EC9E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$60k-$100k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DF7435E-35F6-4552-B211-765C633D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CCB8AB7-D9D4-4432-97AD-A2847A51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€45k-€80k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04F793F-5E23-4C4C-BC17-A20E49F6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672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26CF49C-1318-4F78-963E-FD7734CC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339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peak €500k+ при полном scale-пути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76798A5-D9BF-45EA-8A4B-175602A5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Важно: €4k-€10k — первая проверка; €80k-€150k — pre-scale runway; путь к 150k MAU требует отдельного scale-бюджета.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89B5155-76B9-497C-8AF6-703D2C45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359187395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B6048E-31F9-4F2A-80CC-F0C61793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BAC28-00B4-4D9A-B274-E2DFF08A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12D82-1134-4E33-9AAA-3BF49E99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79087-919C-44F6-8971-D99ABBBF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92DF5-203B-48A1-A8CC-9E08A679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Квартальная модель: выручка, расходы, runway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AE4AF-7A9A-4D7B-9AD1-601A599F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5D4ED-7E70-4F46-AAFC-A2BDEBC5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289B0F-BFF5-404C-9EF9-3CD94B6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F5537-4DA9-49ED-84F2-E5016827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9C754-3FA8-4AAC-8BE3-FB486D12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192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Показатель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E3F40-E7A2-4CC2-8015-5F228C7E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B5CA6-96F9-42D9-B5D4-03A62982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466DD4-B92F-4181-8916-BE27C326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4D035-CCFD-463D-83EE-DF91760A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B8B606-F86A-4024-A1CE-2AB5D1C9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F8A2E-4364-4126-80A3-7CDF22D0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4E137B-AEB2-4CCC-862D-DF10E1A6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672B4B-A12F-4810-819C-74589846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9CF17-5062-45EA-B481-0BBED669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3525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AD54D6-2444-4B1A-A9C5-D5355A0E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4192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Year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A0DD3-8B3E-495F-8A6B-C12C9ADF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E8A3E-84DF-4BA2-B238-01EBA39D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335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MAU на конец периода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4F30A4-6632-4EA0-BF26-8BD90BAB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CD07F7-697A-4892-8388-FDF5891A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0.5k-2k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81BB80-3D9A-4276-BDF8-DA34531F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90166B-7F8F-473C-A228-AD7D7D97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5k-15k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BB88C-6776-4D15-AD4C-40BA9937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697789-FC11-438D-990C-6B86F15B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20k-60k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41F2A2-F9A6-4738-B685-D2AC5D0F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7015F0-A669-40D5-BE79-78B05DB5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50k-150k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060F77-4204-4997-8DC0-F4882B72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669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29B56B-DE06-4E8A-B3AA-90CE06CE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335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цель: доказать scale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0B210C-2FAE-4791-9822-97F02C18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F98CF1-4A53-4E5D-8081-EECFCB0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Платящих на конец периода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375036-5EB7-4CA3-AA61-92AFB95F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F2DFEA-8A74-41C9-AA05-B117371D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88F245-8FE9-4E08-97E2-C8E2C999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E800F2-1F45-4F69-BB51-E3BD9321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150-500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4EDFEE-DF29-4022-A3A6-7A3F95D2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9D632D-325F-4039-B817-548B88A5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600-2,000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EA80AD-3644-409B-8153-F9FA6F30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6C69C3-605F-4270-963D-9E4F004F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1,500-6,750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C4A7992-987B-4AA0-B683-5D89F250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C6515D-0B42-4AD2-AE11-A395472E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479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2-4.5%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AA5A3B-594D-4DD3-BD94-501C57B2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9ED0B3-F877-4392-84F3-B2BCAADA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622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Валовая выручка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F65965-8004-46D7-A848-7A051178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B5AED0-7DC9-4B8B-B5BC-890C91E0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$0.5k-$2k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F778FC-5BC9-4EF7-BEFC-C1068218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18FFBA-5780-4E1D-B6C0-D5663D40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$3k-$10k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D213FB-89F4-462E-9540-B8FADFBA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AEE50E-9A37-462C-A9C4-4591930B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$18k-$47k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307FAE8-5B98-4AC4-A989-317A8773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06A242-FCC4-43FD-968F-49AD7121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$60k-$150k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3BF399-37BB-4BA1-BD4A-33C70367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956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1906EF2-0BED-4061-A90F-F7AE9735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9622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$80k-$210k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0024AA7-5534-426D-A030-87DF3323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91A3F95-0D61-4B00-A90B-08BC6AEF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+ AI + infra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B6CD143-92F1-4DE0-BD40-366B624A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308C0CD-2592-4C53-8A8F-91ACFFD6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€12k-€22k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9D6DEFA-246D-47F2-9138-9D8BB05D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06BD26F-5179-4F22-B568-14E4CD47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€30k-€55k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CF33537-62B1-4CDD-B6C4-E45267E5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EC4B23F-AD4A-4325-BD9A-47E2FE9E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€45k-€80k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E0037F4-13D9-4FB8-BBE2-B5083D7D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41AB7A8-D3A6-46F5-9BBA-8488B068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€55k-€100k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FD9855F-ACD3-4440-8B84-F0D4092B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099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E478A2C-CEA9-4529-B133-FB498027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€140k-€257k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AFD061-8CF5-4F3C-B806-63D30706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243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D3204A9-D5E6-4D3E-8DFA-B19565B7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909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 / launch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B7E762E-C2C3-43DE-9EA7-F96AF846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0EC5EB3-048B-4F3E-AD91-F3FF8B3F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€3k-€8k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608F19D-78FA-478F-95AD-2F4A7D8C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E075783-C1D3-479C-8EB1-CCD8CA3E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€8k-€18k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22329E-5491-47F0-A825-307B81E3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8DFDFDA-B233-496F-B68B-8C6ED9ED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€15k-€35k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FC93C0F-095F-4FE0-BAF8-E37EC058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EE58182-5F66-4743-B721-C1891D90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4077068-DEA3-4CD8-88FC-64E69A56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243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9F12386-CF64-4709-BF59-CA133ECC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9909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€51k-€121k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2D45CE5-314C-4AAB-88F5-815DCCE6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38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3318309-9AF9-4E0A-8A3C-2F2982B4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Чистый cashflow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2F45AA1-5206-4FAF-A93B-57B5D3B4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1D5977B-23F1-45C2-9678-E8256B38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-€15k…-€28k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A1D02FD-1E25-4BD9-BCBF-5F88FF8D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B7853DF-B6A2-4420-A3F4-E8708337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-€35k…-€60k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B5F5F7E-1C95-4D1A-96CA-CA9B73C9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0933AE5-CA12-4C7C-81AE-614AB774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-€40k…-€120k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8D38C40-2AA6-45F0-B030-CA9B69A6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4EBAC6D-2EB7-4FD0-95AC-68C8DEC1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-€10k…-€350k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1C24FD0-1AEF-4BB5-9EE7-812E1652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38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42796E9-D767-4621-BCC8-C145DA70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053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 need: €80k-€150k до scale; €500k+ при 150k MAU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932A90D-78CD-406D-8790-AA44719D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в base-case не гарантирован в первый год. При агрессивном росте к 150k MAU нужен отдельный scale-бюджет.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11CCBAB-D810-48F2-BF78-5FC74FA4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04574398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FD1FB0-90A1-48B9-B09C-ACD01E54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2951B-B68B-49B7-AEA0-FE26A78B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338E0-9A37-44F7-9706-D139192F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CC767-7CFC-4B73-95F6-3A096B31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B74BE-1193-4829-AECC-579E6EA8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Маркетинговые бенчмарки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D8AF8-D080-469D-9C76-63B7FF2E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CC684-8F47-49AE-A43F-CCF392F3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2C9BE-45B7-4E4F-8C35-88519636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84220-4FE5-4688-9A30-E848B113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51069-C951-4564-97D9-7A40825F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Конкурент / архетип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CFF2F-77E9-4369-9247-A4695A85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3BE68A-7CDF-4868-8C9E-F9A1F50D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9EC40-F416-4E6F-B3C7-D24AD4ED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85DCD9-A7AE-454A-A0B5-53F70A2D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42AADD-163A-431C-B082-AD15FE02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FAFEB-0615-41DA-B051-72AD3272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использовать в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B0D80B-F718-492E-A3A9-B1C9871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4C0638-7403-4D27-8BDB-F53538B0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3913A1-0FB5-45B3-9045-D6E9FCBF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808AF3-309A-4EAC-B784-49A86C1A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$6.8M/мес estimated YouTube ad spend; 620 creatives; 18.6M visits Jan 2026; 50 landing pages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365568-8688-4D81-848E-BEF39D9F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30241D-6EA1-40D6-872B-102E9C6B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требует высокий LTV и агрессивную funnel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A0F396-C6F4-4C02-829B-254E973B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B55C32-5F69-4ACE-A038-AE287DEB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как paid-test inspiration, не MVP operating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603C1A-8F6C-4A52-AF5C-846960D0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874520-9A58-4F8C-B34A-3D19AF82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A11E38-08A8-47A2-823F-11177D62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5B4924-5DD7-434A-A1D8-3820437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F1BE3E-6EDF-4C14-9ABA-83E82EBD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CF0529-D379-4848-992B-DF937121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могут выглядеть scammy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A387BA-3214-4DA2-B7D9-79BF0ADA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F87124-50D6-4936-B742-68708645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аккуратно тестировать future-self / visual week / relationship hooks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D041F8-3719-485A-9A76-CA1DA2D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8F6CF5-FC8A-4581-BDA7-2314A6DD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578C61-EE31-4F76-8897-2842359F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E0F607-6473-423A-9AEE-FD5E94D3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без real marketing spend; 25% young US women 18-25 downloaded historically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8DC9A8-11B5-4BE7-B47A-CAFFED6D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5A73BD-1AF8-4026-B727-D8ECAF2B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virality сложно повторить искусственно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6B8CD6-36C1-422A-9181-4A612305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34508B-1C7A-4222-8E7C-3EFEF0A6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строить shareable identity language и relationship/social hooks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0F353F-EA92-41B1-8227-A59C3445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7B516E-89CE-400B-88B0-CCFC3E36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88071B-A134-409F-9BA3-0A36436B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8DC859-7436-4154-B208-BC66BBBC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77C7E3-1C50-41BF-9F60-FD9B89DD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49E0BD-4115-497D-86E2-3BC720D3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дорогой операционно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72D1BB2-4764-4F1F-9421-1D91D427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6AE785E-20BB-4709-B40F-6A6D4670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начинать с marketplace/expert model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D3E3D8-F28E-4A18-8166-C8EFC2F2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4002900-F6F4-4633-B07C-B1C891BB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EB26C45-3C45-410D-980A-7F35AB1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611351E-5EDE-46EA-A3ED-F956BFB3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300EEE-7599-46E1-9188-66D844D5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CCEC35E-2550-4DCB-97EF-B20971C6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требует настоящей authority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99CE35B-3DF2-46E6-8805-67D0B7E5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67F487B-5498-46FB-BFC9-72F85289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экспертизу Алины без guru tone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DC5F67F-516D-4154-A503-C98AED93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и qualitative product observations.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955EB60-0585-45D2-AB81-475411AA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560711679"/>
      </p:ext>
    </p:extLst>
  </p:cSld>
</p:sld>
</file>

<file path=ppt/slides/slide5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C51AB3-3ACA-425A-AD01-FEB5DC1F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98A2E-5775-452E-A00C-0A22661E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7EA4C-47A8-4B2B-ACA9-B5B1722E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26284-1CE9-485D-A786-C57F3941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EE8F4-F71D-4B25-B789-920D5A3E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Матрица маркетинговых hooks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0D6BC-5EEE-4CCC-A900-A4D53F6B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24821-87E4-4926-87EB-A0B4F5AF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E44A2-98BB-4E3D-9FF1-A154F984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9A32F-E027-4C0B-A9DD-BE461D91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243DAE-4899-4634-BE9B-750C01D5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036A73-F63F-4408-BB7E-25614100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08086F-03B3-4A27-8D94-C8719CE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Кому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70938-CDA0-4B64-BE34-FFBAE71F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27896-C685-450C-8DE4-E975AB69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Формат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1E2D7B-F31D-4BF5-89A7-DC1A2E1A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DE430-142B-4DDC-8399-2452775B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5016A3-4200-403A-9D25-2F79AA53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2BFB9B-DB97-4B88-AD0A-7419A0C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“Твоя неделя как трейлер”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07B10B-9623-4804-8E06-79844337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C9546C-1E07-4138-BAEC-52EB5DDA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 / self-growth audience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A9CD01-8858-4B98-8766-C5A6AE54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BE3FEB-367C-493A-898A-6D2FE3BA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short video before/after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44E0BA-3036-45B3-A61A-8F0E4420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3417DF-5529-4B53-A931-021F57F9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свой week trailer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ADE3B-E296-4857-A315-23B0179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B7C641-AA88-48C5-A3D0-489BED89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“Не гороскоп, а план недели”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D92A1-58EC-4998-B421-F7CB228B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C3C976-F0CB-427B-878A-4F04C193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астро-аудитория с усталостью от generic прогнозов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ABC139-F64F-48AB-8931-B404472A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0C3A84-7D4A-4CBF-B216-E12D3078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explanation + example Canvas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DAB34E-E021-462E-973F-EF326126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4FD871-EB5B-4E5F-B883-8C6B585D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пройти 7-day season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D72622-889C-4780-83CE-A6BCD7D9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97E189-BCF1-48A7-BE89-C5B35CC1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“Future self изменился”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4067E-6AF8-4610-88FD-6A7516A5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326F0E-5694-4C79-9679-06AAADF2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women 20-35, self-improvement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3FD6D1-C125-43B9-AA98-7D02B884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95C0F9-1D1E-4BAB-B6F0-457A6437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до/после Life Canvas + действие дня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E04A42-27D6-40A1-B8B0-37E4D950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17DC1E-FDD8-4AA5-AB43-79D869E4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увидеть future-self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5ED783-7376-4CC9-BAF8-6DD04290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F755C3-6F3D-43C8-8F49-8480C41B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“Карманный прогнозист”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038B6C-DF83-41AE-95B3-B39E6B4B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EA6F8E-AC87-4903-A814-A0B6326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которым нужен личный ориентир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74270C-7F38-4731-B872-C9E62614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443E6AE-D8AC-40E6-A3F4-772F3ECA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screen walkthrough assistant memory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FBC08B-C7B4-48A9-B547-7B49D34F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3EDE38-3976-4C1A-B8B9-BC0A9AB8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прогноз недели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7FA0E72-0120-4E79-BC17-5D36205E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B97091-E43D-4755-8A6B-50C359A3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“Relationship / decision week”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C8C5B-F44E-49D2-BD8A-2CC8E341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3D5648-4DFF-485D-9056-EE4B7C88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high-intent emotional moments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CB48F5-E6A7-48E3-8BC5-1DBF28F6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E768960-BC43-43A1-9005-9519F680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недели + персональный вопрос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A5E0F9-5FD2-4E34-9CE6-063149A9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862C03-0BB7-4C04-B157-EF437B1E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разбор недели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26F253-2C27-4BDE-B3B4-A311D277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9269499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2026-06-08T06:02:21.2460000Z</dcterms:created>
  <dcterms:modified xsi:type="dcterms:W3CDTF">2026-06-08T06:02:21.2460000Z</dcterms:modified>
</coreProperties>
</file>