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f46b1497d743e8" /><Relationship Type="http://schemas.openxmlformats.org/officeDocument/2006/relationships/extended-properties" Target="/docProps/app.xml" Id="Rfd166b9ee4aa4721" /><Relationship Type="http://schemas.openxmlformats.org/officeDocument/2006/relationships/officeDocument" Target="/ppt/presentation.xml" Id="Rf6209d10c53443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e1a53221fc47ba"/>
  </p:sldMasterIdLst>
  <p:notesMasterIdLst>
    <p:notesMasterId xmlns:r="http://schemas.openxmlformats.org/officeDocument/2006/relationships" r:id="R2ad6adc6d0cd4986"/>
  </p:notesMasterIdLst>
  <p:sldIdLst>
    <p:sldId xmlns:r="http://schemas.openxmlformats.org/officeDocument/2006/relationships" id="256" r:id="Ra40cf30f0e54444b"/>
    <p:sldId xmlns:r="http://schemas.openxmlformats.org/officeDocument/2006/relationships" id="257" r:id="R333f3192847b447b"/>
    <p:sldId xmlns:r="http://schemas.openxmlformats.org/officeDocument/2006/relationships" id="258" r:id="R6fd91d22e3a04258"/>
    <p:sldId xmlns:r="http://schemas.openxmlformats.org/officeDocument/2006/relationships" id="259" r:id="R708d71974a364e22"/>
    <p:sldId xmlns:r="http://schemas.openxmlformats.org/officeDocument/2006/relationships" id="260" r:id="Reb9bc82896554398"/>
    <p:sldId xmlns:r="http://schemas.openxmlformats.org/officeDocument/2006/relationships" id="261" r:id="R17d928629b6140cb"/>
    <p:sldId xmlns:r="http://schemas.openxmlformats.org/officeDocument/2006/relationships" id="262" r:id="Ra1b6dd7cb2ea4018"/>
    <p:sldId xmlns:r="http://schemas.openxmlformats.org/officeDocument/2006/relationships" id="263" r:id="Red82a3853635437a"/>
    <p:sldId xmlns:r="http://schemas.openxmlformats.org/officeDocument/2006/relationships" id="264" r:id="R537f3736eed44f10"/>
    <p:sldId xmlns:r="http://schemas.openxmlformats.org/officeDocument/2006/relationships" id="265" r:id="Ra6809d4296a540c0"/>
    <p:sldId xmlns:r="http://schemas.openxmlformats.org/officeDocument/2006/relationships" id="266" r:id="R9bb48b0a56a647e2"/>
    <p:sldId xmlns:r="http://schemas.openxmlformats.org/officeDocument/2006/relationships" id="267" r:id="Re3454ac8a3b74acb"/>
    <p:sldId xmlns:r="http://schemas.openxmlformats.org/officeDocument/2006/relationships" id="268" r:id="Ra26784a301bc4cfa"/>
    <p:sldId xmlns:r="http://schemas.openxmlformats.org/officeDocument/2006/relationships" id="269" r:id="R6cedc4ca85e945c2"/>
    <p:sldId xmlns:r="http://schemas.openxmlformats.org/officeDocument/2006/relationships" id="270" r:id="Rcf843192877a465d"/>
    <p:sldId xmlns:r="http://schemas.openxmlformats.org/officeDocument/2006/relationships" id="271" r:id="R505782e646ca48a0"/>
    <p:sldId xmlns:r="http://schemas.openxmlformats.org/officeDocument/2006/relationships" id="272" r:id="R624a6a874c324d1f"/>
    <p:sldId xmlns:r="http://schemas.openxmlformats.org/officeDocument/2006/relationships" id="273" r:id="R20c9a7d976914ed8"/>
    <p:sldId xmlns:r="http://schemas.openxmlformats.org/officeDocument/2006/relationships" id="274" r:id="R8eefdf2f2b5e447e"/>
    <p:sldId xmlns:r="http://schemas.openxmlformats.org/officeDocument/2006/relationships" id="275" r:id="Rb3720f4521864b66"/>
    <p:sldId xmlns:r="http://schemas.openxmlformats.org/officeDocument/2006/relationships" id="276" r:id="Rac8ef87de1284a73"/>
    <p:sldId xmlns:r="http://schemas.openxmlformats.org/officeDocument/2006/relationships" id="277" r:id="Rf0dbf0497cc44793"/>
    <p:sldId xmlns:r="http://schemas.openxmlformats.org/officeDocument/2006/relationships" id="278" r:id="Ref22bd52ae8544e1"/>
    <p:sldId xmlns:r="http://schemas.openxmlformats.org/officeDocument/2006/relationships" id="279" r:id="Rab681606c24b4cda"/>
    <p:sldId xmlns:r="http://schemas.openxmlformats.org/officeDocument/2006/relationships" id="280" r:id="R32b54a83814942db"/>
    <p:sldId xmlns:r="http://schemas.openxmlformats.org/officeDocument/2006/relationships" id="281" r:id="R92cd62a597ba4fbc"/>
    <p:sldId xmlns:r="http://schemas.openxmlformats.org/officeDocument/2006/relationships" id="282" r:id="R18ae890b22024344"/>
    <p:sldId xmlns:r="http://schemas.openxmlformats.org/officeDocument/2006/relationships" id="283" r:id="Rb16e43bda36c478f"/>
    <p:sldId xmlns:r="http://schemas.openxmlformats.org/officeDocument/2006/relationships" id="284" r:id="R36f69a3921d74ba2"/>
    <p:sldId xmlns:r="http://schemas.openxmlformats.org/officeDocument/2006/relationships" id="285" r:id="R308bdf17a1174aee"/>
    <p:sldId xmlns:r="http://schemas.openxmlformats.org/officeDocument/2006/relationships" id="286" r:id="R271bdf650155448e"/>
    <p:sldId xmlns:r="http://schemas.openxmlformats.org/officeDocument/2006/relationships" id="287" r:id="R2921b7342f10490b"/>
    <p:sldId xmlns:r="http://schemas.openxmlformats.org/officeDocument/2006/relationships" id="288" r:id="R8fd2514acf5c44b9"/>
    <p:sldId xmlns:r="http://schemas.openxmlformats.org/officeDocument/2006/relationships" id="289" r:id="R970aa7cc35134d9f"/>
    <p:sldId xmlns:r="http://schemas.openxmlformats.org/officeDocument/2006/relationships" id="290" r:id="Rf21ace0548ea4213"/>
    <p:sldId xmlns:r="http://schemas.openxmlformats.org/officeDocument/2006/relationships" id="291" r:id="R009e044d35204891"/>
    <p:sldId xmlns:r="http://schemas.openxmlformats.org/officeDocument/2006/relationships" id="292" r:id="R11dc62c66643428c"/>
    <p:sldId xmlns:r="http://schemas.openxmlformats.org/officeDocument/2006/relationships" id="293" r:id="Rbb2eae64864c45e6"/>
    <p:sldId xmlns:r="http://schemas.openxmlformats.org/officeDocument/2006/relationships" id="294" r:id="R124815eec2a64556"/>
    <p:sldId xmlns:r="http://schemas.openxmlformats.org/officeDocument/2006/relationships" id="295" r:id="Rd4cd1c90c5604240"/>
    <p:sldId xmlns:r="http://schemas.openxmlformats.org/officeDocument/2006/relationships" id="296" r:id="Rb0ff2065601346b3"/>
    <p:sldId xmlns:r="http://schemas.openxmlformats.org/officeDocument/2006/relationships" id="297" r:id="R40375246922a4c40"/>
    <p:sldId xmlns:r="http://schemas.openxmlformats.org/officeDocument/2006/relationships" id="298" r:id="R6652e4c0a97842d0"/>
    <p:sldId xmlns:r="http://schemas.openxmlformats.org/officeDocument/2006/relationships" id="299" r:id="R3efe0485146f4fdb"/>
    <p:sldId xmlns:r="http://schemas.openxmlformats.org/officeDocument/2006/relationships" id="300" r:id="Re22cd2c297934a68"/>
    <p:sldId xmlns:r="http://schemas.openxmlformats.org/officeDocument/2006/relationships" id="301" r:id="R04dc106ddcef4efb"/>
    <p:sldId xmlns:r="http://schemas.openxmlformats.org/officeDocument/2006/relationships" id="302" r:id="Rbbc045fa06a54e5d"/>
    <p:sldId xmlns:r="http://schemas.openxmlformats.org/officeDocument/2006/relationships" id="303" r:id="R9864dda0b9574e86"/>
    <p:sldId xmlns:r="http://schemas.openxmlformats.org/officeDocument/2006/relationships" id="304" r:id="Re1a9ed2f6f734e37"/>
    <p:sldId xmlns:r="http://schemas.openxmlformats.org/officeDocument/2006/relationships" id="305" r:id="R76d3fb07d80a4bf6"/>
    <p:sldId xmlns:r="http://schemas.openxmlformats.org/officeDocument/2006/relationships" id="306" r:id="Rbe45571c67094471"/>
    <p:sldId xmlns:r="http://schemas.openxmlformats.org/officeDocument/2006/relationships" id="307" r:id="R4f357d76b22e420c"/>
    <p:sldId xmlns:r="http://schemas.openxmlformats.org/officeDocument/2006/relationships" id="308" r:id="R0e4fa4b395114bd4"/>
    <p:sldId xmlns:r="http://schemas.openxmlformats.org/officeDocument/2006/relationships" id="309" r:id="Ra29f689bc68a4a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c74896486e4725" /><Relationship Type="http://schemas.openxmlformats.org/officeDocument/2006/relationships/slideMaster" Target="/ppt/slideMasters/slideMaster1.xml" Id="Rbae1a53221fc47ba" /><Relationship Type="http://schemas.openxmlformats.org/officeDocument/2006/relationships/notesMaster" Target="/ppt/notesMasters/notesMaster1.xml" Id="R2ad6adc6d0cd4986" /><Relationship Type="http://schemas.openxmlformats.org/officeDocument/2006/relationships/presProps" Target="/ppt/presProps.xml" Id="R630e90dbe0ea4e8e" /><Relationship Type="http://schemas.openxmlformats.org/officeDocument/2006/relationships/viewProps" Target="/ppt/viewProps.xml" Id="R28eb3be032644d55" /><Relationship Type="http://schemas.openxmlformats.org/officeDocument/2006/relationships/tableStyles" Target="/ppt/tableStyles.xml" Id="R06a8aaa60f2e486d" /><Relationship Type="http://schemas.openxmlformats.org/officeDocument/2006/relationships/slide" Target="/ppt/slides/slide1.xml" Id="Ra40cf30f0e54444b" /><Relationship Type="http://schemas.openxmlformats.org/officeDocument/2006/relationships/slide" Target="/ppt/slides/slide2.xml" Id="R333f3192847b447b" /><Relationship Type="http://schemas.openxmlformats.org/officeDocument/2006/relationships/slide" Target="/ppt/slides/slide3.xml" Id="R6fd91d22e3a04258" /><Relationship Type="http://schemas.openxmlformats.org/officeDocument/2006/relationships/slide" Target="/ppt/slides/slide4.xml" Id="R708d71974a364e22" /><Relationship Type="http://schemas.openxmlformats.org/officeDocument/2006/relationships/slide" Target="/ppt/slides/slide5.xml" Id="Reb9bc82896554398" /><Relationship Type="http://schemas.openxmlformats.org/officeDocument/2006/relationships/slide" Target="/ppt/slides/slide6.xml" Id="R17d928629b6140cb" /><Relationship Type="http://schemas.openxmlformats.org/officeDocument/2006/relationships/slide" Target="/ppt/slides/slide7.xml" Id="Ra1b6dd7cb2ea4018" /><Relationship Type="http://schemas.openxmlformats.org/officeDocument/2006/relationships/slide" Target="/ppt/slides/slide8.xml" Id="Red82a3853635437a" /><Relationship Type="http://schemas.openxmlformats.org/officeDocument/2006/relationships/slide" Target="/ppt/slides/slide9.xml" Id="R537f3736eed44f10" /><Relationship Type="http://schemas.openxmlformats.org/officeDocument/2006/relationships/slide" Target="/ppt/slides/slide10.xml" Id="Ra6809d4296a540c0" /><Relationship Type="http://schemas.openxmlformats.org/officeDocument/2006/relationships/slide" Target="/ppt/slides/slide11.xml" Id="R9bb48b0a56a647e2" /><Relationship Type="http://schemas.openxmlformats.org/officeDocument/2006/relationships/slide" Target="/ppt/slides/slide12.xml" Id="Re3454ac8a3b74acb" /><Relationship Type="http://schemas.openxmlformats.org/officeDocument/2006/relationships/slide" Target="/ppt/slides/slide13.xml" Id="Ra26784a301bc4cfa" /><Relationship Type="http://schemas.openxmlformats.org/officeDocument/2006/relationships/slide" Target="/ppt/slides/slide14.xml" Id="R6cedc4ca85e945c2" /><Relationship Type="http://schemas.openxmlformats.org/officeDocument/2006/relationships/slide" Target="/ppt/slides/slide15.xml" Id="Rcf843192877a465d" /><Relationship Type="http://schemas.openxmlformats.org/officeDocument/2006/relationships/slide" Target="/ppt/slides/slide16.xml" Id="R505782e646ca48a0" /><Relationship Type="http://schemas.openxmlformats.org/officeDocument/2006/relationships/slide" Target="/ppt/slides/slide17.xml" Id="R624a6a874c324d1f" /><Relationship Type="http://schemas.openxmlformats.org/officeDocument/2006/relationships/slide" Target="/ppt/slides/slide18.xml" Id="R20c9a7d976914ed8" /><Relationship Type="http://schemas.openxmlformats.org/officeDocument/2006/relationships/slide" Target="/ppt/slides/slide19.xml" Id="R8eefdf2f2b5e447e" /><Relationship Type="http://schemas.openxmlformats.org/officeDocument/2006/relationships/slide" Target="/ppt/slides/slide20.xml" Id="Rb3720f4521864b66" /><Relationship Type="http://schemas.openxmlformats.org/officeDocument/2006/relationships/slide" Target="/ppt/slides/slide21.xml" Id="Rac8ef87de1284a73" /><Relationship Type="http://schemas.openxmlformats.org/officeDocument/2006/relationships/slide" Target="/ppt/slides/slide22.xml" Id="Rf0dbf0497cc44793" /><Relationship Type="http://schemas.openxmlformats.org/officeDocument/2006/relationships/slide" Target="/ppt/slides/slide23.xml" Id="Ref22bd52ae8544e1" /><Relationship Type="http://schemas.openxmlformats.org/officeDocument/2006/relationships/slide" Target="/ppt/slides/slide24.xml" Id="Rab681606c24b4cda" /><Relationship Type="http://schemas.openxmlformats.org/officeDocument/2006/relationships/slide" Target="/ppt/slides/slide25.xml" Id="R32b54a83814942db" /><Relationship Type="http://schemas.openxmlformats.org/officeDocument/2006/relationships/slide" Target="/ppt/slides/slide26.xml" Id="R92cd62a597ba4fbc" /><Relationship Type="http://schemas.openxmlformats.org/officeDocument/2006/relationships/slide" Target="/ppt/slides/slide27.xml" Id="R18ae890b22024344" /><Relationship Type="http://schemas.openxmlformats.org/officeDocument/2006/relationships/slide" Target="/ppt/slides/slide28.xml" Id="Rb16e43bda36c478f" /><Relationship Type="http://schemas.openxmlformats.org/officeDocument/2006/relationships/slide" Target="/ppt/slides/slide29.xml" Id="R36f69a3921d74ba2" /><Relationship Type="http://schemas.openxmlformats.org/officeDocument/2006/relationships/slide" Target="/ppt/slides/slide30.xml" Id="R308bdf17a1174aee" /><Relationship Type="http://schemas.openxmlformats.org/officeDocument/2006/relationships/slide" Target="/ppt/slides/slide31.xml" Id="R271bdf650155448e" /><Relationship Type="http://schemas.openxmlformats.org/officeDocument/2006/relationships/slide" Target="/ppt/slides/slide32.xml" Id="R2921b7342f10490b" /><Relationship Type="http://schemas.openxmlformats.org/officeDocument/2006/relationships/slide" Target="/ppt/slides/slide33.xml" Id="R8fd2514acf5c44b9" /><Relationship Type="http://schemas.openxmlformats.org/officeDocument/2006/relationships/slide" Target="/ppt/slides/slide34.xml" Id="R970aa7cc35134d9f" /><Relationship Type="http://schemas.openxmlformats.org/officeDocument/2006/relationships/slide" Target="/ppt/slides/slide35.xml" Id="Rf21ace0548ea4213" /><Relationship Type="http://schemas.openxmlformats.org/officeDocument/2006/relationships/slide" Target="/ppt/slides/slide36.xml" Id="R009e044d35204891" /><Relationship Type="http://schemas.openxmlformats.org/officeDocument/2006/relationships/slide" Target="/ppt/slides/slide37.xml" Id="R11dc62c66643428c" /><Relationship Type="http://schemas.openxmlformats.org/officeDocument/2006/relationships/slide" Target="/ppt/slides/slide38.xml" Id="Rbb2eae64864c45e6" /><Relationship Type="http://schemas.openxmlformats.org/officeDocument/2006/relationships/slide" Target="/ppt/slides/slide39.xml" Id="R124815eec2a64556" /><Relationship Type="http://schemas.openxmlformats.org/officeDocument/2006/relationships/slide" Target="/ppt/slides/slide40.xml" Id="Rd4cd1c90c5604240" /><Relationship Type="http://schemas.openxmlformats.org/officeDocument/2006/relationships/slide" Target="/ppt/slides/slide41.xml" Id="Rb0ff2065601346b3" /><Relationship Type="http://schemas.openxmlformats.org/officeDocument/2006/relationships/slide" Target="/ppt/slides/slide42.xml" Id="R40375246922a4c40" /><Relationship Type="http://schemas.openxmlformats.org/officeDocument/2006/relationships/slide" Target="/ppt/slides/slide43.xml" Id="R6652e4c0a97842d0" /><Relationship Type="http://schemas.openxmlformats.org/officeDocument/2006/relationships/slide" Target="/ppt/slides/slide44.xml" Id="R3efe0485146f4fdb" /><Relationship Type="http://schemas.openxmlformats.org/officeDocument/2006/relationships/slide" Target="/ppt/slides/slide45.xml" Id="Re22cd2c297934a68" /><Relationship Type="http://schemas.openxmlformats.org/officeDocument/2006/relationships/slide" Target="/ppt/slides/slide46.xml" Id="R04dc106ddcef4efb" /><Relationship Type="http://schemas.openxmlformats.org/officeDocument/2006/relationships/slide" Target="/ppt/slides/slide47.xml" Id="Rbbc045fa06a54e5d" /><Relationship Type="http://schemas.openxmlformats.org/officeDocument/2006/relationships/slide" Target="/ppt/slides/slide48.xml" Id="R9864dda0b9574e86" /><Relationship Type="http://schemas.openxmlformats.org/officeDocument/2006/relationships/slide" Target="/ppt/slides/slide49.xml" Id="Re1a9ed2f6f734e37" /><Relationship Type="http://schemas.openxmlformats.org/officeDocument/2006/relationships/slide" Target="/ppt/slides/slide50.xml" Id="R76d3fb07d80a4bf6" /><Relationship Type="http://schemas.openxmlformats.org/officeDocument/2006/relationships/slide" Target="/ppt/slides/slide51.xml" Id="Rbe45571c67094471" /><Relationship Type="http://schemas.openxmlformats.org/officeDocument/2006/relationships/slide" Target="/ppt/slides/slide52.xml" Id="R4f357d76b22e420c" /><Relationship Type="http://schemas.openxmlformats.org/officeDocument/2006/relationships/slide" Target="/ppt/slides/slide53.xml" Id="R0e4fa4b395114bd4" /><Relationship Type="http://schemas.openxmlformats.org/officeDocument/2006/relationships/slide" Target="/ppt/slides/slide54.xml" Id="Ra29f689bc68a4a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497df662974c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2e268d9a8243f5" /><Relationship Type="http://schemas.openxmlformats.org/officeDocument/2006/relationships/notesMaster" Target="/ppt/notesMasters/notesMaster1.xml" Id="R7cc9b2d9b1c641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cfcbd2f9894e2f" /><Relationship Type="http://schemas.openxmlformats.org/officeDocument/2006/relationships/notesMaster" Target="/ppt/notesMasters/notesMaster1.xml" Id="R0f261a1a9614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48026c42354c75" /><Relationship Type="http://schemas.openxmlformats.org/officeDocument/2006/relationships/notesMaster" Target="/ppt/notesMasters/notesMaster1.xml" Id="R2b662aae0106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baac4b68e94ec8" /><Relationship Type="http://schemas.openxmlformats.org/officeDocument/2006/relationships/notesMaster" Target="/ppt/notesMasters/notesMaster1.xml" Id="R955bb00e5a1647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9362ee2d83480f" /><Relationship Type="http://schemas.openxmlformats.org/officeDocument/2006/relationships/notesMaster" Target="/ppt/notesMasters/notesMaster1.xml" Id="Rc0366172609242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9d1add17854488" /><Relationship Type="http://schemas.openxmlformats.org/officeDocument/2006/relationships/notesMaster" Target="/ppt/notesMasters/notesMaster1.xml" Id="Rb95d20df524f4f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4d98775f7f4941" /><Relationship Type="http://schemas.openxmlformats.org/officeDocument/2006/relationships/notesMaster" Target="/ppt/notesMasters/notesMaster1.xml" Id="R217e553310e94a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5f9055ae8d461a" /><Relationship Type="http://schemas.openxmlformats.org/officeDocument/2006/relationships/notesMaster" Target="/ppt/notesMasters/notesMaster1.xml" Id="R59bf50763f454b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829de7521740bd" /><Relationship Type="http://schemas.openxmlformats.org/officeDocument/2006/relationships/notesMaster" Target="/ppt/notesMasters/notesMaster1.xml" Id="R6a62d6ae83db40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652c05f192473e" /><Relationship Type="http://schemas.openxmlformats.org/officeDocument/2006/relationships/notesMaster" Target="/ppt/notesMasters/notesMaster1.xml" Id="Rfb7ae87ac5b04c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6b6fb840bd42b2" /><Relationship Type="http://schemas.openxmlformats.org/officeDocument/2006/relationships/notesMaster" Target="/ppt/notesMasters/notesMaster1.xml" Id="R863d03a4081c41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4d4c119b904a0f" /><Relationship Type="http://schemas.openxmlformats.org/officeDocument/2006/relationships/notesMaster" Target="/ppt/notesMasters/notesMaster1.xml" Id="R1e6369d0da004e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537105061e480b" /><Relationship Type="http://schemas.openxmlformats.org/officeDocument/2006/relationships/notesMaster" Target="/ppt/notesMasters/notesMaster1.xml" Id="Ra4e9b370d7c74d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049d63b50a470a" /><Relationship Type="http://schemas.openxmlformats.org/officeDocument/2006/relationships/notesMaster" Target="/ppt/notesMasters/notesMaster1.xml" Id="R9f148865955b4c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53d40821ad4e12" /><Relationship Type="http://schemas.openxmlformats.org/officeDocument/2006/relationships/notesMaster" Target="/ppt/notesMasters/notesMaster1.xml" Id="Rcfff620d8d8c47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36d4583dc84cb9" /><Relationship Type="http://schemas.openxmlformats.org/officeDocument/2006/relationships/notesMaster" Target="/ppt/notesMasters/notesMaster1.xml" Id="R9a34eae5449e49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6c1dea118b4b9c" /><Relationship Type="http://schemas.openxmlformats.org/officeDocument/2006/relationships/notesMaster" Target="/ppt/notesMasters/notesMaster1.xml" Id="R5802b041607d40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17322893474f42" /><Relationship Type="http://schemas.openxmlformats.org/officeDocument/2006/relationships/notesMaster" Target="/ppt/notesMasters/notesMaster1.xml" Id="R71e26dc8c8f84e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5d5e3473c3d44cf" /><Relationship Type="http://schemas.openxmlformats.org/officeDocument/2006/relationships/notesMaster" Target="/ppt/notesMasters/notesMaster1.xml" Id="R1bba1f74fa1640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5c1a01b1c824d1b" /><Relationship Type="http://schemas.openxmlformats.org/officeDocument/2006/relationships/notesMaster" Target="/ppt/notesMasters/notesMaster1.xml" Id="Rbc1240bf8c3f49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d3a264e8b042cf" /><Relationship Type="http://schemas.openxmlformats.org/officeDocument/2006/relationships/notesMaster" Target="/ppt/notesMasters/notesMaster1.xml" Id="Rc6717b11412b41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219f0314434b88" /><Relationship Type="http://schemas.openxmlformats.org/officeDocument/2006/relationships/notesMaster" Target="/ppt/notesMasters/notesMaster1.xml" Id="R3980c55601994f5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678f08c0f745c4" /><Relationship Type="http://schemas.openxmlformats.org/officeDocument/2006/relationships/notesMaster" Target="/ppt/notesMasters/notesMaster1.xml" Id="Rc6a908b7b64f4a8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3611d1861e4eba" /><Relationship Type="http://schemas.openxmlformats.org/officeDocument/2006/relationships/notesMaster" Target="/ppt/notesMasters/notesMaster1.xml" Id="Rfd7ed96acf7a41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1075b35716a4e8e" /><Relationship Type="http://schemas.openxmlformats.org/officeDocument/2006/relationships/notesMaster" Target="/ppt/notesMasters/notesMaster1.xml" Id="R91c2ed079e0a44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e72f9118ae34641" /><Relationship Type="http://schemas.openxmlformats.org/officeDocument/2006/relationships/notesMaster" Target="/ppt/notesMasters/notesMaster1.xml" Id="R9df365bef941447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8283efb84c6481b" /><Relationship Type="http://schemas.openxmlformats.org/officeDocument/2006/relationships/notesMaster" Target="/ppt/notesMasters/notesMaster1.xml" Id="R6b54aa8294ed4a2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f84e5bd30684398" /><Relationship Type="http://schemas.openxmlformats.org/officeDocument/2006/relationships/notesMaster" Target="/ppt/notesMasters/notesMaster1.xml" Id="R00459502a5a347b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f3bec3e6f434695" /><Relationship Type="http://schemas.openxmlformats.org/officeDocument/2006/relationships/notesMaster" Target="/ppt/notesMasters/notesMaster1.xml" Id="Rd7f31992af0e424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6bd4a7f202e468b" /><Relationship Type="http://schemas.openxmlformats.org/officeDocument/2006/relationships/notesMaster" Target="/ppt/notesMasters/notesMaster1.xml" Id="R2ee75bc5e99c43d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37fc39dea4641c8" /><Relationship Type="http://schemas.openxmlformats.org/officeDocument/2006/relationships/notesMaster" Target="/ppt/notesMasters/notesMaster1.xml" Id="Rc4be464c6ed84b6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087f1c3060b40b5" /><Relationship Type="http://schemas.openxmlformats.org/officeDocument/2006/relationships/notesMaster" Target="/ppt/notesMasters/notesMaster1.xml" Id="R9484e334615a40c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922d056b4754bad" /><Relationship Type="http://schemas.openxmlformats.org/officeDocument/2006/relationships/notesMaster" Target="/ppt/notesMasters/notesMaster1.xml" Id="Re295791ed6da4d0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e2d772c17b2450d" /><Relationship Type="http://schemas.openxmlformats.org/officeDocument/2006/relationships/notesMaster" Target="/ppt/notesMasters/notesMaster1.xml" Id="R00971d4253a04d0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d0495ed58ee4f8b" /><Relationship Type="http://schemas.openxmlformats.org/officeDocument/2006/relationships/notesMaster" Target="/ppt/notesMasters/notesMaster1.xml" Id="Rd734644ec0e94a6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9d9fcf8cb984e4e" /><Relationship Type="http://schemas.openxmlformats.org/officeDocument/2006/relationships/notesMaster" Target="/ppt/notesMasters/notesMaster1.xml" Id="R588e8d7fed6d459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63670427a7748a9" /><Relationship Type="http://schemas.openxmlformats.org/officeDocument/2006/relationships/notesMaster" Target="/ppt/notesMasters/notesMaster1.xml" Id="R322868e2d9bd479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4122e573f2f4521" /><Relationship Type="http://schemas.openxmlformats.org/officeDocument/2006/relationships/notesMaster" Target="/ppt/notesMasters/notesMaster1.xml" Id="R935093806989492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d5084797bfe4a6c" /><Relationship Type="http://schemas.openxmlformats.org/officeDocument/2006/relationships/notesMaster" Target="/ppt/notesMasters/notesMaster1.xml" Id="Rc971d03a6afa44f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15f4ecd3af24813" /><Relationship Type="http://schemas.openxmlformats.org/officeDocument/2006/relationships/notesMaster" Target="/ppt/notesMasters/notesMaster1.xml" Id="Ra10cd636a3bf493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3e76506423549e0" /><Relationship Type="http://schemas.openxmlformats.org/officeDocument/2006/relationships/notesMaster" Target="/ppt/notesMasters/notesMaster1.xml" Id="Rb10f6dc7a2ca45c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8260247e7ee4d63" /><Relationship Type="http://schemas.openxmlformats.org/officeDocument/2006/relationships/notesMaster" Target="/ppt/notesMasters/notesMaster1.xml" Id="Re0fafa25deec484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075b702ff7d47ec" /><Relationship Type="http://schemas.openxmlformats.org/officeDocument/2006/relationships/notesMaster" Target="/ppt/notesMasters/notesMaster1.xml" Id="R3d31d98ad5274d6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71dfd7f94d74662" /><Relationship Type="http://schemas.openxmlformats.org/officeDocument/2006/relationships/notesMaster" Target="/ppt/notesMasters/notesMaster1.xml" Id="R7438c0039a8e45f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9f988d12b6f49ca" /><Relationship Type="http://schemas.openxmlformats.org/officeDocument/2006/relationships/notesMaster" Target="/ppt/notesMasters/notesMaster1.xml" Id="Re612329aab5d423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dd5cf1c0d6144dc" /><Relationship Type="http://schemas.openxmlformats.org/officeDocument/2006/relationships/notesMaster" Target="/ppt/notesMasters/notesMaster1.xml" Id="Rac496a7d7dc4458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8f3033f72ac4ade" /><Relationship Type="http://schemas.openxmlformats.org/officeDocument/2006/relationships/notesMaster" Target="/ppt/notesMasters/notesMaster1.xml" Id="Re04bf02980074d5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02293413a0845ca" /><Relationship Type="http://schemas.openxmlformats.org/officeDocument/2006/relationships/notesMaster" Target="/ppt/notesMasters/notesMaster1.xml" Id="R0dd1ce2ad2d6425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dd4965f358e4e18" /><Relationship Type="http://schemas.openxmlformats.org/officeDocument/2006/relationships/notesMaster" Target="/ppt/notesMasters/notesMaster1.xml" Id="R3dfb41dbf143481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3c0abd22c0d4acb" /><Relationship Type="http://schemas.openxmlformats.org/officeDocument/2006/relationships/notesMaster" Target="/ppt/notesMasters/notesMaster1.xml" Id="R0778555ecf6944a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36d83185af5433f" /><Relationship Type="http://schemas.openxmlformats.org/officeDocument/2006/relationships/notesMaster" Target="/ppt/notesMasters/notesMaster1.xml" Id="Re6bf9c8dc8d14ff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f6217b7de3b4df3" /><Relationship Type="http://schemas.openxmlformats.org/officeDocument/2006/relationships/notesMaster" Target="/ppt/notesMasters/notesMaster1.xml" Id="Ref5ebd6dfc374be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a9144db567d4f47" /><Relationship Type="http://schemas.openxmlformats.org/officeDocument/2006/relationships/notesMaster" Target="/ppt/notesMasters/notesMaster1.xml" Id="Rdd95295ab8dd4d9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6d4b385b63c4dac" /><Relationship Type="http://schemas.openxmlformats.org/officeDocument/2006/relationships/notesMaster" Target="/ppt/notesMasters/notesMaster1.xml" Id="R67ced44d4b4d49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eacd73d6448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210a8dbd824731" /><Relationship Type="http://schemas.openxmlformats.org/officeDocument/2006/relationships/slideLayout" Target="/ppt/slideLayouts/slideLayout1.xml" Id="R1875bc411f6341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5bc411f6341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fbeadf0a74d57" /><Relationship Type="http://schemas.openxmlformats.org/officeDocument/2006/relationships/notesSlide" Target="/ppt/notesSlides/notesSlide1.xml" Id="Rb9634f280fc1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4621146054680" /><Relationship Type="http://schemas.openxmlformats.org/officeDocument/2006/relationships/notesSlide" Target="/ppt/notesSlides/notesSlide2.xml" Id="Rdc89cd0a4f0447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328a274d54300" /><Relationship Type="http://schemas.openxmlformats.org/officeDocument/2006/relationships/notesSlide" Target="/ppt/notesSlides/notesSlide3.xml" Id="R88a71d02b40540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c4435147b4625" /><Relationship Type="http://schemas.openxmlformats.org/officeDocument/2006/relationships/notesSlide" Target="/ppt/notesSlides/notesSlide4.xml" Id="Ra6f4101d7c7e49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d12636c264f05" /><Relationship Type="http://schemas.openxmlformats.org/officeDocument/2006/relationships/notesSlide" Target="/ppt/notesSlides/notesSlide5.xml" Id="Rc4195ce8ed894a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116d4e14a461e" /><Relationship Type="http://schemas.openxmlformats.org/officeDocument/2006/relationships/notesSlide" Target="/ppt/notesSlides/notesSlide6.xml" Id="R2e052d4ec4c64d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2aef5b8ec4b23" /><Relationship Type="http://schemas.openxmlformats.org/officeDocument/2006/relationships/notesSlide" Target="/ppt/notesSlides/notesSlide7.xml" Id="R5e060af4db7941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f68dac8d94bfb" /><Relationship Type="http://schemas.openxmlformats.org/officeDocument/2006/relationships/notesSlide" Target="/ppt/notesSlides/notesSlide8.xml" Id="R245aa612116241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dd8f7f4504dd2" /><Relationship Type="http://schemas.openxmlformats.org/officeDocument/2006/relationships/notesSlide" Target="/ppt/notesSlides/notesSlide9.xml" Id="Rec3595767c7949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61d78cd6d40fb" /><Relationship Type="http://schemas.openxmlformats.org/officeDocument/2006/relationships/notesSlide" Target="/ppt/notesSlides/notesSlide10.xml" Id="R3f3e8a124c9944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9f97eb15a4d3b" /><Relationship Type="http://schemas.openxmlformats.org/officeDocument/2006/relationships/notesSlide" Target="/ppt/notesSlides/notesSlide11.xml" Id="R6cb97031718648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a4ed23d784efc" /><Relationship Type="http://schemas.openxmlformats.org/officeDocument/2006/relationships/notesSlide" Target="/ppt/notesSlides/notesSlide12.xml" Id="Rba434a08c2f841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96c14061b47b4" /><Relationship Type="http://schemas.openxmlformats.org/officeDocument/2006/relationships/notesSlide" Target="/ppt/notesSlides/notesSlide13.xml" Id="R6b562a616b7947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95e688eb34fa3" /><Relationship Type="http://schemas.openxmlformats.org/officeDocument/2006/relationships/notesSlide" Target="/ppt/notesSlides/notesSlide14.xml" Id="R57943272edfc4a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dab6832594ec8" /><Relationship Type="http://schemas.openxmlformats.org/officeDocument/2006/relationships/notesSlide" Target="/ppt/notesSlides/notesSlide15.xml" Id="R1b8c1609fcc140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3beb7ab9948a7" /><Relationship Type="http://schemas.openxmlformats.org/officeDocument/2006/relationships/notesSlide" Target="/ppt/notesSlides/notesSlide16.xml" Id="R39c72523eda044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1c29784b246ef" /><Relationship Type="http://schemas.openxmlformats.org/officeDocument/2006/relationships/notesSlide" Target="/ppt/notesSlides/notesSlide17.xml" Id="R3cc87b65bbdd40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9655e00dc4e9d" /><Relationship Type="http://schemas.openxmlformats.org/officeDocument/2006/relationships/notesSlide" Target="/ppt/notesSlides/notesSlide18.xml" Id="Rf5dec0b119a840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5c44cae134f09" /><Relationship Type="http://schemas.openxmlformats.org/officeDocument/2006/relationships/notesSlide" Target="/ppt/notesSlides/notesSlide19.xml" Id="R7a869058ef5444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6998dd2c0481d" /><Relationship Type="http://schemas.openxmlformats.org/officeDocument/2006/relationships/notesSlide" Target="/ppt/notesSlides/notesSlide20.xml" Id="R14de9cfa30ec417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2a4c986ee4db2" /><Relationship Type="http://schemas.openxmlformats.org/officeDocument/2006/relationships/notesSlide" Target="/ppt/notesSlides/notesSlide21.xml" Id="R2a45474a83ce4df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b6f74af5c4c85" /><Relationship Type="http://schemas.openxmlformats.org/officeDocument/2006/relationships/notesSlide" Target="/ppt/notesSlides/notesSlide22.xml" Id="R5582a61ebed044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6cd44fd6b48ee" /><Relationship Type="http://schemas.openxmlformats.org/officeDocument/2006/relationships/notesSlide" Target="/ppt/notesSlides/notesSlide23.xml" Id="Rdaf4874481e146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1494122b3408e" /><Relationship Type="http://schemas.openxmlformats.org/officeDocument/2006/relationships/notesSlide" Target="/ppt/notesSlides/notesSlide24.xml" Id="R15556abfe10c43a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695d6f4544487" /><Relationship Type="http://schemas.openxmlformats.org/officeDocument/2006/relationships/notesSlide" Target="/ppt/notesSlides/notesSlide25.xml" Id="R5cdc279b53f7477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2b608000c4e99" /><Relationship Type="http://schemas.openxmlformats.org/officeDocument/2006/relationships/notesSlide" Target="/ppt/notesSlides/notesSlide26.xml" Id="R9fab340213a7439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fae5516b443dc" /><Relationship Type="http://schemas.openxmlformats.org/officeDocument/2006/relationships/notesSlide" Target="/ppt/notesSlides/notesSlide27.xml" Id="R668a74476da64da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bb7f7e17045c7" /><Relationship Type="http://schemas.openxmlformats.org/officeDocument/2006/relationships/notesSlide" Target="/ppt/notesSlides/notesSlide28.xml" Id="Rab28b89d59e74c8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ec3ae4b06410e" /><Relationship Type="http://schemas.openxmlformats.org/officeDocument/2006/relationships/notesSlide" Target="/ppt/notesSlides/notesSlide29.xml" Id="Rdbdf2752ec0f43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bc43eaca34fec" /><Relationship Type="http://schemas.openxmlformats.org/officeDocument/2006/relationships/notesSlide" Target="/ppt/notesSlides/notesSlide30.xml" Id="R1404d28b4d4b423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c39a1d6a641cf" /><Relationship Type="http://schemas.openxmlformats.org/officeDocument/2006/relationships/notesSlide" Target="/ppt/notesSlides/notesSlide31.xml" Id="Rf3bd643100f54ba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cb6edbe874699" /><Relationship Type="http://schemas.openxmlformats.org/officeDocument/2006/relationships/notesSlide" Target="/ppt/notesSlides/notesSlide32.xml" Id="R270ec8c87ec04fa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52d080469408e" /><Relationship Type="http://schemas.openxmlformats.org/officeDocument/2006/relationships/notesSlide" Target="/ppt/notesSlides/notesSlide33.xml" Id="Rfe32c32e42e74b0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ac99c09c34360" /><Relationship Type="http://schemas.openxmlformats.org/officeDocument/2006/relationships/notesSlide" Target="/ppt/notesSlides/notesSlide34.xml" Id="R572bd85cb5d946a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02dc3a80047aa" /><Relationship Type="http://schemas.openxmlformats.org/officeDocument/2006/relationships/notesSlide" Target="/ppt/notesSlides/notesSlide35.xml" Id="R4c679031ee7f44d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e4f10c04b4620" /><Relationship Type="http://schemas.openxmlformats.org/officeDocument/2006/relationships/notesSlide" Target="/ppt/notesSlides/notesSlide36.xml" Id="R7627456481f748b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1151db053437c" /><Relationship Type="http://schemas.openxmlformats.org/officeDocument/2006/relationships/notesSlide" Target="/ppt/notesSlides/notesSlide37.xml" Id="Rd491a50c1225467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85a8d8fe443da" /><Relationship Type="http://schemas.openxmlformats.org/officeDocument/2006/relationships/notesSlide" Target="/ppt/notesSlides/notesSlide38.xml" Id="Rd7187e14bb2b460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4f09564004caa" /><Relationship Type="http://schemas.openxmlformats.org/officeDocument/2006/relationships/notesSlide" Target="/ppt/notesSlides/notesSlide39.xml" Id="Rceaf53c3c52e43e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5fd109ed141ea" /><Relationship Type="http://schemas.openxmlformats.org/officeDocument/2006/relationships/notesSlide" Target="/ppt/notesSlides/notesSlide40.xml" Id="Rc1afd47827944fe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f85843f4c460f" /><Relationship Type="http://schemas.openxmlformats.org/officeDocument/2006/relationships/notesSlide" Target="/ppt/notesSlides/notesSlide41.xml" Id="R86c1cee906b44cc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ac77cd7454b49" /><Relationship Type="http://schemas.openxmlformats.org/officeDocument/2006/relationships/notesSlide" Target="/ppt/notesSlides/notesSlide42.xml" Id="Rdc387926cef342b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c3042c3e94f5e" /><Relationship Type="http://schemas.openxmlformats.org/officeDocument/2006/relationships/notesSlide" Target="/ppt/notesSlides/notesSlide43.xml" Id="R41003b73c9ce46d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c9556bfa1413f" /><Relationship Type="http://schemas.openxmlformats.org/officeDocument/2006/relationships/notesSlide" Target="/ppt/notesSlides/notesSlide44.xml" Id="Rad16c415494f4eb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68d6dcfcf4b29" /><Relationship Type="http://schemas.openxmlformats.org/officeDocument/2006/relationships/notesSlide" Target="/ppt/notesSlides/notesSlide45.xml" Id="Ra03b8c7b860848c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1c3280dac413a" /><Relationship Type="http://schemas.openxmlformats.org/officeDocument/2006/relationships/notesSlide" Target="/ppt/notesSlides/notesSlide46.xml" Id="Rc41c3ac1532b42f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239580b314c2d" /><Relationship Type="http://schemas.openxmlformats.org/officeDocument/2006/relationships/notesSlide" Target="/ppt/notesSlides/notesSlide47.xml" Id="R48b76ca23dc444a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91eb4ffce4267" /><Relationship Type="http://schemas.openxmlformats.org/officeDocument/2006/relationships/notesSlide" Target="/ppt/notesSlides/notesSlide48.xml" Id="Rfc9062ad4089445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221e0002a4130" /><Relationship Type="http://schemas.openxmlformats.org/officeDocument/2006/relationships/notesSlide" Target="/ppt/notesSlides/notesSlide49.xml" Id="R5314a910b8bd4b9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7e9cbba3d4ac7" /><Relationship Type="http://schemas.openxmlformats.org/officeDocument/2006/relationships/notesSlide" Target="/ppt/notesSlides/notesSlide50.xml" Id="R727e94c4681c4d8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49d4115a74493" /><Relationship Type="http://schemas.openxmlformats.org/officeDocument/2006/relationships/notesSlide" Target="/ppt/notesSlides/notesSlide51.xml" Id="Rbab177ba8b63411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d341a6e154a33" /><Relationship Type="http://schemas.openxmlformats.org/officeDocument/2006/relationships/notesSlide" Target="/ppt/notesSlides/notesSlide52.xml" Id="R2dd9f465f554493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fc5874b414373" /><Relationship Type="http://schemas.openxmlformats.org/officeDocument/2006/relationships/notesSlide" Target="/ppt/notesSlides/notesSlide53.xml" Id="Rcfaea8356bbb42c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3b3e68caf4c1d" /><Relationship Type="http://schemas.openxmlformats.org/officeDocument/2006/relationships/notesSlide" Target="/ppt/notesSlides/notesSlide54.xml" Id="R3eddca2680824e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D66C75-7303-44D4-911A-68E80DC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3F1DA-6C1E-47E2-BE3C-AFAE16FC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D3868-EC42-4AB9-80BA-BBED7953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ABE75-043C-4117-B533-C5A259D0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D1B9E-704F-45BA-8C0B-AE3EBEB7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презентация для обсуждения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1ABA1-43F8-456D-8069-25DFA06A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35569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F6706-E6B9-4CA1-AAFA-26B031C1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33D9E-AA6F-4001-B214-87E6F7AE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E44F8-A531-484C-9F7D-9048568F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ECC93-5019-4B60-B508-A16B8E48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DD6CC-873F-4A2E-A548-7FDA4B8B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Короткий ответ: что мы строим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098C4-F0AA-488F-B0B7-9709A971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CCDC3-2403-4888-8643-CB3FAAD8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05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EC616-FED7-4AB5-994C-A473522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 — это персональный weekly visual self-guidance продукт: пользователь вводит дату рождения и текущий запрос, получает прогноз недели, проходит daily episodes и видит, как меняется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B4B86-A3A2-4F2D-B2A4-4A14155D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31663-6C98-4159-AA28-C2A2904F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продаем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0F06E-0336-4ED1-9734-A3891B93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“астрологию”, а понятную неделю: смысл → действие → визуальное изменение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4F89C-A4EC-4FE8-8C50-649286D4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CA006-12D0-4BBC-9CAB-40A1C77E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Почему сейчас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036F1-6FE2-4F3C-AEC0-FB89EBCB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personal guidance, daily wellness, AI companion и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1CDE7-45EB-4115-A38B-B8241202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0170F-723D-4131-92BD-EF1EE69B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в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422A2-9183-48A0-9C33-328F22B2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forecast, daily card, action/reset, Life Canvas, Plus paywall, один video-token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45E6B-5141-4D30-A104-E6EE2FF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0735C-B5E8-4CBC-822D-EB94CD74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Главный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A9CF3-CB5E-4054-BF01-5826994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должен понимать: Canvas изменился из-за моего действия, а не случайной генерации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EA011-5A0A-4DD4-B41B-B7BFA70B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85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242C2-5D65-4C31-B2F2-0389E22F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756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не спорить о рынке, а проверить loop на 30-50 пользователях.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83E2B-38EF-414C-B8E5-EB2EFC03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11073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D6685-942F-4786-AC9D-4CB4033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EEE81-DF9B-410D-B3AD-E8EE6A50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1D2EB-FDB0-4283-ACF7-E9F03544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E7D65-138E-4C84-9C39-1F96FF3A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2A465-8F2B-4D1E-8018-9A1838BB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Компас показателей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E2C84-F2D3-43E2-8625-72B5E678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F1B02-3F41-42D8-85F9-205713F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каждом финансовом или рыночном слайде важна не сама таблица, а показатель, который меняет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AC17C-DDAB-4141-907C-E5288CEB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FF1D-89F8-49D5-B2CD-1607F561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48E31-74BC-4B83-92DD-566D4CBD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D1/D7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F8EF6-5AF1-4559-93DF-89BE3B83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 ценность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8B739-4D53-4C45-98D0-81302FE6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3DCB7-1393-4073-AC74-390E42BB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C1977-6696-451A-8244-2B46CD25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в оплату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 на пользователя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3F36E-7B32-4923-82DF-71B26C5A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платная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73973-4374-458A-96B6-DD2A1E9D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7FC27-57DD-4F7D-8533-6E5AD61B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Себестоимость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F0671-9383-4FF5-BC0E-6F1926EB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free-user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платящего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C39BE-2F17-4A10-A08B-008BD0AB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съедает ли AI маржу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8AD01-AC4D-4BE8-8B32-BED6EB43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29733-02EE-4924-8A06-E2D5E25F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Рост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60220-95AB-4F0D-BE0D-123DBE54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регистрации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Доказательство от авторов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E9A0D-95AD-421D-A159-D0022E71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приводить людей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65AC2-752A-418C-8765-8D302A2D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23B52-C915-4585-A62C-4C4E8D84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34050"/>
            <a:ext cx="714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Каждый блок ниже читается через один вопрос: какой показатель меняет решение по продукту?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3D7BA1-C11D-49C8-81DC-8B1E60F8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02359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52E94-1EC3-4579-81EE-F6941AC6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B6848-8ACC-4846-8825-ED61BE79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6CAEC-61E6-4DBE-8546-8342E308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6D36B-9ADF-4054-890D-E94668C9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A8212-C034-4419-8A1B-B099BF99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9E508-F434-4B96-8954-E68533A0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F5C4E-B706-4013-A06D-0BBAAC2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82394-6913-46EF-BE66-A1D9CF35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70868-CF2A-4901-98EF-7F54DC17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FE8CB-F099-467A-94CF-D365FA02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BAAA1-BE51-4C46-86C7-3C120D7F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DD227-F3A8-4CB3-8278-7EB6E76D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74FBC-8B41-4D19-A561-9EC125CD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F3B7A-AABD-47AA-8167-DF75EDEA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451C5-E5E7-4E3B-92DE-5494AECB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0B0E9-5BA1-488D-AE58-52F79105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A7C19-F274-4257-86C6-5AAD628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E72C2-CAB2-4F0D-8F0F-508A7B43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3B40E-4508-4B82-B1A6-CE4674BD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A9AE5-65FA-495E-80F8-46385735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F15F6-9B66-4BE5-9E91-6482260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7BBE0-6BF6-4170-841B-952B6E38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1B8BF-5941-4364-AED1-E390ACED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F4C2F-7EC7-4615-A9EF-A7595FEC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3FCB2-2149-4847-ACB0-522CE31E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69C9F-86C5-4D8E-A3F6-BAF42614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7A452-3F8A-4887-AB1D-6B457F81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BD1A71-F14B-41F5-9EFF-08AFD18C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66970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301503-9E0F-4C75-8A4B-37D14A35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4FE23-B883-4F80-B61B-853B02BB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B3694-3416-4503-A796-CF1F68DD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36DE8-63BC-44C5-8E13-BD609C32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CB8A7-2BB5-4A17-A04E-0E17C07E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09459-F9F1-4B46-9AD3-AA391F6F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38A48-7E4E-45D7-ADC6-8A692CD6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E1233-0C95-4852-9125-D3C66BE7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23A7C-6FE5-4155-9D8E-1DE932D9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46138-2B3F-43A3-89D4-5DE7876A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F7588-49FA-4CD0-BB30-575C0BFD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C6C04-649F-4305-AA07-B694DB7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56C2D-D493-4B87-B1C7-AFFE9A49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547BA-5E8E-4476-ABBD-9892F53A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6BC61-9CF8-4F03-B2AF-54D2DF32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03F39-DA70-46F9-98A2-AE4796B7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B2C0D-C720-4947-8488-52D2F3D7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33E6A-6F2D-4EA8-8870-993D497C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6E0AE-DB10-403C-BE31-C1FA486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879B0-8E57-415F-BB16-69D5C6D1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23887-21CB-4093-9BB8-B4ABD343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D28CB-1759-4B8A-8997-16FADD34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F791F-B449-4143-8D4C-561A61BF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0175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ADAD65-CD47-4A19-B6E3-5AB9778C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64AEB-B2ED-4935-B8FB-C433ED24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E556C-7AAD-4EF3-B091-CB807A83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3B9FB-3958-4F3D-AA53-FCFE3173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823F2-CBA6-4DCC-AF81-80D8B6EE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FBC4F-50EE-4F1E-BD8E-5CFE00D5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F4CBB-3813-46CE-BE7A-B13C58B9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93E2C-EC40-4751-9C13-5D894002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37C95-77C5-4FBB-9346-93727BAC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481CD-2B58-4E4F-8A97-0132631D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ADF04-2342-4FD3-8B76-AB8B2516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80BAD-63F5-4DB6-BC61-B16335CD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3FF7F-EEB8-4795-97F4-D509D724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CDEF7-07A9-4C86-B734-D82B1B48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0C443-2F39-4C49-B8F4-A38DEB57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5CF1C-75F9-4C02-8C8B-338D7902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483D4-A41B-4F09-8760-F3FF7B28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8C50F-0F99-4D29-A1CE-DD43C278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E276F-D808-47A1-8927-62D16A80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FBF50-A584-4018-91E2-5F5227A2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E554A-05F6-4AA2-A314-FD406921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4A7C5-FAEF-4FDD-A36D-5EBA57A6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8DF52-60AB-49C9-9CAF-5CF10822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3E7D0-5D89-4BE0-B25B-7E6D2656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7E2DC-1E1A-4FC9-9FC3-8329666B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9F781-E660-442A-B6C9-334B71C1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F4A0B-1901-48D1-AD71-4C313A8A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6271D0-7FA3-4808-92C8-1CC10422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14263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FCA54F-5EF5-4A20-82F8-D40D2215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E6AD4-5106-4409-83C1-0299CFC2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88CF1-ADEE-4EE4-9428-2BAFBA9D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8CB9C-ABE8-4E2B-B5D9-941555E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361F6-2F7C-4F30-940F-F4B92B92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Финальная формула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9DF6C-8381-4DC9-91A2-8C1B9737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0C8C8-0026-4E50-92BC-63A2089B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DD181-FCD8-4107-ACC2-FCD60E2B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D88C4-2632-49AB-8AFA-5146833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ECBD9-5F8E-4954-B3D1-FEEE3569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3CD7F-6E41-4470-A93E-C0801B7F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02CBE-401E-4BCB-A7EF-B78212E2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768E2-0E7C-432B-8166-40AB9252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4EA01-0BEA-4F9B-85B2-E877FAF8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C795F-2C37-4D56-BEF8-584B4B72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30F0D-ED4B-43F2-A02F-956CCF51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DC4B3-3E1A-47AA-B27B-4A189537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96FCA-B0B2-4E54-9E51-3B0F402E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AF476-1997-4E16-98F5-199DF828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9246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FF148F-EA0C-4AD1-AB69-74375394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7928F-728F-469D-9653-AB70D719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3E06A-07E3-4B57-BF83-2D7B7A70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BD5C1-6FDE-4D72-B967-AD94C9B1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40C4E-FCF3-4E0B-9226-83A4EFDC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8AB15-2FB7-4AA5-8116-80B5C0D6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24F41-A46A-4BB4-928A-47D671C8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ACB34-15F5-4448-A674-D27177EB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0518E-515B-40FD-A2B0-85D30C9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D99C4-0A2A-4D23-AC29-31EED5A1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24747-F700-47B0-9209-4FB70363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65AF4-0A24-48F1-A172-5FF57992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6DA22-6B32-4DB5-8AD8-0974D28A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F398E-21CC-4107-86A5-5480DC2D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78425-5CAE-4334-A4E0-7E090E0D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4010F-5B50-489A-9AFD-20CD1D3D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CF5E6-3BC2-4953-9D96-C62E80AA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C9201-9D71-4D12-949B-0BB60BCD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2251C-63C9-40EF-AC64-67A0713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A49D21-68B7-426A-A24A-0CE00E7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2A254-213D-46C1-98D9-6CFD1D11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76554-6EA4-4967-949C-B1E3C78B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A605E-952D-4078-B76D-711DF151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A3C00-244C-4925-8988-E95F123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42233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ADE02-F72C-49C5-A9FE-22B2042A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7D382-B1EA-4601-B914-65B44528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010D9-EDF5-48EA-9A94-B24DF84D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F9FDA-7FFA-49C1-9755-916AEBB3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D327C-6C40-4128-B793-7150C7A8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99D45-40F4-41AB-A094-3F703148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0DFFA-8E71-42AF-89E1-D9B1D86D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53B8E-07E7-4D69-A371-53CCDFAD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3E8B9-179F-4879-AC71-203F1CAB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D64BD-6973-48ED-A0AE-FE10E3F6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47A11-6173-4E1D-964C-42521F96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11709-FA69-40D6-BA7B-9350C83A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B3140-8185-4D54-AE9B-6DFF4B84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778F9-E85A-49D5-A0AF-C6CAA9D7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0DE9A-A066-4027-911B-39ECF219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0930B-5421-4A2C-94C4-9F8651B6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00997-7C0D-4206-A3FB-A6D2022B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12DB0-8153-4B66-BA1C-B0B597BC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16368-0209-49E3-94F8-969B678E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DAA538-783D-447E-88AD-D20C3F62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C9D7E-C2E9-40D1-A4BE-34E2C141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A1A6C-BA05-4689-A703-7807299B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1E08E-133C-466E-8A5B-C3D4294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E21D6-0DA4-4211-AE30-45667B9B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A16B8-DEBA-42A0-8FEB-10A5FB7A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75924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FEF79A-FCBF-4612-A6DF-4623685D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CA2D3-B9DC-4A7E-8BB9-53F223F6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933B9-D9EA-402C-93FD-6677F467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D1103-D884-438F-90E7-3BE20EA0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68018-A710-4375-BB84-CBDC0EFF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9BBAD-7777-48F2-97FF-D4B23DC7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D6967-CF27-4873-B6FE-2ECA1103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FA262-AFE4-4BAC-AA01-FE2ED4CF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2A43F-CD04-4592-9FFD-2A13787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3AC1B-43D5-4711-A464-EE76B0B8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6E696-0118-4A36-831C-8869D910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AE0A0-F59F-483D-9FDE-0A8755F7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CFA21-93C5-458D-BAB3-6084ADBA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1EE33-80D6-48EE-B02B-39A01FB4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D3E9A-F548-474A-9516-BE2734EF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ABF72-EB26-4AEE-B71A-96DF82AB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0653A-3F63-43A5-BAB7-8E939B62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38A8C-3876-41DF-859C-D73A09E8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E8863-A4AE-435F-9ACD-BBCC17A9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32D45-063C-4E0D-8CBA-FC156C29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1C107-9DAF-449D-A2C5-87BB2D41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B34BE-0AF5-41CC-9DA3-07A4493B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87730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7A8C19-B870-498E-874E-CC898C82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0E2BC-6A24-4AE3-9D52-78A6B645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FBFDA-62F4-4360-BAF9-5A1148C9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3A06D-7FA9-427D-9F7E-BF59E1C7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29430-B0C6-470C-9D5F-9DC70609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93DFB-44B6-4007-A06F-689BDBFB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A4E3A-DFE6-4FA5-8D0B-8882A418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028C0-2E80-4067-AF79-EEC39474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A001C-AAEB-44F3-88E1-1B099B8E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96EC1-670B-4A5C-9D33-8416417E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719CE-170D-4F7C-89C7-8899385D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79CBC-2059-4669-8475-273C8B3A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EF4AF-530D-4A60-B895-1E1F7DE4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7D25F-FF97-4C76-AC6E-00561286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65D7D-B029-4940-AA7E-8B779847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0114D-8502-4E83-AFB3-151DBDEA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B85D9-AC15-44D0-AAFE-50B84A64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91914-F8F9-47D3-8B14-D19647C2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9F05F-1476-43CC-91A1-508708C2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8BF8B-358F-44FC-BBDC-91679BE0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E2AA7-9E2D-49C5-A7C8-85BFE56C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E68E2-7EBB-45F0-9676-003BFE82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C5231F-B193-45EA-AFEE-A7CC35CD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15809-2876-4F2C-8031-BF4AF6BF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B44D6-8017-4AF4-ADE2-0269A6A0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B4877-E0DA-44B3-BA77-672EE9DC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12D84-9EA5-49D0-A002-6A57B821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857425-615B-4F56-8AEA-8DFA370C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0C746-7D59-4C04-AAA1-42D4A8E9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52087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6EC117-E26C-4497-A955-FC7542A0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3564F-C023-4147-866A-B8E081EB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D0C8C-737E-4D1A-8FC3-E09153F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F5B41-6338-4C0B-9207-E822AED2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97BC1-694F-4F2B-BAE6-8867C604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0D39C-3332-4BC5-8E65-A2C71397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B735D-E45E-4AA3-B315-F983C1B4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4BBC0-A68B-408A-9736-9C889D8A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BCDD0-33E6-4416-9E87-0841EE78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C75D6-CE6D-47D5-824B-58A65000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3CE94-A056-4C8E-B497-0D40D676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57622-1EA4-469B-8467-26EA6E68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B4399-FA58-4E01-8D46-9485ED1C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98660-CF08-46A5-BCF4-495EDFB8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6BAC5-36F3-4153-98EE-703C2FD1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A0BA8-C248-49C7-ACE5-DE1361D0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CDC23-C16A-4FAA-B3CD-C543F385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6B062-E94F-4510-BA77-3E4014CE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0F923-0888-4FC8-90EE-F358EF6C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8F5CF-433E-4378-946B-2D501ED9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F6F92-4446-4D73-BD24-2B5AEAE9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C79E6-E8D8-464F-A16C-138DDA7E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E36A1-4714-4FC9-9E09-FDEBCE6C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63F68-3AF0-421B-876F-834D19E7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C5D57-BFA6-4BAC-8776-99CAD8DF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D7303A-6862-4CBD-B087-15125D96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BD015-6D84-4D8F-9C01-EC677375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A33711-52BB-4689-8B48-1CF23BBB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51AF8-4B40-4BD3-92A1-AAFB746C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49045C-AA99-4AFB-9EC2-4B91F2E2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4D9BB3-599F-410F-87B1-9CE6EA4F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0C17B1-5611-48E5-85D1-C6AF4408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48698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E48C3A-42E1-41E0-B86E-7DF5F814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51EE3-6461-49A8-890C-8D0F6678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046AB-7432-4C89-92DA-5BA4F53A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73019-DE75-4494-811C-D71296B5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4D974-8F4D-4D86-A15A-58C204EF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12A07-EBE1-4C0B-AE9C-EA30C729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8CA28-8C79-4CD7-9174-174BD1F2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812B3-2B80-470F-A035-7057661B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C4CBB-4D98-414D-AE5B-3112DFB4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FE171-8F0B-4880-94C5-200C41F1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629B7-601D-4DA3-AD18-BDA29E3B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E282F-5146-4A71-8F19-33BF260E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68810-06C1-41AC-AACC-8FF0C978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5E806-18EA-4EC9-8CA1-45192645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11AC6-5317-40EF-8D72-C16C081D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2487D-53D3-4BFC-8A92-296ABB5C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D702B-E30A-47EA-B9D1-0412AE6A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9723D-B125-44B9-8FD6-011F6251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67699-689D-41FC-BCEC-0C0E3B13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2E58A-A16C-4E08-90E2-542DD149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8FA88-1577-412A-9444-F20A03AD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2F78A-0CC6-49E0-9474-4BF66CFC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2D85F-6EB6-40D0-A1C3-B04ABB0F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4CE950-9BC4-4C9D-961E-D1BB1756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AF15E1-2047-4828-9D3A-C6A1D037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AFF35-99ED-4F26-85C2-98FC167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0B00A-2F97-44D6-9A38-05C5CC65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765F32-F869-4A8A-A8B0-1336E633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322970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864734-F965-48EB-8614-0719B167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78A97-7748-4439-9842-DD1E1019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AAC1C-C8F8-4907-8180-CAB2603A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6EAA9-ABD8-40CE-B254-A3305DFC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D265B-637D-41E1-8739-3437A42C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Рынок: 4 денежных пула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31CD6-12EC-4956-A569-05BC910E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B83CD-B659-4F03-9993-8367CC68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67F2F-7692-42C6-8202-CFD1CFF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8F51E-A899-42FD-BD92-945122E1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31230-49F7-4E28-B365-AFED8C1F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Публичные сигналы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7302C-DB70-4F1C-969D-855A4D2B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BA6FE-81E8-4D70-A894-DDEDA3C9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/ деньги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FCDA6-9812-4704-B4C0-90BC6326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0D501-9E33-4BBB-AAAD-0B3CEA28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5E099-3752-40A8-8543-AB22C80A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891B9-B535-4289-A96C-D0D4FD84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 / guidance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F5CD8-FDF4-42DD-8677-B6669E42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B4B40-7356-4E79-9F3D-AB9843FD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The Pattern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7EB37-9AE8-4056-B115-F759A204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BEDD3-0C67-4266-AE32-0B9AEAC4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Co-Star: 20M+ downloads; Nebula/CHANI: сотни тыс. $/мес public 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C7705-150F-4809-AF8E-67E231A4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8D6AE-B1CE-4461-B65F-F01FEA7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платеж за персональный смысл, но нужна менее “гороскопная” подача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E2268-71AD-429F-83D0-078FCF55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E3941-95D9-4F0F-B765-2C0AAEDF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/ habit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DE2C5-EBF3-4C19-BD3D-5172C07B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D7797-1341-48EB-9DF9-38F3334A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B90611-1206-4910-8AC7-C058D0AA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CE652C-B094-492E-9F83-B24100D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~$300M/year и 4M+ paying subscribers; Headspace: десятки млн $/год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4E50B7-EF5B-4BAD-AB76-803541EF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B087E3-EAF2-4E2F-A12E-98542553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держится на daily ritual, trust и annual plans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C52E78-FF29-42F2-B82E-30992B3B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3BEC7C-6FA1-4D74-998C-3C37F1E8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DECDB3-EDD2-4F9D-9AC0-25BCA416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C9BA4A-1B84-409E-AB39-81FB000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Character.AI, Replika, Finch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305B8D-BEDC-4BF8-BF95-6D85FB35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FD26B6-314A-47B6-8632-EF4378BC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Character.AI: 20M MAU; Replika/Finch: ~$1.5M-$2.36M/мес proxy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D2B34B-B959-4388-815A-3FD65C59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C5BEA8-F2EA-4321-98DC-A5166B1E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companion и avatar повышают возврат и willingness to pay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39233D-A1DF-406B-8F7F-82228BF6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FAAC69-27BF-4708-83DF-5D7E51C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avatar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D8FEA9-027C-4A3F-8EA4-F23A95D2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0496BC-4191-4EFA-B410-E198BD9C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Runway, HeyGen, D-ID, Luma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74532E-A365-42E8-92C1-A374319D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40AA76-F25D-486B-9E1A-2110CEBF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video ~= $0.40; talking avatar может стоить дороже daily image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31C842-6FB9-4908-8532-BB09AD92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1BA3C7-81B3-472C-8797-38DE8DE8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визуал должен быть premium layer, иначе COGS ломает маржу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0D498A-3851-43D7-B33B-529CE012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AURA не выбирает один рынок. Она собирает платные паттерны из 4 рынков: meaning + ritual + companion + visual AI.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FBB725-7BC5-4090-8D33-95B797DC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9265772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4966F-9BE2-4E91-A2C9-69601668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0DE2D-274B-4D77-ADF4-63E66ED6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773D5-4C43-4EB8-BE93-A8B7C066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8A528-4145-41CB-BB41-DA2C2A53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9786F-818B-402F-82AE-DFE6F6BD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рынка: от категории к деньгам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9728A-4DF8-4994-AA43-616C97F4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DC719-CE5C-4429-AD00-5740B443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04E33-2D62-4100-B6DE-DD4EF140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Уровень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CB97E-8E11-42D5-BDE1-A9D18348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04029-1ABB-4F03-8886-9C7EB823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считаем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8B692-9E0F-44EF-A40E-C07932CE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3782B-5D80-4123-A937-5E638DCE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C7823-B4ED-4CC9-8467-E900DE5A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D90C1-224E-4E12-82B3-3C78EEEF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Денежная логика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E9A92-D670-4848-A890-501C7EA2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84141-AFF4-4E32-B321-DA6B7004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867D9-9CD0-4755-8C16-4B477720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6DC72-6B48-4224-8F42-7EC43F17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платные поведения: astrology / mindfulness / AI companion / visual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1E0A9-DFB2-4791-AF3A-969FDD73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78E2A-7E8E-4866-B58B-927EEC3E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сотни млн потенциальных users в соседних категориях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B9815-306F-42F4-948D-2B5DFCA0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75BC4-F552-4709-8DE5-B1A1BCCA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лидеры уже продают подписки $9.99-$14.99+ и annual plans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F4EBD-9624-450B-A828-02E4FC5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070253-2F36-46A7-A6BE-D035E3CC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170A0-EDAA-440A-A44E-D67D4C57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B788A-E185-43D8-81AC-32D4399C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доступный сегмент для AURA: mobile-first self-guidance + visual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0EF6AD-1923-4F08-BD75-6BE7B76C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B6091-4941-440F-A349-6C6A295A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условно 10-30M reachable users через app stores, creators и short-form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0897A-F440-4865-9BDF-09E4E2DE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37FEB1-8447-4F93-BB5A-73683141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при 1-3% paid это рынок десятков млн ARR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2EC7D-C909-4207-B072-0E0C88FD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F7CC23-CC72-4F2F-B783-0046EA00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Beachhead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967024-B96A-49C0-B37A-07BDC35D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BA90E0-2DBB-4ED0-A13D-D19F9118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12-24 месяца, не весь рынок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1AA8FA-E4E8-4712-A931-BC30F420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692F2A-E488-4719-A513-5D5C5A5C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registered users / 10k-60k active users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BA5CD4-C735-4A4A-AF9B-AAC2BA96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7E63BD-7636-4E51-8401-5101BD08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2.5-5% paid =&gt; 2.5k-15k payers, ~$0.4M-$2.7M ARR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D826D0-F36B-489B-8E51-D7631C9B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B6323D-0FA5-48F2-BE7C-CE38FEC4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case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811FD3-80F4-4662-86D1-52B14B1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D915FF-1131-4191-8795-958413C6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loop и GTM повторяются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AB2BA8-2297-41D5-AD1B-77AE48A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B5807C-747C-4322-82A7-A273962B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1M-3M registered users / 100k-600k active users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F0A5AE-672E-4A45-AA3B-07C1BAE5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5A600B-7432-4D86-930B-B05A1CF2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25k-150k payers + tokens =&gt; ~$4M-$25M+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BBA6C7-8B26-4CB1-80C0-35164318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F4EF36-90A2-4A05-9E56-5F657A59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Venture upside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4F9717-4554-48F0-80BB-0ED267E8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7D80E2-D1CC-4E27-82D6-E9823206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масштаб категории, а не первый SOM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8E3BA4-E3DA-4941-B4EC-624324DA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F8C66D-FF92-4DBA-8F0B-3D36275B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5M+ users и сильная годовая подписка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11642B-A61E-419C-A7AC-5584BC3D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C478FF-F3FE-4F07-8A5A-2F449DB4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$30M-$80M ARR path появляется только после retention + CAC proof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7C6713-C9C1-4C94-A0A6-613C624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100k-300k — это beachhead для проверки масштаба, а не размер рынка. $30M-$80M ARR — сценарий scale/upside после доказанной петли и маркетинга.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746DAE-26E8-425B-AD59-137B4E2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40141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AFC67-7A9B-4EA0-A58D-421C8594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A5191-1233-49FB-8D23-FA1BBB67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43C05-65F4-46C1-A85C-F2E51DD2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54F08-5EBB-45E0-A957-CAD7082B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026E1-BA5F-413F-8F5F-090015A6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C8135-5DAB-4CE0-BEC1-6FE8E884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2DAB0-BBC3-45BD-8E9A-2545987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8DC22-CEC0-4F12-96D7-3A8A99BE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0C481-20D2-426F-B489-AEE7724F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0CE8F-72D5-4131-8311-502CAE5B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8979E-5DA0-4C44-9A38-702C877F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55CB5-9231-46F6-999C-FA0FD52B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0E4B4-FB71-4ADA-8A74-49CF8481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E1038-098A-411D-B6C7-7C3E66DE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675E7-1D5C-4F69-B7A7-3C6E4D02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421D0-BC4B-41EB-8250-BED4527C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FFBF7-248E-4AB8-97A8-861D3247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74717-C800-4B85-9D62-093B8FF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37BB6-202B-4A9F-8B4A-47A51DF5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09F0A-7137-4B1D-99E0-FBA67952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B6D5C-E895-47C1-9263-5F7AD679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9071E-8EA7-4030-BD3D-CD85A908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ежедневная петля без видео должна быть достаточно дешевой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16F64-3D16-41FD-B4AE-E16E5531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 до масштабирования.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77165-0AB7-49B5-BAC1-E00C0111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0940112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42F52E-313C-4EBE-8181-A367278D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EF1A3-F22C-4963-A5E7-1B43A9E4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B097A-4880-453F-BBB5-927C572D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E7780-B704-4238-9084-CA6D5C64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A0A68-BC50-4250-B0AC-51752DCE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Пороговые показатели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124E6-97DF-4449-9B19-DBD5F7ED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C93C1-34EC-4EB2-BC51-D01F8BC7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KPI “на вырост”, а gates для решения: продолжаем, режем scope или останавливаем.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015AC-D4AE-4028-BEF6-B9FCF3F8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521A1-2DE2-494E-863B-5B104A09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16FC1-2DD9-436B-A11F-4B8AFFAC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E11F8-DCF1-4D93-9F54-7EFDBDCE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85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Минимум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F9227-3298-4A79-A7B2-D4BFDEEA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397A5-97C6-454C-89EC-D046512A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85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Хороший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2BB85-DBA8-4CF8-80B8-2A094C5D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A14DA-4C59-4F29-AF99-4CA169B3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85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39812-4B1A-4775-AD7E-5A9BF112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A3228-FF85-43B5-B3C3-AD291C8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категории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FFD30-8D99-404B-A000-2ED7A5C6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E50FB-3E97-44D3-84DB-249AA472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19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EFBAD-E27A-452B-ADA2-C91CC7FB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91706-B68A-47D5-8EA4-74CE6145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A36CF-E1D9-43C6-9E71-A7F18A74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93667-E8F9-49E0-BFBF-0F8FD2F4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объяснять продукт без длинной продажи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00C37-E8CC-433A-AC7B-0024CC9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645D6-9CA3-472D-897C-3439A220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14CF-5C04-4BA9-BEA0-D0010E3D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E48564-8E59-4DD2-B473-FC9EF0E9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527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9C142-6647-4342-94C7-83BC227B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D5B81-412E-4597-94EF-C5B9DDB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527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F5A7C9-934E-44DA-9D2B-91679514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C3C4AE-CCAD-4700-AAA8-FD20820B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работает как ядро, не как случайная картинка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C4E032-5D38-4A16-9AB1-1A0A082D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41D74E-2EEB-4D4A-9705-976EB05B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4A2868-CBCB-42A3-84B1-ECBEA1FE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47E291-71BC-44F5-99AB-2AA056AD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&gt;20%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CC4A9A-479D-4714-9F73-9548ADD5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3B915A-CF19-4620-81B0-808A1F9E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7AA4A0-0459-470B-BB9D-2EC9E9B1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98FE1D-0AB1-470E-AF79-C9D156F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 вызывает возврат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E9551E-3B28-4979-A5E6-958334A5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F7642D-783A-4A2A-A2E1-34A650F1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0EAFB4-B3E9-4F37-8DD2-01F2EE82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11FFD2-1F01-43CF-9F36-54490F5D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95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0BAEF6-1DA4-48DB-8DAB-A5E41A07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F49C13-55A7-443B-8B65-D0740CD5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95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&gt;8-10%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AD4166-FBEB-4442-A3E0-B0E67B73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1F2F33-CC44-4DE5-9C3F-510936C3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переходить к paywall / pricing 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D7BFD4-E5AB-4A32-9175-D559CE68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15B8F9-9A40-4479-BB87-C98880FD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платящего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023850-F9E3-463F-84B5-92B47C7B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52AD46-2C46-4D11-B3F5-232469C8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&lt;$4/мес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A49040-5D27-4234-96E5-4D490488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2C8B68-B24A-4FC9-A534-722D263D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&lt;$3/мес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4F8BF2-9A01-458F-85E4-E8749F71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E0728C-9501-4A35-9340-2147AC2F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не убивает маржу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1A0005-128C-495C-AD0A-CA08C920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3206A6-8477-4E83-9D52-007847AF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активированного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5D26B8-D1A7-45C0-9E89-5AC167DF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4BCAA6-9825-4925-A2FC-26984085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86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20F5C8-CA40-4272-B54D-7BA23C2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434C7E-40BE-4AA8-A287-A64B2007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86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 при сильном LTV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3F0850-8DF4-4E08-9BFF-9D752052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924157-D88C-4B46-9D6A-AF7FA329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86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маленькие paid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FBDB88-7465-455D-8C62-35D29804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93B6DD-A4E8-4B59-B7E6-826627C7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817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Эти пороги превращают презентацию в систему решений: не “верим в идею”, а проверяем конкретные условия перехода дальше.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A98D77-C636-413F-B030-2882C611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4810765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7B0BB8-168A-4BB6-8DA7-1F8F53B6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E8372-9653-43F7-9D05-8B52A9DB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A8AB4-7E58-4CFC-8FFD-7F810906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60C35-7C63-43EA-8C77-CC513DA5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22408-DB1C-4B0D-849D-9F099E11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55117-4645-44AE-9798-3B1966CE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450F7-C569-4FC5-AA3C-AF720EC5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08ADE-F2A4-45ED-9F66-383A7F8F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F8EBC-4541-45FC-8304-7242EA13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D0E0A-E021-49DD-A832-EF223DBA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A3A60-4E86-42AE-BB3E-39D34724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613F5-1E96-47A0-87D3-05B78A0C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016A5-20EE-41EA-A2B4-623BA19C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EBDFD-E9C6-45F1-9227-53D7064B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A4404-1773-4FC7-ADD5-27900AA5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F6FE0-22C0-4D91-8695-8476B2B4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C9EF2-6900-40B4-B149-87533F6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0B605-6AB6-4931-B1BD-2F1ECA77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074A1-7179-46E6-BCB1-E4239106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26CD9-EC79-4AA5-8521-2395FD48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66EAF3-23B8-4471-A39D-D5BF5DF4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9B7BD-5CCE-405F-B190-9348B5E4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AA817-D8FD-4FAA-805B-03FE3C27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CCC70-FA89-4856-8AB5-E794DD87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70F791-F6F5-41A7-9CFF-E893728E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8CCE65-6E30-45ED-9732-041AF4E2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3DE8DD-5A7B-4158-A2FC-90F7D152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B10E0-E3E8-4074-95CA-25A5734C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E2E82-593B-4FCC-ACE5-309F4CB4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2B2DFF-B6B3-4205-B7D4-FA2CDE74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BDC801-B45F-4640-8DB9-FD033812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7BAC38-79F6-4702-B012-246FE661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16E593-BCAF-4556-BDAB-F4D94933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4122D9-B59D-4398-8758-E5C933CF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00F590-C7AF-4A60-AB23-D0C420DC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B61430-8A67-4618-AF29-7506CA1F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D5550-0F13-432B-B3E7-3989E0AE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01AD44-6570-44A6-9DFB-1AE21C78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68D92F-C073-4DDC-B709-7B2C3B9B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EFA6B6-1D89-4391-993D-73139B4D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42D72A-8A5C-4E60-9DF4-1512EADD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B61B8A-8EC7-4F5A-9966-A4169B5A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59D246-FAF9-4D8C-AA81-13894041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42F1DA-BF3B-4F80-B27B-D937A28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B1B6FB-5D3B-4BE5-92DA-A3F0F291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AEA1C6-6AF7-4699-9681-060E5AFF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5803EA-8D97-442C-BC16-008C2CC6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F55EB1-BC44-41CB-9838-8F572A52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C8E31C-4F24-41C3-A2A2-86230B63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CAD44F-7271-4624-8A28-EFE3DA0E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49561D-0E61-48CD-9D49-C669789D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BD2767-6A2D-4F4C-BA88-139FF20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D01AAC-5361-44A6-863B-32EDD51C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AB3307-A0F2-4A8C-8609-3862B6A5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CF205D-F474-43F3-96A0-23E4AD51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6BFA3D-423B-4B4F-92E4-AD68A4F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8215954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93C62-FEC8-4AEA-85E3-DA60E822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B7180-00BA-402D-B373-CD2AE75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86254-569B-4AFA-9AA8-314D77E3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5F9FB-0961-4574-8188-D5D7812F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8C29F-27AF-43D3-8BAC-EDB7114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данные конкурентов значат для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9984C-3991-42E1-854C-1B5AA21C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0F636-A448-401C-83AC-9548C7EA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827A1-7293-4EB6-B1B9-4A52AD87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8039D-1CD1-4A5D-B3F8-06DB5A8B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C8B30-DCCF-4943-8996-F684944D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рынка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90553-7713-4820-A6A0-47784CF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3655A-C09B-4201-97ED-EAECD9EE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видно у лидеров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28D3A-CBEA-4926-81D5-AB528A60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D5B74-2DBB-4634-AF56-3222C4F9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3CC33-E5C3-48FA-A894-D3CD7F28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D5230-4150-4AC2-8196-44591A57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7855B-5D0C-4600-912E-A8981AD8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44BB4-43ED-4ED4-8B4C-DBEB189E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работает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11755-FF26-42DF-B0D4-CC5B5AFA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BF012-3B33-4A60-8F20-A823464C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астро, mindfulness и AI companion продают $9.99-$14.99+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E3944-3498-4B8B-A605-4B897C66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47CAA-2420-4661-A51F-11E355F6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тестировать подписку, но не обещать безлимитный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DE009-B0D0-4297-B7C6-E6B0DAE8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BE3D28-2E16-4E76-8DA8-31FABA0C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Visual Plus + annual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49D10-E9DE-4DEA-B3B0-D64BF65C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8087A-091A-49AD-A98C-3C243F2B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не магическая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0E567-FD4B-4839-BDE1-D82AD515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6A439-F75A-4B46-A9F3-AEA168B4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proxies дают ориентир 2.5-5% paid conversion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164CB-B872-4307-A5F4-70AA0C14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F9F78D-0330-41BF-93C8-6845E366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экономика должна сходиться даже при умеренной конверсии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BF9030-CB17-4F50-8B83-9B6DF187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E759A5-2010-4266-9A6D-4E128296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считать free-user и break-even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CE39B5-4ED6-41D1-AC4B-85D073F6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621DB5-B15F-4631-B016-CBC80FAD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дорогое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930E8B-936B-45AF-BB36-02E9D18E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AD1E42-07A4-4A37-9830-57B5AFB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дешевле Veo, talking avatars дороже daily images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58372B-2EBB-44D9-AC04-E13A4A7A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4397B2-DF0D-45EC-BD35-E4D90678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должно быть premium moment, не бесплатный daily asset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BD7633-94BF-4752-B5C9-2D0CB075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4ED1B8-F0A0-4D26-8D76-AA03051C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 только в Visual Plus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DCEBA9-F9E7-46BB-AA8D-EC939860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E501ED-7C8A-495F-AE83-986F550B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широкий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047598-099F-4F1B-ADA5-081D28D3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9BB975-65F4-4741-B48E-E4F4DEDC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TAM/SAM/SOM есть, но вход начинается с узкого ICP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54D95F-682D-4FC4-8133-48D6F97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78C31D-30D1-4897-AD37-385266F7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капитализация появляется не из “астро”, а из repeatable weekly ritual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3810A2-DBBA-4B75-9226-2B10A056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2FD5CF-3FA4-4248-B0EC-DBB6EDF7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доказать loop и retention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9371AF-3006-407A-8507-F7CFA395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конкурентные цифры не доказывают, что AURA уже бизнес. Они показывают, какие цены, конверсии и ограничения нужно проверить первыми.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A47F2E-FAE6-4B60-9A19-B2DFD37E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6398674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E51EEC-73CA-4D93-A6DF-20F3A713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155BF-4534-44AA-9DE4-5B5A403D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65886-03CB-478C-8823-0CAAD5EA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C69C1-691A-460E-8229-A5D4E300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A165A-12D2-4973-9C32-BCD2CED8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F989F-FAA2-4502-9754-B90048E9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C9896-84E0-45E4-AD81-77DD28D6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B7A14-3D4B-4FD5-BF7E-C1644BD4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BDD8E-072E-4474-900B-01320BFC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A5676-FC52-4E54-AD81-682C7E40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CF545-2D74-4884-9213-FCB11563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07995-1C96-4DC1-B0A3-15637A21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EBD61-5FE7-408A-8DCA-4F69954B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E762C-DC6A-4738-8E83-E2AB7589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47D74-9F9F-42F0-BFCB-FCA5273E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4DE27-A8B4-45C1-84D2-6811B191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F2FCC-2DEE-446A-B3A4-57E6B892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F50E2-619A-45C1-943D-66C0339D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439D3-393F-4B2B-9920-667C7662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53E59-D687-482A-88C5-D7DC596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26C19-1355-4AA3-81B0-5B5E8B33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AF251-3E86-4EB7-BAF1-179D0BCA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63E3D-F1E4-41D5-9796-36535A69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33FF0-5809-4367-9DE2-F058FA89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4430F-8494-4292-844E-35121A54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C657C6-8716-4770-9868-15D6E55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15FB6-85D1-4DB2-8000-0FBE15F3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D26BD-A7A5-40EA-B769-8B246455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A903D-835B-412D-A6FA-56784362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A3C697-D478-4878-8356-44B2EDD5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70BAF6-3B4C-4D3E-BBB3-EA2FD24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800D85-2875-4A7F-8E4B-B31EEF45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A020E7-30E5-4B18-BACA-768A9DC5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7BCAEA-0B72-41F3-86CC-425087E2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08A49B-1918-4B00-8308-AA304BBB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3F2144-9129-4128-B423-AE988187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98B859-A9DF-4E18-9EE3-2B4D086B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863FDB-095F-40FE-A6B0-26F82663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A7A7A0-69A3-49F0-A9BC-8C3B1C4B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59B7AC-DBC7-4815-8ACB-1A373965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76A4C9-81E2-463A-B056-7A2F1874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E7F3E4-625D-45EA-A42B-A766F1B5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529014-1F18-4EFF-94A6-264D0249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3594AD-0251-4640-851F-7DA19F9F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6E00C9-CEE4-4ED2-91EB-36D7F3A9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93102C-5BFA-4B4B-9442-0B281D4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DF9FD5-076F-4ADF-B126-273F341B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3B0DA7-B078-40C8-B5E8-F3FEF8E2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FF759D-B00B-426E-A8D0-50DA26EF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5358A0-8076-4A7D-B16D-CA888AA0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3E9932-CF67-491F-9695-4F78432F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6AEBC7-E0EE-482D-8F05-ED459F63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3E626C-99F5-49F7-A159-29923BFB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1B6951-3792-4F35-AB8C-692799AF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D0D72C-8438-43D4-9AEF-220A91FB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1FF0D7-0F70-4732-95BE-562E10B8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490AF4-BE19-4B27-9F3E-F0E09842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7588707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8F9115-8D80-45D6-818B-61452C5D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425AB-7E25-4B0E-B647-66984DB0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2AD8D-23BF-4743-B99E-8708EDC6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02B58-D68B-4501-A6D7-575AA889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1450C-898D-46B3-B10C-2788C1C2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24346-ACD9-4F14-B400-75A00F8F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EEC11-EC10-4EED-BF3F-FBEC34CB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86CE4-8FF6-4389-A913-1448DDEB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85C78-F4BA-487A-9423-9F611C5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AED0C-7053-4F0A-8572-3FF7241F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5785F-3CD1-4E0B-AD52-CF19911E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58C4F-F686-49F5-835C-D868FCB5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245CC-DC79-4677-8622-B8CC75E7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E8654-8425-4F23-AF11-71ADE8D7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017FD-5241-46A8-972A-DF9B0758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C7D2D-05D5-44B6-8922-DE1ED6E7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75E96-3FDD-4C50-9BC3-5E5237AB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E00D4-2F91-4CEB-91B1-CB7D1AE8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31D40-CCAB-41B5-AE57-70A74FE3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B7071-57BA-4E63-ABAC-1BDD6559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4D15B-A009-45C6-A199-D70F94CA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69EDA-08E3-475E-841B-2CD1393F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E06D6-6BBE-469C-A813-098EE969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9843C-B42B-4800-9547-763560EB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C8EE2-FBF1-41FF-A585-FEF6321C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514E8-D262-4A8F-B188-A64957A7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4346A-36A6-4E48-B857-17FE64AC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9EA11-E6A2-4B6E-8C61-39FF7F7A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075514-2036-4BE3-8A7D-1162A499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2EABAF-8FF5-485A-99D0-F2FBC53A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CEE31B-C7CF-4EFA-A004-F46E052B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EAB2DB-E0B9-4887-9674-704D3889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031E2F-02F5-4BC4-AF63-D1EEA94E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13038E-C19E-4EE7-AFA8-1D464A6D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CFC248-A804-4149-807D-2AA2F63D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1F4F63-8C0B-44B5-9FF2-BFDFD972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C21DB8-2316-439F-85DD-8DD108C5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B37969-D68C-4D0C-9B92-CF77DE2D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73D03B-C12E-4D97-B00E-BF45CA78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27E25E-813E-4573-8FFB-E76AF0F2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2BC6FA-94CE-4FFE-A3D5-8E24FA64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E23C0D-B787-46DB-9FEF-3D20BFCB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B2A0B3-EA2A-4940-B736-9AD0724F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9DCFF3-154E-4058-B772-18FB3AD4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9D1B1E-7A6C-42FB-ACE0-9BE6D02B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A6E037-2FA0-428B-8A6A-128F659B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C9B4E6-8317-45CA-875B-AB6C020C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071602-4AA7-4A0F-9C77-99287ABD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327DDA-E0FE-4494-807A-3EDB1D5E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5AF8C9-8986-48BE-A8FF-A0846CC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502272-9B12-4468-8BE3-DBE491F4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CD4B79-BB0F-4B27-8AB2-15CB952A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C139DD-A3E3-4285-ADE3-8A4652DC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A400F1-9E7B-4D22-8353-D22C2F7F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ED7FCB-4D76-414E-9A97-5F157378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F751F3-46D2-4410-80CC-D490B30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29D331-A234-4163-B872-A8D87BCC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BF6E54-1237-4D92-97E1-D476A873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2BC116-638C-4B46-865F-177E9371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0E6940-6378-4DF2-BD6E-BE7CE3A1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16BEBC-7D96-4CA0-835C-23847817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D2CCF4-E4B0-4874-878B-12ADBB42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2D4901E-BDB7-4CEE-9436-5F1502A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BBC172A-B3FC-4661-8C34-A94B93A5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E7B77A-6537-4994-B60B-1A8220A3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D375EA-8964-4D18-89BD-0227E3CA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EF5339A-CC80-47CA-81A7-B18C6407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8795551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036831-CD41-4860-BE4E-A0770E82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B76A7-B825-4B2A-986B-62A4DBA5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AB1BD-F7C1-46B1-862B-0F45ECC1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7A26C-AE77-4AB6-BA1E-D69EC974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56673-760B-445F-A633-E60D2A21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2CBB3-2FB0-4D76-A030-38DB4457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ACB2E-A4EC-4998-AA42-CE09CB4A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6F478-6E5C-44AB-9893-3F77B7B2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диапазоны conservative / base / strong. Смысл: какие предположения должны подтвердиться.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48DD3-CB1E-4DCF-84F6-A6C4A670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F5FAD-FABC-480D-A65F-523ECC1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CBC09-7300-4493-89B7-95EF8E7A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86FC1-EA4A-4F3E-8E82-988E9E06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8578A-FC78-4A66-B512-E987A137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F1E1-93E0-41A4-A301-E8F74CB6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0650F-7083-4D2D-92BA-11D0C521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8A4BC-2CAE-49A7-B5DE-1958849B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BA68A-9928-457A-8EA8-4FFFD38F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8613A-52CC-4A81-B8E6-370B348B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B9034-3429-495C-AAAF-328CA4B5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0D4E7-BAAC-4665-A9CB-EF23183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B1D73-C126-49B1-A1A0-CFB7FF1E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1A4CB-A16B-48E9-B747-28E21B0D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A5F6D-71FE-4931-ADA7-C6523A12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62583-3E82-45B4-B390-308D5B81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59737-6DDB-4E82-8EF5-03F1CF4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9E100-029D-44F5-A0E7-11806A27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1999FB-FCF4-47C6-88C1-B355A447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7978E6-39AB-4F1F-A668-8A817DC3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38D71B-89FF-4E09-8D7A-6FF79A9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499C68-596A-43F0-BB47-958FFED4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660107-F565-4217-97C8-5FE9E62D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570484-C5A6-42A9-A984-93B86D1F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0216C6-A7D5-4A75-9780-2877263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6BF792-A87F-4161-9DA6-6D0F0741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87CC02-63BC-40F8-A401-34912561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28FCC0-4436-4688-A59F-401EB28E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0D1CD6-E32D-403E-AE05-A394ED07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29FD8A-6DEB-4EAF-8B0D-B4295CDB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51E3B4-77F3-4FDD-8A3C-EF86253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C3620D-CC9A-49C6-BF73-1777AD13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659F94-DE9D-447D-949F-FA7C0C68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006A34-51EA-4690-AEAC-704D5F47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ACB595-1A63-4BEF-923A-37531FE3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246655-E6D0-4CB6-81E7-8452852C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2DB4EA-1DD7-48AF-8EDA-1DB07324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C004B6-B0A8-4F13-8963-7F76BDD4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60316D-B00F-42B5-B945-9975797D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8BD3F3-3775-4FBA-8DF4-BD9CC5DF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EDC5FA-2749-4A00-995B-B8879B07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183D6C-2474-441B-9E64-FD3F4E4B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AD225B-683A-4CA3-ADB0-78E9B07D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B04BB1-F461-435D-A590-651B444F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F798A5-2B98-4BF0-8E78-25E7E032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88B203-4252-44A8-8336-CF158B62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462C47-8FA9-4678-B41A-AFD39834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3567DE-CFF5-4DA7-BD58-77B5070F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3EAA8A-DB7C-4C15-A59F-5386F432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44A707-A017-427D-8A92-63DB8AA3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FAF326-1F44-47A5-B22B-F805D9F3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A1E1BF-0675-4C97-AC24-09A87795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DF6B25-07AC-47ED-A171-5E5BA1DC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B6FFC7-A471-4380-8C43-9792C0B5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80A899-9E6B-4678-B641-E70287B6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546E255-B62C-4F12-93F2-A059E065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D7102B-2A58-4E30-93C6-FCC162C5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725A3C-53ED-4C3B-B774-22BDD2B0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4CE9AA-AFEF-4D04-92EB-2D409B85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3721505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44AA1-B917-4FBC-A557-F40752DB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4E895-06AE-430C-B015-79248512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8EAF6-F1A1-47E9-867B-BE8B54A6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B9851-B1FB-4C18-96AB-E39550C1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AAE81-7B55-46A6-B9AD-FDDDEF5D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7CB9F-CB03-4A70-996E-C35C72C2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D0996-AF5C-43DD-9490-85D9B8BD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50D47-B20A-4C1E-B6A0-02A48D9E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DE75C-FE5E-4CEF-B660-F6554B26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241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DED72-6B5B-4252-AA25-3CA6BD9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74558-C6D8-4586-B102-A2924D48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6DCD6-8A7A-4C43-B8C1-12B951B3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5282D-14D1-4DED-A623-AEA56EE3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84B05-6605-46F7-ACC1-01A59B81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671E0-B326-4A20-B0B2-4CDCA32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FA590-0F9C-4214-BBAD-E96BAA42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E1DEB-6FB7-4666-9DC8-20570A6B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8D8DE-5060-42F6-A090-36CE4946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C6CCB-2BA0-4CE6-8B44-1F42803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789F6-84E6-4FFA-B572-F4496281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DD8B4-3FB6-40B6-A224-4DF2D941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1DA8E-8E89-47E3-9A19-F393D1DD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9EF92-BE2F-422B-A4B9-44674350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7D3E9-A6D3-4F76-96F9-BA06A79C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82BCE-76FC-4C05-A6C9-D4E1F721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54913-0C56-48B8-BF52-FC0D2A33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352B8-4DC0-47F1-BA73-F1725F0E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C546B5-FE92-461B-9873-CD70FC16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25411A-8619-496E-AA22-A65E5100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4C52E-E1A7-49D0-AADD-EF44D6E2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BA732C-8531-4C99-82E3-A6F01ED8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E6D83-94F2-4D91-A4AD-D9ED251E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9F0932-1348-4C59-B25F-22A69876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E442C3-F228-470F-A083-1DA24FB7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A761CD-A6B0-4056-86A5-2610741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DED37A-DA82-4619-AEFE-40079E70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2F731C-8D3E-4714-8B1B-1250F26A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0B6435-C9B5-4EA5-8126-BDE7923F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A82A45-35CA-4BD2-88FD-9F15D8C6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DE53D5-4C75-4C20-A8E2-74BFF7E0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D7C3C7-6C29-4406-B400-3AB53C7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B3B04-6E10-4751-AF86-417D0794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8D5E38-9F6A-46D5-B842-67BA5431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6959E0-54CC-4C57-B2E4-34F8C9FB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10E95B-31B6-4382-BA95-CD6C65A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42DE56-F7B0-4D54-80B6-51D26AA7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58699C-055E-410C-AB71-5ACCBA7B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B91CD0-697E-4872-87CF-8EF7C2E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E4217E-C154-4FD3-8CD9-170D9FCB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9E7652-ACF4-4AA6-8304-8F4AFBF4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DF7EF2-41CA-4566-A9CE-75077CD1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087BC8-364B-4882-B369-7F36345D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0D3DD3-1759-4349-BADB-A66016F4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68AED7-84AA-4600-BA08-633DB616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5A1A94-5F5C-4D98-AB7F-F41C6FD2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D452C2-0414-4E65-9C3E-5D3EBDD2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90A607-B8F7-4C30-87E6-0F7B1E2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BFC4D4-7B29-4852-AC41-F6D877DD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5525F4-F75A-42EB-86B7-9F4A2391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FDFF48-871B-4345-987B-98846D87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02F3AF-3919-469A-B1B9-E81AAAC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E5A72E-9577-4528-94CB-8C8E46CB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E8294B-4098-452A-AE0E-AF586AFE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4498A9-33A6-463D-A54B-530E9188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52FBE2-2386-4555-A015-2E2A8545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69459A-E1CD-4065-9179-A6F3F93F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FDC6994-E709-45F4-B3DD-5A8C8DBB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0A0D77-A066-46F8-BAC0-8643899B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F5804C-03FF-4498-94A0-387C5F27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4D30FFF-9E02-4471-AAEB-361534C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853D8BD-8F30-4CF8-8CBA-6654A5CE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2C44CBB-5E5A-4840-88AF-30A6A4A0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9D2E92-506D-4ECF-AD33-6FC5C4A6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ADC1EE-A4FD-4225-A72F-F9D58C11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9EC3E18-DB53-48D3-936F-F3718D1E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4305117-2AA2-4C6A-A464-1B509471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93D2B1E-8BC9-46D7-9F4A-B824BF56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77A061-F838-48DA-9914-C22DAD5B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BE945BD-3BF2-4C0F-B32D-9A5EFB3E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80CCE04-5117-4075-A6B1-6FCA8A68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D4AF487-CAE9-4ACB-9A7F-4A4AB61E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BDDF233-4F45-478E-AFF9-30850EB3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D55569D-45C2-478F-8453-745E23ED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37AB4C1-B90E-44C2-A9C0-D3D6CBE1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A828238-99BB-4A1F-BC45-A1F90BFD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6749274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E6FCDB-56EA-4362-B024-FFA01CFF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C595F-475E-4B15-A3D7-2D48814B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353F4-4923-4603-9A1C-263300D8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C9036-5E05-47E5-8A7E-065AA028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76B92-097A-4F4A-B4DB-6F780A22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43828-F881-45A1-BD7F-09DFD183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BD0F9-4A8C-4123-AA84-393F4252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C0E48-508D-4BD6-9DAB-EE1076C4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EEB33-12D7-40D8-8C7D-00D4878F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85D98-21E7-4CF0-83AF-9B988A00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FD971-6F2D-4F59-A9E9-7D9DF98A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83CFA-B8CF-4535-A2AF-6252E17D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76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476B9-71DF-4942-BD07-4E38B386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09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7E3D6-6110-4D01-89E5-A4BC93B4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76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40131-2926-4549-A018-33ED0576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9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7235A-E8BC-4AF9-88E3-F89BAD5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76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03A8C-B7F8-4E40-89C6-74689F6F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7438D-7E8F-498E-B521-D9D5EE2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B35EB-9854-4A15-964C-B2B4460F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57A6B-D411-4D49-B3F8-B7529516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C2ACF-8666-4A39-A3B0-0ACBBD24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81805-0742-4EF3-B387-BFB7F996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47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92CDC-1959-4A86-8059-F933BC10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6B1A1-C039-4720-9419-94590D50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47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3CA1F-37C2-4BF6-9713-29EA7C4B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DAEE4-7D91-459E-9EC4-A03D9C20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2BE5D-2EB7-4515-A4B6-23F8B4C3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39173A-6810-4B02-9236-4D69295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19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ACD680-1206-4CBA-ABB4-52D9083A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5834F-93AA-4586-949D-58A97058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8D495-C7AA-4269-A5F4-25F335CD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0338D6-A507-4C9A-8F7C-3317F7DE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33E727-13FA-4A9B-BDDF-4A09AE66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DD210E-646D-4B11-8122-A4B4FEC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4DA97A-36BE-478C-B293-02FD0D23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24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3161FE-C0FD-4745-9F75-B6E6E3DE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212B09-5F4A-41CB-B4C7-B5CE2004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67C9C6-6F27-4C05-94DE-4F987BAE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90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80ECC1-ED94-4A4C-94D4-24CF4CA8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050671-5D21-4F71-A69D-D7EEF52B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0A4936-0ACA-40EB-9A20-A77D36E2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5BDF2E-5AAF-4C16-B456-428A3AE2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6A3017-5852-41BF-B2C1-9C65B27A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9E6CDB-2AB5-47EE-8133-6FE6850B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D63D9B-AF40-45EB-9960-126F9DDF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242D2E-7DD4-4D09-819F-FE8B0811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2A62AC-19AF-4F69-AF9A-F0DC322D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CAADBB-E419-4FC8-BA90-E3FFDC08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62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436AE4-7016-492C-9A2C-6EDC1BE1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B60667-DB06-4150-9A09-39BDD8D9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3391A3-E2ED-4420-85AF-9E486037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A9AF97-6ECD-403B-A4A9-6D38C79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8917ED-DF12-45F7-A58D-D3BDB2C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8D3950-5F76-46BE-B73A-C76CEA1A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8A3B44-F080-4DFB-A8CC-0CE69306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05CADD-81F6-4184-9096-42AA3A94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742592-03DC-408F-9B73-6F1C58AA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104259-0985-41CF-BD29-40C76431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D8810E-8575-4360-A6C9-AF234264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B3B7E0-FD8C-493E-B8D0-E9C8B4BD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091E13-4BCF-4A2A-A187-C877EA3A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38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0E9FA5-A064-4BDD-B4AB-C256C224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05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220DF2-68BF-4E38-A380-F1179482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38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AA43DD-5704-4075-89E8-EB0C2544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05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32AB33-0ACD-44A5-909D-B81A1E4D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B74AD3-634E-45E1-9227-ED77FCA2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8B6DFFA-59C5-4220-8E40-E012E17F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4856857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2EC2D-2E20-439E-B355-A1F0BD7A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CDA34-0044-4A6D-87A0-3F014D6C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7DAB6-6BAA-401B-910D-73C7B69E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70EB0-382F-4886-B6DD-5E2DFBE2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883AC-F4CD-40F4-AF99-9BDE6B24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Финансовая модель: главный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9328E-1F26-4B7D-8958-284DA754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632C5-9A95-416E-A213-BA0C18F0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D59EE-846C-464C-8E56-A9A0266D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D0818-E6FF-42F4-ADC6-15CE9BAE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A567D-A033-4826-B9B7-A5815C68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28F59-593F-4C0C-A182-764D5421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€6k-€15k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6AA6D-9956-4896-92FB-49B888C2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визуалы, лендинг, 30-user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49E6B-F8DD-4EAE-87E8-5109543B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28DA4-473F-4ABB-AA1B-52A014AD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Pre-scale runway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B6D7C-4FEA-49D3-9055-F3AF9B7B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€80k-€150k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C3B0C-C906-40D7-880D-F8F990BC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бережливый бюджет до сильной MVP-проверки, не весь путь к 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0E7CB-C871-445B-A83A-34A043FC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8E872-5534-44C3-8BCD-32CAF1D9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Base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A8829-DA4B-4810-B380-0FA6A857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C7B3C-9EC7-4B69-B145-3F7CA585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основной тест подписки без перегруза видео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2D6E1-D013-4220-8F29-2167AB48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1E47D-A4F4-4F51-B717-52207382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0FE73-397F-4B91-9E68-4269E43B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9A6DF5-07F9-424E-A901-56AA2383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4 видео/мес держат COGS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1CC581-88E5-483E-BE7A-A5B796E1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63A47-A9EB-4BA4-9C94-91834863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EC734-22BE-4A59-A41E-FB6B0ADD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A22483-DAEC-480A-B014-D03516CE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 + 4 Runway videos + retry 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B0D13-3DBB-4885-91CB-E63636B9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E07647-45BB-4B2E-BC01-C4081B8C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5F9A3-1EED-4C11-92F8-B9060853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</a:t>
            </a:r>
          </a:p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intent &gt;5%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E0E5EB-11D6-4241-AA55-3EEF327E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иначе режем scope или останавливаем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0160FD-3476-42FC-B3E8-E36B2FC6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8716AA-1C5D-4B39-9BA9-12301AEB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5A3777-7E3A-4CC1-A5E8-50A99A55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M1-M2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BF6445-AA19-44A2-BF89-0C4951D5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proof of desire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D1616F-B46F-4C11-95F6-A75397AF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F9D566-D771-4DEE-99B6-EA97E03C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M3-M6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3E55AC-7D8C-455A-AAAA-2B70B75D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683C6D-E054-4F55-B9C1-88D879B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D1CF3C-33D6-413B-B767-A3FC042E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M7-M12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AEBD67-AEFE-4F98-B2C4-68292518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BAE36B-F1C2-42BF-871A-751084AD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308D87-27F6-4046-9295-2BF9DD19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8F78DF-86E5-4AD1-A1F9-41F1027F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BF437A-DAD2-44EC-8CFE-21D22A6F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— не “сделать весь продукт”, а купить право принять решение о MVP.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0E4705-F386-4A02-ADA1-884AD99C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3353630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0D938E-9B42-4C33-B5DC-6F5EAEDA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A1002-039B-49EA-AF01-87CA71D3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0B50C-990D-4178-A065-B152CE3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9A252-7E31-44B2-BE80-15E097DD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3BB3A-7B4B-4B46-A8C7-DFA02406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7B4F9-E708-4AA9-9EE9-D398829D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4D93C-3EC5-4A23-92EA-8E3C006A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F342A-5C9C-48B5-8024-5F56436E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ADA71-5CF4-4358-81B8-7261E5F7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30E87-7A22-42BD-A908-D94ECEBF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11CB1-1C7F-4C76-BA0D-A941040E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99808-0C4A-49F5-9490-D5475556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C2F43-3DA7-4540-9EAE-9CDEB427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C07E8-5E5F-48B3-BF8D-01458953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B80E8-D51A-4E97-B3C0-C0207F00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23747-17EE-4A84-B814-8D079035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BA70D-321E-493F-AF49-8763616B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5E063-5AEB-4ADF-BD1D-54F704D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D21CA-47E4-475B-9F45-3FAA4E0B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E0773-2EA7-4E7D-A0EA-A8F27C45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2CE39-4851-43FB-8FFA-6C535A04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A54F8-D28E-46F0-9538-D7140718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4D6B6-443B-4C56-95E7-8BF65A9E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E750E-FC2C-4309-BB75-3DFE7713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40246-7B59-47FB-A1CA-7D3B6C69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D9E66-F0F6-43BE-B894-D1C73A3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3DF1C-B7C6-47A0-9D9A-CEC8F97D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A8A20E-0BDA-469B-AD75-20A72315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7D97DD-4425-4DAB-B4FB-3BB76364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DB5770-B109-4046-B66E-F9AB0278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2E222A-0E5E-4292-B330-93E816FE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E5EC43-7821-4F44-BBD3-7F35F75C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48C443-6E66-4540-ACE0-AED34EBB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E4F861-4C24-4AE8-8D6F-58D877CE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AF8449-FAED-4110-8A8C-E19BADEB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8FD37D-7120-4C46-9005-5A6EC5D2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75C5C1-538A-4D16-9E8F-594C8F8A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9F540D-54DC-45CA-BD63-30915A2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D68518-71EA-4941-AFDB-97CF1A94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E46B25-91FB-4883-BC85-175ACB56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F761CD-469F-4568-8B61-E66DF42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EF6008-D6E2-44DB-ABF7-0EF1374B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D88765-B121-4279-A13E-FA62094A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CAEFD4-19B7-46B1-B00F-868FE5BB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5770C1-DC13-40DA-AEE5-ACD975BF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31B9D6-D7B7-4A12-8A14-EE5343BC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197F96-0950-4CBD-86F8-E2227602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281A57-6E4A-4828-91CF-2C02B26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09E6E5-1D3E-497B-91B6-E2146F77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12AC1F-62D5-42E7-99C7-2FE3389E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90785A-1523-46CE-9458-9034F75B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531D05-02DF-46E5-9DD2-7085EEEF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29E79E-8ABC-4E2C-8931-86A08E5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823C3C-16EA-43C0-9AB2-BE799338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26CAD5-3D56-48E7-98DD-DC8FB367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4954F2-99E0-482E-B46E-AAD6CA79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FAE5AD-1549-4A2A-9741-2AA2116A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AF72C4-7430-4157-A7A1-CAA4F053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AADFDF-277E-4536-AC51-3A23BE77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96F64B-E69E-4684-A827-45920914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B122C5-2210-4A77-9EEA-2B34DB0A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67ABA3-82E3-4268-AB17-4DE33543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9A2A1D-CADF-405E-9060-C67083C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D46F6E-B731-46C4-B101-D56855F7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422635-3062-4297-9F7E-692FFED5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6EFE5A-4502-4CC4-9104-009F793E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4259C4-FAD0-4691-941E-CAF34B2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1DDE3E-3086-4B80-B391-A0228478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AA241D-CD81-4CF0-953E-50C11CC8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A97CA5-7BE7-4544-A1CF-D5ED986C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2784090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A82CF2-3717-4775-89BE-7E10C58A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89569-5BE3-41C0-A6FC-532FD130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D2D86-DEFB-47D2-BDA9-1554C8D3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89ACD-2B38-4104-8E5D-8853807C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61DBE-4C6D-4883-A771-1D19A32C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8278C-9A0A-4744-BF99-291696CB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B32CB-2D60-4C27-883B-ADD305F1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5ACAB-7731-4AFB-AD6D-F4B480A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Стадия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1EEF5-FB55-4016-9559-E78F742A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190EB-BD32-42D4-A256-954879B7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Бюджет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2AFA8-6756-49DA-B2DB-11A0FE7D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B1D4A-0813-4548-B156-A4FDC133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293DD-DC59-4605-9F50-A53856A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B97BB-9634-468A-B282-95E9DA5F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покупаем этим бюджетом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5D40B-1D7E-4627-A1E9-9805B848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DE6A1-7B5D-4DA9-A3B7-46F1AAC5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0F922-6EBD-4D08-A569-FADA7C50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52AE8-F781-4DD0-A570-A148616D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€6k-€15k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A1721-74F5-4261-9465-5807A1C1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1A3CC-0DA2-4A91-B47F-77A94D01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F2AD9-DA6F-4015-9A5E-6DBB50C8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C7834-E6EA-4DF1-B390-765CF557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025BE5-9AFE-42A6-89C4-3F0B9D2A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81BE9-B10B-41B8-B4DA-878378F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1FBBFF-265C-4A28-8483-A6E4B93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363ED4-6DD9-4F0C-BE33-1DDF27B0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5A26D-C0ED-4919-8531-34B7CC13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260C6A-ABEF-4456-AAF5-5C644875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AE6E0E-0B03-4599-855F-20D0E36F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37FDFA-7D70-4623-8E22-3B3C9964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709909-3026-473F-94B0-6F8B7B55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98D017-B1A9-4F76-94F5-210CC056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BA65E0-FCA9-4620-8590-C1DF3C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D9C915-6B26-4D33-94F4-04EF16A7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DB0BED-FE7D-4049-A7BC-831A2AF9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C09A41-DCE7-4BD8-8F48-A86F7910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74FD1F-5E88-4D70-9429-BE956094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D324BF-DD21-463C-AD98-8AB7AA33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4F0BA8-2F59-4569-ADCE-AA539E35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63BBEF-3C08-4792-824A-F1E21998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BB0145-BEA1-48AA-B853-B9C4C354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D29F18-38A9-4252-A8AC-68E29E13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€150k-€500k+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045643-1716-42A2-BD19-9A8F1BF4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A54731-4B67-4E1C-82A3-8F328ED4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759719-3448-4E14-A071-5DB828D3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4A21A4-DBC9-4F7B-9829-4CD166CE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 без разрушения маржи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F11FD1-A4D7-4DC3-8675-74F33B76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3256653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0C1207-3735-4621-AC2F-1C2863A7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6CB01-FD19-40CA-A6E2-657536B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13B38-5C06-4E14-B20F-F9A1C7B5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894E9-24DA-4F5F-B3FD-12B5DE4A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74579-A8E2-4D21-92AD-0E3C3235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15268-D2E2-4077-AB18-9771A473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67534-49D7-4028-9EA6-3094281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80AAC-0DC7-435E-8663-215AA2B9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B0BD0-92D1-4A94-9CA7-C6E05BA2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231F4-72FE-449D-A854-CDE6BA2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E1EB8-96B8-4B0A-BBE6-38523FCC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E6226-A7AE-49EF-9E6F-E47721A2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ADD1F-B281-41DB-90E1-62BE1E39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1B638-C85D-4977-A4AE-C271AF49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91671-DBD9-44C8-9B1A-F70067E0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9F189-E688-4F8B-BDDF-0F40F9A2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67A87-9BCA-4D82-8581-780840CB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30A90-B862-42DF-973D-DD5553EF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95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1901F-9F3D-4846-9307-75C89D73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F9430-CD6A-43DC-9A10-0B89B449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5BCD6-A966-4341-94C2-3C352CB4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C0FF8-C959-4B1E-A650-3FEC8B8D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FBD49-BD78-4542-83F3-3E3CF44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1FBFC2-CDD8-4A69-B311-309E2771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8A2E1-EA80-417A-8D83-3035AD7B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DB578-AF07-456E-B3B5-67C41B77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D696A1-1952-493A-BD03-0A5D0CC4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62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AA3EA-8EA4-4FA6-A6B9-5E8D92D1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28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D1113D-724B-4439-8B21-450C182C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815A9B-CC3F-4AD1-AF09-C69EC926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11EB8D-B710-4D68-9E5B-AE2BEA6C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AF5135-6525-402C-873A-E21A48F3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B85A86-6E59-48BC-954F-ABDE1BE6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8B8BF3-3549-467C-A5B7-A1D2523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926C80-8612-4CBE-BB60-88E14705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D1BCB7-3556-405B-A9D4-EA72F04A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1E4B22-CC78-4DD6-A4B3-5F273A58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606C07-EC54-4B44-AA66-0B97C441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5B4521-A0D2-4867-BAD1-B209C727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FC484E-299B-4247-8EAF-5914C2FE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0989EF-C031-4E5E-B1BA-0044C7A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C020BE-D35C-4796-9C1E-2FF66B2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64BEA9-09E6-4208-B6DC-41D16151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AFAD9C-2483-4D6D-9E62-469DF29A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8DEF90-718F-4E44-8518-3D6695D2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07355C-42FE-497D-B2FC-F3A796EF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0222E1-75BE-4A5C-B61C-AC2BD36A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3259C4-312A-4E1D-9810-91AE19E3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A995A5-3278-4DEC-AAA3-551D88D3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338DF5-F586-4A9C-98C5-F5D08168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4A4D02-DA9E-444E-B021-09F45EE2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7B20AC-837C-44B3-81D6-22B5B60C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C198CE-7CC3-46BB-BBA2-FBFC6D0F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DC94BE-6A44-445A-A05A-2D68A982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09F0AC-45CC-48B5-A7C5-2D2650CC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1037F1-EB1E-46F8-89E5-856BB00C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F9DA89-E37F-415E-9ACC-34AF6B4C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62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0E2DB6-40B1-402D-9611-23BDB941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EA313E-8E20-4072-AC49-4F91E285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A0B191-D55F-41FA-B477-3F3FFAF7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7DE26E-7C1B-456D-8D0C-E9AF13D1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2FD587-569F-44CE-903A-3CC36369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96C6A1-4AC0-4E2A-9FB2-CD6D2E16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0396ED-F0EF-47BE-9578-1F223730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E2658C-0CD6-4A0C-99E4-54E9A547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47999C3-1752-479D-8943-20C04220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0596E5-AD20-4A1F-8E64-DED3A85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16F9BA-A7F8-404F-93AC-89FA08D5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62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BDD846-D967-4166-9348-90AF6505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596FE4-E594-4241-9EF6-77ABCFBF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FE97040-B282-4DB0-BA3F-80A06EC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1479AF-BBA3-4D63-A2AD-7ED24C0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C58DB7-7EA1-4BDB-BCB2-FF12914F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31A93C1-B9DB-4BB2-98E3-AF5296F2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FC5F804-4A3F-4BF8-8C18-9433D5A0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4FFD3A-AEDF-4D14-A773-A9D2A6D8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ED78AB1-22F3-4E09-AA7E-91741C67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E0ECEF3-24AB-4126-9EE8-F895A0D8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F5DF54F-0E46-4F06-AD9D-55834345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A0BA966-042C-4C38-9EDA-E0B16981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8439539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F18766-B242-4C94-986F-90A72F6A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2D66F-4631-4F43-A42E-5FF6EEAD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DD93F-6152-42DF-ACBB-A26F93A8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3A235-0FA5-4B49-ABDF-1D500739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CBF53-19EC-40AD-8504-BA92E7F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30D14-ED64-4E6D-AE30-F39BDEE3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1D98D-7CD3-4EBD-A8F8-9B88C572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D1421-0488-4A11-AAA2-A2546442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3639B-9E33-4713-83BF-F5B15230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35799-FC7E-41DA-98AD-3DC7B856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4408A-AE02-4A3C-97A4-5CEBA88F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B0BDD-C632-4EFA-8FB2-6154A133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828FE-7020-426B-9B69-FAFDA983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00ACB-589C-43CE-8ACA-4494956B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делаем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87C21-B307-4A5D-A4A3-46117130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A75C3-2DED-4FD2-8C00-3BDC421D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стать понятно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92654-0B08-4BD5-BFF5-127E2885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D378F-D078-4FD5-86A7-4697DDB2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EB1AB-BCB8-42ED-B8D6-9E527945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AF8D1-3DFF-43A9-8046-9E30DDA1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2ED76-311E-4EA6-84C1-387DBB9C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1E708-1E62-4929-BC6E-2BE3FE28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2997C-66CD-43DB-BED7-BA7EFE71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CF23E-A90F-4A27-81B8-CC4BA74F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A3762C-34ED-4877-B54D-B5A31188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D840F6-D452-4BF2-89FA-EB2CBA6B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DBC5FD-C71E-4D20-89DD-D2439408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22AB80-57EC-4422-9667-39E1FB31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338A5C-07E4-4FA5-B2B6-0525E364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3BE5F0-686E-4583-B392-7332C41A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0871C-AA04-409D-8FCE-3814592D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F959B6-036B-4E92-AD0E-469002B6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4B8840-4520-4E11-84ED-BB2339C9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60FB42-3863-4551-8423-E4C36263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83F41C-D1D0-49E1-B299-42CF1615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0CE6D5-6171-46B7-9F92-A23727D9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1B1E0D-52C3-4746-9201-40C412D8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F33EEA-BE7B-4F47-AD89-B9CE5FDD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AD1434-88BB-4445-849A-71654934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2CDC9F-0BC1-4A1B-8F69-4B31DBA1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BD5A41-07C9-4E5C-A6F5-2F7047A9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DF9E6E-21FE-47CE-AD69-6F6ACA0D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5F928A-2F68-421C-8A48-FA400D5B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D6176F-C30E-4F73-B310-6E8CDE2D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F6BF56-76DC-4BAF-8F87-766C32C4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466F52-D900-4142-93A3-A556EA94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5EF7DE-A16B-4FF3-A4E4-45949A14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EB0776-57F0-4BB4-A24E-1A9BE14E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A4E459-19A1-4CDC-B9F8-08C56F3A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CF6A5F-AFA9-42C6-958E-0F845E9F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043B40-B056-4D6F-9971-180E9E6C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89FD1E-0119-4385-AC8C-B1A22D64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A0B2B0-00C3-401A-A884-CBF02958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2273A5-AC8D-4EB4-85DB-FC58CA76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361B8D-75F5-4091-AA5D-E4D9924C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D661E0-5461-401A-BAE9-8F9E84D8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7EBD10-902B-4774-82B8-D01E4D4D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9704788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2062A-406B-4496-B47D-79A6C73E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228FB-8EA3-4A1C-99FB-9B90F796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DFB86-14B3-402A-A40A-90189348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FDF56-E2CF-4D38-8EAA-7847FCC9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1FF75-B7B7-497C-BC38-BBDB43C1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38130-997F-4F69-9D41-8838E82C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722C3-7C85-4BDC-9A04-9E57C47B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582DF-596E-479E-91DC-BCA467CD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6F3F8-3299-4D26-B96E-9244AFB5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9F338-F9FC-40F1-8869-C3F68EBB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E7AC6-752C-4D88-AA8A-92D17C46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7DE7D-F277-4E1B-BDCC-687CAD37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3CC58-D7AD-473D-80A0-16A4E463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B14F2-6308-4A44-A102-B601FC62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B04BA-03B4-4FF5-A590-5BB9D06A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587FC-93F3-4C67-A8E1-47A5767F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F1968-C392-404B-A32B-58351B5F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873FD-2701-41CE-9E97-2F6D8E81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F7614-8A14-4BF1-9F5E-1981D8A7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516B1-32C7-4FFE-9C31-9C4438B4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0937E-B291-41C9-B156-3F3AA0DD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86433-140A-4E67-B6E3-49EF77F1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513F1-4E5C-457A-AD5B-D127009B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214374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C2BA9-5998-4C5F-8F5E-4C808466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16889-2EB2-4E72-A41E-A4850DA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1EDF1-37CE-41AD-B3A1-ED6FA179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AD467-7EDF-4BB2-827A-3E5B7615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94A9C-AEF1-444F-9030-E656A48A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0667E-3746-420E-A640-F47E8F78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FC099-7E42-4267-9517-83D6BB33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73393-D12C-4D3F-AE2B-A1ECA729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CAAA4-3347-4542-A8D0-B16CC9C8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2CD53-729A-4C66-B353-6B629A80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CFFB7-63E9-4DAC-83F8-6F06E7CB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B178E-5067-408A-BC2D-B2868F2B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F348E-02E5-4CA3-9BB4-53D8DB22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450D9-B3B0-4F0F-8866-E63053D1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65DCE-88D9-45DE-8CD6-C5E448C6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D1E02-9858-41F8-848B-60FBB232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49823-1B89-4B8E-A76F-84AE25FE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9D6F0-D42D-4D0E-A5F7-4DA454AC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23E46-8DB1-4E75-B0F4-73AA8BC7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38B61-0E65-475A-AA82-F8074F64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78DB6-C96C-432C-AD19-0929A052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2BABE-A781-4D9D-B049-3986CB44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9BC01-1891-4F7F-8834-946FD8A8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4A333-0443-4790-B4B2-6F5E5838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4E34B7-9909-45E6-BCCF-90001E9E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0947F-0506-4073-83A4-EBF1BB7E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5BB0F1-930F-4C22-80D0-13E43437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0AABC3-489A-4C86-8580-6ADEFC2B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A73829-96E2-42C2-8953-25594101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348F6F-C22B-459E-9341-18F044E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37CA18-2D04-467C-A835-DBA3F714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6B4FF0-3E1E-4185-93C4-30FE292A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EA5B59-E65E-4824-A92E-61DE5D0E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07F6E4-A18D-405D-8C74-C11EF3E7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27AAF0-5BBE-4E64-89F7-76A334DC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CD30E9-DD35-4B00-A8DA-60398FC5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B3DFE2-24C1-435C-80AA-9F0F298B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093E4A-09A3-4030-9A99-1920A288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качественная обратная связь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D3EB68-9562-4AB4-90C8-B7161DB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C0E165-5B8E-4EA7-8696-EFCCFD1C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5FE91F-6083-466F-86AC-F5957FF1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872904-83A2-4038-901F-AF89D459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03E92F-24EC-4FC5-8DF7-4251E261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C68361-23AD-4C5D-A78D-F5C49938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D399EF-A8B4-475E-8C65-D2154D49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C52480-B428-47FC-8E2C-2D8C2516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0DAE8F-4FE5-485D-8908-8D90AC79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0D8E06-EEED-490A-9E1E-E5D88E3C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123626-D0F3-4A04-8792-2CD84F0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5972684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03A7F3-CEF9-4039-86B1-F62D91A7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41CE8-CE6F-4CA4-8F9F-1D57E75E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51222-9C4A-4356-9B82-7F9743AA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A7450-1007-4FFB-AAF5-2AA4FF5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A65E2-BA76-4866-AE25-C15725B1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A3A1A-11FC-4135-A928-96831C0B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420EB-C3F9-4048-8F72-CE83EBD9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0A462-6172-4D86-9120-9D3EF406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51D99-37F1-4728-AB41-1AA93AF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9BAA8-F488-4975-A304-8295AB0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4E820-A830-401F-B350-4037786F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70A3E-A944-457A-BFC6-B3AB248C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A4DAB-BDBB-49D6-8E66-DDB5A7B6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2DEF1-39C0-4D85-BFD2-74B9D46D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246D9-BA56-474B-A0F4-EEB80DAA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BB32E-0298-41B6-AA07-050221FF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D0E03-BA19-4C9A-8A3B-596D0D20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E4797-95DA-4906-8C89-EFFC807C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599A7-7A36-4C2A-8A96-D096B76A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F7ABC-D013-4E84-9F3E-41D1BBCE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86FE1-5D5F-436F-B4F7-A8722D04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6E63B-9221-4C6D-9A9A-C6D313A3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A0E53-4B35-4F27-816C-17FF93C6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ECED4-918F-4E8E-A014-97F11F30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9BA7D2-AB41-43B1-86BD-CCEFD917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AC264-FE30-48B0-83E3-021A291D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204F2A-AA2F-4617-995B-2C3E2C9E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B04114-1935-44C9-95D0-0C38D10D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B159B-CF8C-4E11-85C8-B7179F88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893F00-DCC4-4E3E-80AD-648A00D3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73BA4B-E9BE-4D7C-BF20-84242C0F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9A4FE8-89D1-4E14-9518-A08F434C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B59799-F2B3-49C4-8FF5-652C8ECB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A347D-33CF-41F3-9055-DB0A450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2A760D-9731-443B-899D-3B59FFFD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F90654-5E4D-41D6-99B2-D7F60B08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463CC3-AA45-4793-A194-A4D76749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4E5953-26E9-4AA7-82C4-9529E7FA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C914F-8E2F-48D5-829D-CA4918BC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319E72-F37B-4D17-9256-FC3A1790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E11BA3-4F3F-4FA6-B1DA-42884310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B03B90-684D-4419-BD1A-A25E6835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E748DA-62AE-44D0-9974-69F67FF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93C30D-4660-41B2-85AD-27A33B84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CA5D15-10CD-406E-9D0C-6DBAF60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418F8C-8FEB-4F2B-A0C4-D9AAD4DE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EF620C-E055-4A42-9438-BD823EFB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B09135-D66B-4FC3-8923-81748C2D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7ACD1A-D9E9-4F1D-9B47-C6C5BE84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01B6A6-A60D-4193-9C6C-2D394D37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4F119F-1AF5-4123-916F-CF20E6FA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9A3737-60CB-479D-8B2D-E490FE3E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2FE839-92B4-412F-A108-A4528998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CC99D0-E754-4B57-9BCF-9DA3E46F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505A36-B2CA-4F73-B994-4D606E14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A39842-73DE-476E-B2B1-2D1530A6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E22BC1-F533-4FD4-A12E-EFB148A2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38558247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8DEA8-1A56-4568-B121-7EF0A230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9C0D1-6C8E-4EF5-A937-B2AA28AB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DA1A0-9EAA-4824-80AC-58F41A40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2F559-2E2C-4853-8A61-EEB9B165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4902C-4A84-49E9-8966-CDFADAE9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Границы продукта: MVP и позже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7007F-D1DF-4B2C-A3E7-8C669A21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EADCE-FF63-4C54-BEE7-EF49D93B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8623A-36CE-4FC1-AB64-148B5570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79E6A-06F5-4443-BB1E-EBB36A82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CA7DE-DFAB-400E-A23F-904AAE18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E7058-B3F3-4941-B03C-416EB4F3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96D81-7B5C-42D4-9C15-885F2911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Позже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C529-0746-44E7-A785-D9E4ED79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5167F-6845-4D9B-9551-0898CEEB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A472B-B324-4166-8B71-733E83B5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9CB2F-0331-4B28-B350-2EC0A2B2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917E4-2C52-461D-952E-0440A958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43317-442A-4CDB-B038-EE18E34B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Canvas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6A0EA-F437-44E4-A068-7593CCA8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F2972-BDB4-48BB-BD44-AAB03047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ветвления сезонов и deeper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26E34-4EB2-4CD0-93B3-F02FE166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E78E3-2B22-406D-A4FA-0453D0C2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доказать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1A2ED-C61C-4C01-96CE-333C242C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2B1AF-AB18-4A77-BB30-60225D32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Помощник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2231A-26D3-4933-9110-5EED9715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513024-C709-4E77-8E3E-8D64BFC9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 + контекст недели + memory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54ED8-C502-4096-957B-43D89F50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8EA52-914F-4DEA-937D-72EE190D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голоса авторов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5EB634-F69A-4DB6-B9AC-F75D81B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DAE369-9083-40E6-BA9E-DAEB8125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текстовая память дешевле для проверки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C938C8-AD59-41B9-A558-D090A13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1DD90-99EF-40C5-B4A3-69791910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Визуальный слой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3795DE-10C7-4B11-9B36-00359DE3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ACA665-6ADA-4131-B029-F05F691A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через изображения + avatar style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4D265A-0937-4890-A5D1-1FBD8BE8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30CDBF-FF67-4982-9652-897DCC03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12C278-D20D-4D78-AFFA-A62CE47D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860682-0409-45E3-8811-749A0334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— premium COGS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3241AA-6CB9-44B7-8CFF-778F524E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10BEB0-2979-426F-8E28-46D59DD7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Монетизация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6422C4-C808-44BD-B755-795EA4A6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81F7D0-A4EC-4F8E-9AD7-E20012D6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один token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78DB3C-B681-406D-8B53-B61EF535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CA5161-50E0-4D6A-9692-F5AEB20A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09E463-64F3-4D74-BB4D-904F5239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70A9CC-B4AB-4796-8A7B-1814FBF8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усложнять до retention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EA34B0-FC74-492D-9EFB-B1E431BB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7A444B-71F1-4DE8-953A-528492D3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Сообщество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429A30-FB62-4537-A137-B3E0A7C7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A3A7EF-6FCC-4E63-A73E-098757B9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EB3CD9-7DF3-46AB-BEC2-D03FDE7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9398DC-86D5-4BF4-8D97-CB936E7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2071F6-B8F4-4E96-B648-AB318353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07D0F2-DDD3-4C37-9E1D-DEF8C349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строить social до core value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88CB94-BCA4-408D-ABC9-E7A96C9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36007248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EE938-B2A2-40F6-B8A5-2462C815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50017-AF3E-4F34-B873-3C929075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86D2C-D842-465D-A2C9-FAD32836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B477D-370F-46EA-9259-64C44B1C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F56D1-34C0-4029-85F4-36BCD77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0AF20-2639-42D6-A4A1-E3540982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E8E63-700C-45FE-B2DD-F912B159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6314F-0058-417B-AD47-66288735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501EA-9AE2-4D70-B5E2-1BDE04BE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B2D94-D6BA-4CBE-B787-8D405D3B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8A113-A262-48DD-9E36-55921864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8C2DA-2B3D-4A64-B49E-44338673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81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ломает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CCE25-331C-4253-907D-9FB6BDA6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B4FC0-2FC8-445E-A313-06580893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81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Митигация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41E2C-175C-4542-A37B-BE5F4B3F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21B91-FE91-4120-AED6-A5B572CA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EB66D-6E2F-4488-8D1F-E586A470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E73FA-4617-42FF-A998-20FE2E8D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669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обычную астрологию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0812B-E205-4A3A-A95C-1818A594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FB02F-F6D8-4B85-B60B-FE64ED1B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669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week-series и действие, не fate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EF352-62B2-42F6-BB28-FE9A6CC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4222E-79DA-46E8-BAAD-5138A594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Аватар случайный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0B7E92-751F-424D-A4E8-479ACA45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F3981-78C1-4A72-B214-FD5F052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527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неясно, почему изменился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030DA2-BA2A-4579-97D2-A02CB361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D0267-0148-48B9-BD6A-2CE0CFD3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527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причину рядом с Canvas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B7401-8E5C-46E8-920E-6FE5C0D3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B88894-3564-4070-8C15-59361AF4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съедает маржу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4EBDD-3BA4-447C-A43F-BA174DE2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33A41C-3074-4A3B-8EDA-6D0492C0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385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бесплатные users генерируют дорогие видео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A2995D-415E-4817-B4D6-4ECA780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25DBA3-40B0-4F29-8B39-1479B736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385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premium/token video; логировать COGS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7CC930-2D3E-47D2-9ECC-1FB503B7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252CE-2529-4BBA-B66A-7625CAF7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звучит generic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57C879-AF27-4B60-8C8F-AEF471B9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62AF8-8543-4E6F-B992-ADEB9073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243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низкое доверие и нет возврата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6BFF4B-32D2-407B-8CFB-6B30B119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625894-9D99-4714-AA6C-B67EE0E5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243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feedback и memory guardrails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27DFA2-4D3C-4ADD-A4AF-A6FF2118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50B724-CA30-49D4-B076-B5440FD4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платного интереса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4C0CBE-5087-42B6-B1DE-4AADBA1B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DE26EB-AB41-484A-825B-0F9BC774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10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нравится, но не покупают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FB9F6F-DD1F-4DF3-A268-6C1888F7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53E519-DC44-402F-87DF-597FA001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10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первой петли + price tests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FCABE4-1BDB-4DF3-9B91-21B61BC8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3362083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AE684E-A90D-4C29-9FDF-CC2E091D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55328-A2D9-43E9-AADD-DDBF508C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EFFB6-061B-4744-8CE0-5C5B15F0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8B339-217E-48B8-920E-D67AC6F1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90F9F-2C6A-4BC4-890B-41BC8E83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Условия перехода к запуску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0410F-DFCE-4B39-B55D-655C06AD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12240-3532-4746-BF4E-C58F8FFD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8529E-872C-49FF-AB3A-343B3C06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001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Вердикт: можно использовать как план проверки и основу следующей фазы, но не как доказанный бизнес без данных первой группы пользователей.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A37CB-8719-4687-B491-1857081E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5AB18-FFD4-4EEA-9846-1213CA16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452CD-A82D-4829-AA2B-EFAF688E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857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96F9C-B953-4644-AE9F-F28614A6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240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уже понятно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E7F03-6350-4C00-B9C1-A9A0AAF8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573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7F9EA-AFD4-44CF-8E78-34765665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240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остается допущением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41EDA-C478-4E3E-BC0A-0006DDA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573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893C2-1C03-48E8-910A-AE18A718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проверяем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6682A-EA00-4BF8-8757-1902482E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806ED-8EB6-4C66-8350-2F210D67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Продуктовая логика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E2B56-CFB5-45EA-BB4C-ACA90994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3907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B0C8F-CFE3-4EF2-9708-F6FF957F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574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понятная петля: эпизод → действие → сброс →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05EA8-536F-47B6-92A9-807762B4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907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18476-148A-4039-BBC6-D3696863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574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насколько сильно пользователь почувствует причинность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942E0-C216-4735-AC97-479507DD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907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558E4-736C-41FA-BFFA-7693C0DA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визуальных примеров + кликабельный прототип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39D2C-AF66-46DA-B52E-729F6DEB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241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37880-D12C-4059-8FFB-9912440D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Финансовая модель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1E079-49B8-471F-A415-F2570695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241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A19131-4CAA-4ED8-90EB-598A8BE1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9908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цена, себестоимость, бесплатный пользователь, привлечение и сценарии разделены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7D7A6-F8A1-42E7-A05E-7F933881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9241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827C45-D7A8-45C0-9EC2-12C6A20E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908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точная себестоимость зависит от провайдеров и фактического использования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E2C6F8-D259-4A86-B86E-A5202C7B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F69AD7-34DD-4A79-84D1-16C23107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908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логировать каждую генерацию и пересчитать после первой группы пользователей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07397-FAB7-430D-A9C7-66F5F013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B30109-CB5A-4E40-9FA1-15DEAADB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7C0C76-08F3-42B2-9137-0CE68D51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575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45DFCA-47E9-4724-9935-14F84D42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242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 — авторский контент и теплая аудитория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1311C0-80AE-401A-BB01-E8C5EF65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575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68BC26-E546-417A-A07A-17D6163E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242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неизвестен до тестов креативов и лендинга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7DA73B-0DF9-4906-831D-3444C623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575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4F3921-0F86-49AD-BC7D-EE690DC7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10-20 hooks + малый платный тест после paid signal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A461EA-7044-4029-941A-3628D1BE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909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746261-28F4-419F-B73E-CC092A10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Технологии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49E207-373C-456C-BC95-FC53FD9A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9909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A577B1-9191-421B-9C4A-03DEE86D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576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начинается с изображений и лимитированного видео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C6ABBF-2191-45F9-9524-F1B5E95F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909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5B83B1-FC65-4AD2-8A07-629B0DBD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576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провайдер влияет на маржу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0B5CC0-46A6-45C5-AC3F-0AA1E09A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909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C17C1A-D360-4253-9EEC-DB7C3EB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576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сравнить провайдеров и поставить лимиты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060B33-0EB9-4E4D-B060-656A0B29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326A5A-1EA0-42D4-B269-A2009B1F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Следующее решение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23BEB0-B506-4B2D-AD22-ED822866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524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B4C034-17B6-47B5-85C8-D6D31FEB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5910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фазу проверки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7C455B-B794-492A-8E93-2C0916F7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243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C8DA0C-FD27-4925-A567-987E67D8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910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еще не доказанный бизнес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D05AB6-2915-406F-8945-E6B886CB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243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DF8411-773C-4B96-9B14-90C4695E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910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по возврату, оплате, Canvas и COGS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82B457-AEAE-407B-ADA8-4396C9EB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579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E216A6-769E-4ABA-9731-7F210FD9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24575"/>
            <a:ext cx="889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следующая фаза должна не масштабировать идею, а быстро проверить петлю, цену и себестоимость на реальных пользователях.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CAFA11-E8EB-48E6-A6BE-CCC79125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24351959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3EE45C-F127-4CF2-857A-B8893764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5CBC3-C6BC-462F-9FDF-97DFFF91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1BF82-8A8F-48A7-A855-2C00BBFC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1EDB0-E5D7-453C-A833-B959FBE9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A64D6-7A4B-4932-99B2-5041B637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Следующий шаг: запуск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B5EC2-6EA2-41EA-B3FD-B5E06595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4CF18-8128-4B84-AD67-55E79886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2984B-4807-4833-93C5-9FBC5BC3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визуальные примеры, собрать кликабельный прототип, протестировать первых 30 пользователей и проверить, понимают ли они причинность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5D9E6-0B13-4AD2-84DB-04A2E08E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 → интервью → ручная группа → готовность платить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27FBF-DD31-4353-BDD1-5552DA84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13446245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3ED385-96FD-48D9-A6E6-52BEB336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E0BBA-7E28-40C7-B9B3-32DF99E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26D53-7F3D-4D70-8D95-7E91F896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C5841-F620-43D2-8C3D-930D7200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572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B8225-BF26-4C6B-BE83-FCA0F76B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Appendix: доказательная база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8E81C-674D-4847-BE24-CC09CDEC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Подробные таблицы, расчеты и backup-слайды для проверки цифр.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0BB5D-70DD-4E2F-BC4E-7C0804FD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608AB-860B-4341-885C-FC75B347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Unit-экономика конкурентов по категориям.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308CD-1323-40DC-A3FD-69273E5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C484"/>
          </a:solidFill>
          <a:ln xmlns:a="http://schemas.openxmlformats.org/drawingml/2006/main" w="0">
            <a:solidFill>
              <a:srgbClr val="98C4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70B6D-3335-41EB-8312-B9DEDFC9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генерации и stress-test видео.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E4428-D786-4599-9B76-07620A89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47DD5-3758-4466-90D0-CBC9A5F4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Помесячная / квартальная финмодель.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8C852-E725-4592-BE41-0A715ADD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80A5B-8944-4C5A-9AD8-EC844568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Маркетинговые benchmark и hooks.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97BDF-5C6C-4DEE-9E46-CA8E4075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539764643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FE5373-18A6-4FD4-95D2-E45690F9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44388-A691-4246-BBF7-96417966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A4E83-9598-44E0-92D3-DA4C11E3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E3063-8CB0-4417-9C3C-9743FDCD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9EE57-1FCF-44D6-ABB6-96D31D82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Словарь метрик простым языком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3736C-27E9-48DD-985C-7680E269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ACD4E-F69E-4230-AF2D-9BE9599B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Этот слайд нужен, чтобы Алина и клиент читали финмодель без финансового жаргона.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C3418-5CF7-4BFB-810F-3E53ABF6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E3222-590F-4F9E-907B-FCEC781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5F622-71B9-4FFE-9635-2E225A72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430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C1D27-0013-4278-87F9-D1AFCBC2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097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Простое объяснение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05EB8-142C-414B-AD09-7374359F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B8CBD-64D9-41D4-B272-59629420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97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важно для AURA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7ED92-1F3B-4D0D-86F0-8159105D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D47CD-91DE-436C-BD9B-4F56DF1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/ D7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372CB-2041-45E7-959E-DCABF2C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669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4368D-1D30-4080-94E1-F6926816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вернулось на следующий день / через неделю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22720-800E-4ECC-9836-FFFF84F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669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1BB91-5F9E-4041-921E-0782ECA8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показывает, есть ли ежедневная привычка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CDD2D-1F3E-4FEE-8B5C-5BA25223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08F9B-5C72-4848-A64F-50A4F36C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44AEF-13AF-4176-81D9-AB76FE6F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908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69C4E-A778-4F5A-9EC8-3CD36DB5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574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человек, почему изменилась картинка Life Canvas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11576-A986-4E54-8DFA-B8D4C182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908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DFB8C-26BC-4014-94AB-8D00C40E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574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главная проверка: это продукт или просто AI-картинка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127E0-0C32-4EEC-8E56-FB7696EC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33D69B-3CA6-4627-98C7-1A6F783C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CA6640-0FD7-4FA3-B604-5CA465C6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C426C-9C20-446E-86A2-B3554074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813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готовы платить или оставляют явный сигнал интереса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5C48ED-69A0-45C4-A076-ED32D369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146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F07CF0-F46C-4BD7-BEC9-B4F38573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разработки нужно понять, есть ли деньги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DBF3C0-C6A0-474A-94CF-82F766BF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43C49F-1983-4B25-A4BF-64E4D81D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314567-F8E2-41A6-A052-78901A78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21F387-2429-46D1-8383-3CF51158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доля пользователей становится платящей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E614BA-862B-4268-B04E-845DB846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129F12-047C-486E-99FC-C70860F7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определяет, может ли подписка окупить продукт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C55B79-CCA5-4899-BEFE-478442ED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7E753B-DB27-4135-A6B0-8A2E1C2B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4E8893-FF8D-43F2-B5E0-B6C968A2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624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6EA8A9-E393-4B2C-AA4A-C11BB49F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291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переменная себестоимость AI, картинок, видео и поддержки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A8D905-C486-4A73-900E-36AF18B7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624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ACFDBC-5DBB-49E8-80F8-3959D5D2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COGS высокий, подписка не держит маржу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53DE7D-F1DB-484B-81DA-87266C82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F04C00-0B6D-40FC-A263-A88A99D5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00CC86-4AEB-4ED4-87EF-E05B95B1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863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B4E27D-481E-4C95-99F2-8801372F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529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пользователя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CE18FF-D96E-492E-8456-C5AA2CE4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863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4DC13D-6714-4E01-8730-4E5E8054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можно масштабировать только если CAC ниже LTV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4C33BB-5B7B-4453-A05E-F1B0DFCE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01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AF9215-DEC0-4B47-95B6-3A3FCA25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0243FE-4D9D-4B56-8BB0-14187EED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01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166A42-2A00-4456-8C94-1ECBC280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нужно, чтобы дойти до следующего решения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F9E59E-1091-4BD3-A530-D50C30B5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101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B149C0-C599-4C47-9915-9403843C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768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путать первую проверку и год масштабирования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C325DC-62BE-45CF-A32F-B5028C94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235206-BF5A-48E4-A06F-37D97FAB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91225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сокращения нужны только как индустриальный язык. Для решения читаем русскую колонку: что проверяем и почему это важно.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6F53B8-AE26-4DC8-9BEF-9AF210FD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8264172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273E65-1E00-4496-93B8-FDCDEDBB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61720-0B09-46F1-804F-94E0D1B2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72B69-061D-4FFA-8118-8D304640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4FE85-03BA-4D3F-B91F-D1709346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FB109-FD8A-4FB2-B491-52E2EDF2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мы выводим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DBC65-C32E-40A7-B284-FF03C68B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89B5A-D6E2-4358-8782-4488DEFF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CF0AF-F021-4953-9888-5015CA5B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360D0-8D64-4E03-AFF8-AAB673F3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DACA8-2108-43E1-8B93-9951D253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Смотрим лидеров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76D12-ADCD-4B26-B176-A0D72CAC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Nebula / Calm / Finch / Runway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08495-E24F-4EFE-BDF7-DAB5A592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смысл, ритуал, память и визуальный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61D28-2855-4AC3-B51F-092223A7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D6D77-E639-4125-B0A2-F25016CB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D593D-CB3F-4958-9A74-29944EFF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Находим разрыв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D0E18-E135-48D3-82A4-6FE2F19C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приложения дают куски опыта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0987C-78F7-413E-8AF1-94C0EA13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формата, где смысл превращается в действие и видимое изменение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E5E11-1A54-4F68-B59A-D1E4161E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96E99-1AD1-42E3-B27A-6C54E5C5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3075A-18A8-45D0-9A0E-2AA48AE6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Формулируем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9E7AE-532A-4E0E-A44C-AAF15142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weekly visual self-guidance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19C8D-C4DF-4E17-A6AC-8AD9E36F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становится личным сериалом, а Life Canvas показывает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01A0A-9572-4248-9FAD-49D5ACF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18DAB-9D11-4F98-9186-3E7E20DB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2C575-9635-4120-A7C0-36A0259B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Собираем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E58AF-EFE8-4290-A50D-2F739DDE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Episode → Action → Canvas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DB63D8-6641-4435-A81B-DDDD1F0B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проверяем не рынок вообще, а понятна ли пользователю причинная петля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FDB65-00C4-4D34-BCB1-35EE84F9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презентации: не “мы придумали приложение”, а “из существующих платных паттернов появляется новый формат”.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355F54-2727-4ED8-833A-F06DE3A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796649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CE37B-C558-44E4-BE0A-02A61F74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56DD3-DCED-42FE-BABC-5F362AD6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7EDC3-5F0D-4CF7-852C-7AD3893B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9E8A8-7872-4BBD-8DCC-A2E4204F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A30C4-FA5E-4F4F-B18C-532609A2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 рабочие продуктовые концепции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1DBA2-5CD1-4815-88ED-D75FE6EB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A4EF9-1349-4415-BE69-0E8E334C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8FA7D-F8B7-4372-B58F-CD85C34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Концепция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8F45D-C5D7-4684-84F8-1C9E5CA3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74F4C-5236-44C8-A9E1-FB4B8F47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выглядит для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2C422-5B0D-40D5-A675-2F3FBC60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484AD-C238-4CA8-997C-46668A8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Вау-момент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E5E68-7023-4190-A460-AE8DA0F3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541BA-2EC0-48C4-A703-0394D87B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проверяет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286AB-E4C7-4539-8060-EBCA903A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FB6C1-522D-466E-90A6-3C0E306B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Life Trailer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765D7-9DEC-4F08-B4C7-DB8EB244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40AC3-8DC3-4776-83C0-CB4DD5D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раз в неделю пользователь получает визуальный трейлер своей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B839F-4361-46EB-867B-3DF3A919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63484-30F7-490C-AB19-689E0CBE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“моя неделя выглядит как фильм обо мне”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5B18A0-1575-4E19-AD87-877E78B0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D3B60-83FC-411A-A515-2986E0EE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 ли пользователь платить за premium visual moment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70B10-0704-4957-B48A-AAADDCB0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B3451-D5E9-4621-AEAD-EA51229A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 Self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ABCB9-2122-47BE-9918-B033FE1F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BEAD9-5554-4950-A16D-3BCC7E15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ежедневные действия меняют образ будущей версии себя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F7A70-2FA4-40F8-94F3-445E341A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D2615-5130-4F4C-96C2-41FBA5F5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“картинка изменилась, потому что я сделал действие”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C7DD9-ADF4-4ADA-A7D7-C7F32403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F6FFC-4499-44DA-9FF3-DF31BDFF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 ли причинность 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24B9E-01FF-4A89-9CE1-EFB048E4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93BB68-D46F-40DB-B3C1-E5411665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Pocket Forecastist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597954-E251-4173-B13C-961A6612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81C86C-4CF4-40D5-8318-66DFFDB0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 помнит контекст и ведет через неделю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BB823E-B6DE-474B-B0B7-559135E9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8C2E9F-B915-46C1-8B51-5A63868C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“он понимает мою ситуацию, а не просто пишет гороскоп”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6A9A8A-A003-4E36-B200-AB5E7D7C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9D2FA7-172A-4B07-A0D5-800F9E87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ли trust + memory + weekly guidance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4A0B22-8F4E-4B88-A612-58552F25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358529928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E3210-7358-4768-85E8-7783C20F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4A54C-BA75-4511-A44B-60332231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CC6DC-EA29-498F-8522-8F1D2D13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623A0-7B40-4D80-AB36-B574D30E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89D9D-0E59-42D3-A139-3CB5DF3D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Ключевые экраны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63A3D-41EA-4AC5-9CB0-2CECE3E9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3380C-61F9-4955-A2CE-53A41701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46FED-1C03-40AA-ADBC-C8AA862E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1A70B-C563-414B-BDDB-1F02A384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7B247-AE74-4005-9629-4F64FC7D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рождения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11794-BCEF-47AA-8DD6-39FFCC3E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28096-A93F-4039-AE14-0425910E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/ время / место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текущий вопрос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D3BD3-E060-4225-AA30-2F1FB77B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AF731-C92C-4889-8BE8-5014404A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655CF-DE8D-4CB5-AA6A-7D1259D5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28388-DBA1-4B79-8955-62296F3B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E01E7-CE45-4A4D-BDC9-9D863697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72B2A-FFA6-44BD-A2B6-0E926F70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F218B-3430-4AC5-AABD-76CB5FE1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64A2-96FC-43B8-80A5-D4363FC3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сезона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напряжения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первое обещание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78733-BE73-409E-8E92-16C40E94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92B0EC-AB86-4C99-B339-640CE5AD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B7EED-4553-4A3A-A916-36DEA5C4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C67CE-F9F0-4579-B624-DBD40573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4916B-1252-4C25-A59B-8A24CD9F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DE654-169E-4DE8-875C-87E707E0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EEE3B-0CA8-4E30-8686-36E939E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AC0E05-7308-4CA5-ADBC-EDDC0E9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сообщение ассистента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карточка действия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8ED58-4C52-40A3-9B02-66A16150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F37BD-0CB6-449E-A51A-EB601C2A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DBFA7-BF94-4EFB-8624-0D0F152E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B50841-9207-404A-BCE6-F2C38AED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CC3BB-21CF-43AE-BA02-F88F8721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70BD4C-67C2-4929-BC35-FB1F4370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B873A-AEBC-4A07-B670-C16DCAAF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57BE48-1DD6-4892-B0A0-D2A1D932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2-мин практика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рефлексия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завершение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D580B7-E68E-4CB9-9A3B-28015D11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FA10AC-B794-40B0-B2BA-F0272C4F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43B98A-8DEE-47EE-8340-E42944D7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02FE3B-2BB5-47AE-B82E-988D0BB5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E4F98C-E02F-4EF6-99A2-276597CA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E049B7-82FE-4D76-9A71-1B85C205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12BF8D-F822-420E-AB0A-74C04E1E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B8E8CC-D173-4A50-A02B-F0914CF8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/ после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изменилось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изменилось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71111B-B6F6-4312-AF31-93D57C66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014AFD-E6B6-47A2-A010-CBD9DAC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E3209C-2629-4BAB-927A-0D68888C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6BD60E-6917-4498-87DC-B83C0D38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02C580-0E19-44D2-8C0E-E62FEDE5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67417A-9C62-4EBE-96B4-5556C925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427270-13BE-4F55-A521-DAA1CD4E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03A990-95CD-44CC-A180-03255EA8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продолжить сезон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/ annual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token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E10A22-973E-4FBE-B1C0-A6036BF5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D23701-4C36-4C13-BB42-8A9668C9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выбрать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7B5E87-4069-4970-95B9-6E16530A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финальный UI-дизайн. Это логика того, что дизайнер должен сделать видимым на экране.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D5472D-3D24-4D4F-8CA1-E659BFD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15591053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FF46DD-521C-4595-B9A0-54DEB42D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E0B76-E1FC-4496-A410-833DA303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87090-E9F8-4030-8212-A21540BB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A6A90-AE3D-4FB1-8890-831CF1F7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65171-E010-47AA-A791-D62C9541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astrology-приложений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10993-BFB5-42D8-9727-8C5F1C45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F7AD1-9A27-4113-BDDC-020F84B5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4F452-44E2-45BC-94D8-3A710AE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318A6-47C6-4FDB-BB9E-4913EEE9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89031-26CF-4119-948F-6BB87454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32DD6-BBF8-412E-930F-10EA0522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2C645-1635-44AC-95FD-52200739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A223D-670B-4C1A-904C-7092F13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63160-E9F2-4AAC-AA86-9A7C0D19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FCD60-2DD0-4720-9F87-1C78B0BA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82CB0-7F85-41B5-B606-2DD6D47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E4288-81DD-4E0F-8ADC-08F827AC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500CE-0ECC-496E-AFBF-933AB4EA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A7042-D1E8-475C-91CF-CCDC4751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616DB-8672-4DB7-8BEA-19F4FBD8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$797.5K/мес; 2.7M MAU; 64K payers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CAD3E-0147-4AF7-9362-618A9F51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539A2-1EB1-4D85-A9C1-6AC51442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~$0.30; conversion ~2.4%; $8.99/мес + IAP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F02C0-8F22-4884-B83B-72DD2503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DF253-666F-4E74-B89A-0A96741A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 должен быть 2-3%, не fantasy 8-10%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7CAAD-A99E-4D4E-A585-34F3D677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06E149-F5EC-42CB-B49E-C56FE629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3DE6D-A527-43A6-AAA1-FDEE907A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2C100C-8A3E-43B6-A138-18818BB9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$718K/мес; 2.2M MAU; 52K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DB1763-B7A1-45F5-B51C-48FE234C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55FA15-F20F-44F8-8FAC-B5546A1A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~$0.33; conversion ~2.4%; $9.99/мес + weekly IAPs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521A33-2128-4246-9835-A45076EB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FFABF9-AFF5-4C52-8F31-447F0038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guidance монетизируется, но trust paywall хрупкий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51777E-B1FB-4B72-89EF-FB725B61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B8BB44-94AC-4D40-9958-546B5C45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Pattern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9F1026-92C9-4BAA-9C99-B691B1F2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FF402B-0A4B-4086-A48F-F950A2F9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$36.1K/мес; 160K MAU; 4K payers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875266-9EEE-4DE0-BCD8-717BC135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F8E24C-79EC-40E1-9296-8053CAE0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~2.5%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72069C-EF57-4726-877E-50935938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51C860-D96B-40DF-B791-B2B5E64E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relationship/self-insight работает, но depth сам по себе не гарантирует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257224-E3C4-4A48-9967-8C049F47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50C893-0C4E-4116-B18E-201C1A2B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AstroSage Android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F8CF26-9CFA-49C3-A69F-FD845077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816C87-C2F3-487A-9E26-DECB6B94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$547.8K/мес; 2.4M MAU; 34K payers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4D4986-A471-4FA9-BFFB-BAEA2F87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952DEA-E518-4AE7-9995-871706ED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~1.4%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5E914D-CB0B-41B4-AA4F-956D046B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625187-7E0C-44EE-8707-4AF2CEF8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birth-data utility дает большой reach при более низкой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09370D-0176-426F-BDA1-F22D7542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FEFCE4-27B1-4B30-94A8-12F6A4A1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D7046F-9924-4EB4-B38C-1AC3C41B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FD35DC-272A-4DA8-9339-C6C83671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$440.8K/мес; 242K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D0F693-5F2E-4D9B-A28C-127705A3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82B139-FEA4-454A-8B8C-E941A8A9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~$1.82; conversion ~4.5%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373E75-63CD-4EBB-BF56-7F29185B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FA48F7-065D-4E9C-9F79-B8431B4A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mechanics могут поднять conversion и ARPMAU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27F9A5-9F3F-497A-A054-D84B0CA1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E824B5-2857-4435-8A02-53AACCFA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 company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97D872-F362-48D9-8F69-040A7F18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084758-92A7-4F26-A8E4-8FC07F22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Rs 1,214 crore FY25 total revenue reported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1CB9D1-7512-445A-9860-D6E07577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863D2E-570D-4F18-BD5C-AC86351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consultation marketplace, не pure app subscription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6413EF-1B4A-4B13-98D6-ACCEAE06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C233F9-21F6-40BC-8A93-9B608224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human/expert layer — upside later, не MVP core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A8C0F9-A4DA-462B-B4AC-BB252548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Источник: оценки Rev.now и публичные отчеты/пресса. Это directional benchmarks, не audited internal P&amp;L.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2EF843-A14C-4C9A-9E1D-580782FE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873714546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9D3EA9-BD31-443C-849C-EC93C891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0C083-4BCF-4F6A-A9A2-1A82E209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97769-FF51-48E5-A7A7-35381B50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35F93-0725-40A4-A6F4-ECDD6065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0C702-8ADD-4378-809A-F690D225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mindfulness-приложений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0CC12-FF09-460E-930C-E5D3DF0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15857-7A22-491A-BD41-0EDDCCA8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F5ACF-CD45-47CD-AFC2-AEE7EB9C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39B41-085E-45A9-A675-E3B03DC6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8B5E6-48CF-4DEB-8188-583A832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2414-CB18-4FFD-B774-763A280C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92EA7-AB10-4AD3-9859-C426789B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D4E67-08AF-4A20-AEAE-4A093E0A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D8BF3-CF1A-4FC1-957A-00F7C914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3AC6C-2D2E-47E5-A2C7-425DD679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94EC2-ADCD-40EA-836D-0C74DE8E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8C2A3-DEA9-4A83-8AE1-05BFB199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181BD-D8AF-45F2-A783-C9A78F9D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brand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8B1DE-5B51-4F9A-8B5D-603A0BA3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7EAA4-074A-4BED-88D1-FB0EB7F4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proxy $300M/год; 4M+ paying subscribers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24490-CAD2-406A-89EE-74DDBF58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A3CD3-35AB-4DA9-97E1-04CC91AF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$70/год и $14.99/мес price anchors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034CF-778E-4F72-801B-3A8FC237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31D69-05B3-4A15-A5BC-C26829E4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wellness subscription может быть большой при доверии и routine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6C9FB-343D-454F-8967-3E6875DC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7A2FFF-DDB1-4ACF-A986-B2B1193A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839BF-5490-4BC6-81D1-3996C059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A63D4-134F-4486-A893-7FDB448A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$2.35M/мес; 3.6M MAU; 85K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ECD1B1-949E-4A2C-AB96-C593683E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AA48D8-37B5-4B8E-A85B-0B877C06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~$0.65; conversion ~2.4%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0CB21-6BCC-471F-AC70-AC367659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3AEE20-2D76-46BF-A6BA-F1893E0D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wellness может монетизироваться выше astrology ARPMAU, но нужна retention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CC8492-640E-4DE2-8CC2-5E87C52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DBAE5E-84A3-42F8-9257-43B09DBC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D59D37-1E0D-402A-8ECA-B16A773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43CA14-5CB2-462A-89FD-FBEF1D1F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~$200M/год brand proxy; app-store proxy ~$39-40M/год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64ABB8-5A14-49FF-BD68-7EF6B9D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22DE72-2411-438C-8548-29BC3473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$12.99/мес price signal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B9EC25-E69A-43E9-9BDD-A2378B8E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2E06CF-F040-44C2-A20C-2A0BE82A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off-store/B2B revenue может занижать видимую app economics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73DA8B-F9BC-4A54-A7EC-32C60DD7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6AA7BD-76FF-4E6E-B882-6129DEC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Waking 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F086A5-893A-4C84-8C21-1BDFF4CC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2CAF77-4A32-455F-A141-689A9B7C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$492.7K/мес iOS leaderboard estimate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F4E9B0-06FE-429E-9395-32072388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59EAF2-19ED-4DC5-8771-E18662E0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$19.99/мес; $129.99/год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7EDCDD-C501-4956-91D5-1BC7535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EE1AFF-794C-4D41-A1F9-F26D4103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teacher voice может оправдать premium pricing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D5C653-2926-4E03-BCE9-D00B72E4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942A0E-A738-4103-AD2B-CBE42F13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Balance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3CE3AF-AA0A-4FA5-BD8D-9E02A6FA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9B448B-6EAE-4B19-A8A1-3A4E8B02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$180K/мес; ~317K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42DBE2-E711-40E7-A417-344A6796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D33C30-4AC9-4FFF-A97E-AEE5F089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~$0.57; conversion ~3.5%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F254CC-5A41-47D7-9EDF-8B06D37C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115832-BCDA-405C-93CB-996E0B2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personalization может outperform generic meditation libraries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F4045B-2A33-4DE6-8C2E-8DD4796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A628118-953C-44AB-A2BB-B5516F34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Meditopia iOS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E94087-F1B1-49BE-9FDC-1D14F8A1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54070A-7DBB-4071-8D73-B3E6CBE3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$118.4K/мес; 629K MAU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22AF60-B891-4C47-B4EF-1A6A7B5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BA02D0-DBB8-4D7B-AD26-7DA815BE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9B6FEC-0DC8-4456-8266-E45825A4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1D0924-3E4E-4471-BC23-69DA797D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большой MAU без сильной monetization все еще может быть тонким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F53FC0-EA1D-44BD-AC5F-9E104793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взять daily ritual и annual plan logic, а не строить гигантскую meditation library.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F2B604-FC6A-43A7-8290-59B33223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6774422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9417F9-2E08-4D63-A3A4-C40B653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5B53F-816C-4D73-8BF5-75853116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988A9-7CBD-4C9F-A347-887B6236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3EDF3-FAB5-4CCA-A30C-6567A4B2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A965F-1C69-427B-AE1B-7580AE50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AI companion / avatar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C2AC1-61B3-41DA-907C-8FE2E629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519F7-949A-4934-9733-71A6D967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6842D-9C92-40DE-8280-74193907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2F83F-4683-4552-95FF-7C61C3B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89F11-C06F-4371-B9AF-2EFBAC1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8BCBF-468B-486C-ABEE-1C2659D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D9B42-8698-4F20-AC73-818F845F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A034E-EB81-4646-89E3-9FDEC35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D3F20-31BF-463C-8BFB-4D232976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 что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08200-2F9A-4924-8695-1F609C8E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0CD80-7BE7-4192-A31E-6912BA1C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0EA2A-DA73-4D73-84B1-248D680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10ACC-C04B-4E51-8890-3B857094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626CD-B3BC-4219-AAFC-FB16BE3B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A6CA6-CBDD-4843-A922-C9209BBA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$30M-$32M ARR proxy; c.ai+ $9.99/мес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1EF21-8566-4CEC-AB76-B535523A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E6CBA-E985-4AC3-8B1A-251EA02A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priority, memory, engagement, chat 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15A4E-EF35-4CC0-A804-872FBC89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55873-ACA9-4C73-B10C-A0ED829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может монетизировать engagement, но inference cost и safety доминируют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3ACEBB-C24E-4003-8222-56A0350D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95CF4-38C5-4C3A-8517-45894117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5B680-E42A-4B23-9F16-50EBEEA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086C81-F423-49F2-8FA0-02D7F57B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$2.36M/мес; 99K payers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BBCB29-107C-4515-9496-A0D6191A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6E8569-CE30-42C6-8ECC-84A824B4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companion, avatar, memory, voice/video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96129B-EECD-41A3-AB71-9CD122D7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1A14D6-09C3-4435-8EFE-772B843C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платят за emotional continuity, не raw text 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51F09-7732-473D-AFA1-07CC91B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A18F5D-0E8F-4AFB-A273-097A929B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05852-2C7B-45C9-9B93-33ABD0D6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F0B93D-2053-4B1B-9A92-C56661C6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$1.5M-$2.0M/мес public estimate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090A74-540B-42E8-AD5F-752D4C96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942CFA-D9EB-4649-B2C7-E7B18B73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self-care pet, soft progression, daily loop, Plus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DFF85-6A90-4D16-9045-9947C1DA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E63444-A6E8-4669-A001-FC85334B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companion mechanics могут монетизироваться без scary “therapy” positioning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44C852-1474-4BDD-9D35-A209510B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9F0BD6-9A43-4416-BB52-46258FD6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D-ID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7F922E-3F1A-466A-B7A7-5C373CDF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A77A3D-63B3-4BE3-9ADA-2536737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API pricing показывает, что avatar video — paid compute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E8CA4C-EB36-4B28-BF87-90ECBF9B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C8FEA4-4674-479F-9BCF-4EA851B4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$0.05-$0.0667/sec или plan/credit based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CBF261-C104-4A29-9D7A-F5E13983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5AECBC-00B3-4100-90AB-B2454D9E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 — premium event, не free habit 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3862B8-2188-4429-9083-C455BE6D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846D85-2C82-45C9-89A9-23AAF8E9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5EFBF4-C1F8-4ED1-A418-66F33CA1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509DDB-7ECF-4BA3-95D0-9D03F77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$9.99-$14.99/мес + tokens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4597F7-1F15-437E-9C53-76C97AAA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F5DB0C-AA5F-4765-82C4-ED9FE6B2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season, assistant memory, Life Canvas, rare video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8CA01B-A703-4B51-8230-DD9F301B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A19FDB-9842-4988-A0D5-8AF4BE92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должна быть cost-controlled AI product под premium visual wrapper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54B08F-5D26-4E4F-A249-7565E048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Аватар — не декорация. Он должен помогать пользователю понять, почему изменилась неделя.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073CC4-5B8C-47A8-8A37-D206862A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136135189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F35D97-E142-4782-8AD9-86877C85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80540-35E5-4A04-9268-457EA5E4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B2AF7-2630-43C0-A34E-5154FC61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D9ADE-B440-49DA-95A4-A860FA02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5128B-2B1B-40CD-92C1-33BAE995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Бенчмарки стоимости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A0849-E790-452C-94BA-E3C73443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F70B4-305F-4965-B49C-FA4FB3CD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EA256-AFEA-40A5-87F6-C9070E34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16620-CAC2-4FBA-ADF9-DFD17950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4DF7D-1F5D-442B-9013-E7EC0A2C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510B8-0E06-4869-9DE1-D5CB7B48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4287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B4E20-8839-44DC-9EE9-4A7AD015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954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Provider /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AE7F2-B99F-4FB0-A028-6EF8AA26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04C75-7B58-428B-9E17-D10CDF6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954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price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D70AE-EA9E-4A0F-AEFE-525D9F8E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098EA-A9FA-4C80-B914-584FB54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60CA7-9085-4C2E-B5E1-EAA0839E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00697-A366-4C58-99D0-1B35A83A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37486-08F6-4956-8EA1-3D1A05CF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431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217AB3-3150-408A-8938-C97AD7FA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097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GPT-4.1 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0314C-5A1A-47D8-B6A6-A7F6518E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F1DAF-64DB-472A-B037-C4028FD7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97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$0.40 / 1M input tokens; $1.60 / 1M output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93BC7-30A0-4E78-B430-438DDBD8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6948F-61D2-488B-A1CD-FD7A987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text loop дешевый, если prompts структурированы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093BF-42F3-4BBC-8FA7-8FFEEDC9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0936F-4ECD-4F91-B36E-7D2BE782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F049B-FB15-4306-8FC3-0A68C486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574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4AA487-0868-46C7-B244-5AD2CAB9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241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Images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BE1B2F-C647-4BBF-8F8B-DFCF7197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F56599-DDB6-4A2C-8320-58C3DAB9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~$0.01 low / $0.04 medium / $0.17 high per square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0A632D-81EC-4E51-8373-AA66064F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1BCF0D-B45F-4AA7-B52C-6E8D7A2D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можно включать, если image count capped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3D46F3-0557-4063-B13F-B3EC8FE0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C2097C-8A0A-4C65-8D29-FB0F2E0E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3F2E2-7420-4838-B1D1-78CF51A3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718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0511DB-67A0-4831-AE83-FF2C559D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84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Google Veo 2 / Vertex 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920A9B-9294-4698-AD4D-24FF4D1E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10387B-0499-4422-B2C6-AB766B13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~$0.50 per generated second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718CD3-BE50-4385-A9A1-4CE9B02C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546AC1-3856-4BAA-A6A3-D53F41D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$4.00; нельзя делать free daily content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5C7D1C-D082-4C39-89F4-B12CB718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31322A-1228-433E-8BC2-575171C4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BE10CD-2B0D-4896-B1AE-2A3FDED6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861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5C0348-DFC9-41C8-A25A-DF8FA1CE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528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E24D4D-0A5F-4611-8C80-C6C25852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E50B22-6F59-4D82-B2AC-B129F17A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 per 5 sec API example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26D8D0-8643-49D8-AB4B-C8ACE4CB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668F4D-095F-42B0-A13C-CF78048A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528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$0.40; подходит для тестов, но нужен retry budget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6BCBF7-4959-4255-BF95-1AA4BEC9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5E2D99-5460-4640-9072-CDF356FC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CC16D2-D2C8-4AC6-BF8C-2D9435C0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00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1B58DA-FAEE-451B-9545-A94001C3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671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Wan 2.1 720p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BD9554-E07A-4119-9717-75B4BBA0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7C366D-A5D7-4829-9BF1-9FEFAB71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$0.24 per output second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7149D1-4993-486F-B92C-B0121612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7DBE20-D42F-4656-9363-BFDC0975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671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$1.92; лучше как paid token /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FD1881-7599-4379-9C6A-95E11767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7C901A-8DE4-4EA6-BFA7-21C09C5F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71E7FF-27A0-4949-9F4C-D57839B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148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3C1A7E-F091-4DB7-ABAE-98F14133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815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API Avatar IV/V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C9C4A5-E27F-41B1-B86E-537614B7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6B31EF-35A7-48FE-83DD-52C0B32F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$0.05/sec photo avatar; $0.0667/sec digital twin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A7F0EE-D987-4581-A20A-2541DD3D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F1AFAE-599B-40D1-8E3C-C12E9810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815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sec ~= $1.50-$2.00; не default daily loop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6ADCB5-7D1B-4763-B767-037EE508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0B2613-5B28-4D22-B04E-89C3BCDA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API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A22AC5-C0E5-4EE3-B4B0-811E5D51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292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20F188-AABB-4142-B1B7-E97064A5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D-ID Build plan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E86F8E-C91A-40D3-9065-1506DAA3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23B3F7-529E-48D6-B81D-49C00F01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$14.4/mo annual plan; up to 16 offline video min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A65E58-2ADF-4E07-9378-32C8943F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3C98D2D-4834-41C0-A8E4-BF9F19BD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958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~$0.90/min plan math, но limits/watermark/credits важны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2B4593-B91B-4A33-9DE8-4A9F6414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цены — public API/pricing-page signals на июнь 2026; exact billing нужно перепроверить перед закупкой.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B08144D-B766-465A-8DDB-8EFA876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Источники: OpenAI, Google Vertex AI, Runway, Replicate, HeyGen, D-ID, Luma public pricing pages.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BEC612F-DFCC-4B40-9E84-77826306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997928742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EBDC9-A855-4790-9124-AC544DA0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00B2F-516C-4D8E-9220-31694A66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3CF4D-CC23-4C5B-A274-9FB803B3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02110-3D3B-474E-B26E-0B967CAE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8AD06-086E-44E9-A065-2FDF7E92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пользователя /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82077-68D0-4AA0-BB25-73CFD359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7F68B-78DE-4D1C-9F41-6D84368E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6553A-93D4-414D-848B-925F4C31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44B56-1682-41C5-8DA4-C87D286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864B7-B6E2-41DB-9D07-FA8D9337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Тип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6F744-CA57-4251-931A-C8331309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668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20C85-FE0A-4A5D-A426-F3A67240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335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Usage assumption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2090F-F537-4424-83E8-152AB177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668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E9E42-E397-466F-85E7-924CCE2F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5335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 AI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931A3-AF31-45C3-94C6-47B587A8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BF0C0-4116-42B1-8991-9CDFC2A0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335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Бизнес-смысл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55449-EB2D-47E8-8291-7C0D027C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B72E2-8DAE-438C-B6E4-734AA131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active 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3D635-4134-4AE5-9D61-ED07FADE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1FF40-191C-4EFC-9FD6-47863187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859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text loops + 1 medium image + no 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7855F3-D3A7-4DE7-86C4-845F4911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193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52587-B7A6-4FAE-B575-8ACFA44D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859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$0.10-$0.20 / MAU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27B65-F9C5-46DD-BC5E-89FE1587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0B34B-1897-4F2F-BF26-A6B028D6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безопасно, если onboarding capped и нет free 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312B9-3DD8-4FA0-A26E-5B4B9E62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693ED-2711-4338-A9C5-2C24D2CE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Engaged free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4AF5A-897B-469F-A524-7EFE3D20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6627E-44DA-4105-9D97-6B7D9F26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384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 text loops + 2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9CA471-EED4-4B6F-971B-CBD792D9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717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EFFB81-C51D-4F32-BD91-6F6747B3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384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$0.25-$0.45 / MAU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587EDD-B8C4-4F57-8D4C-D5919543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CFE881-31EB-45A8-9738-4FBB7363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384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допустимо только если видны retention и conversion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301974-593B-4EAA-BF85-B514C21A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2A4BE6-88BB-404B-9F8E-8DDC7019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с Runway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187121-A299-4EC5-AB57-5FF37B80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895C5-0574-412F-AACF-0D7CF640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cards + 30 images + 4 weekly 8s videos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BD93C2-8CC6-49F0-9475-00D3D039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242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94C800-90C2-408E-8B4D-54D8D27F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908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 / payer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560ACC-5E42-43B5-A758-B79F25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C3F159-1DF3-42AC-95E3-BE23FD3A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 может держать margin при capped retries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F0D3BF-294E-4599-AECB-C0A9E348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44B1DD-3E47-49F3-B78C-93F725CC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с Veo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736912-037E-4078-8E07-391B6197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766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E3098E-33F4-49DC-BEC9-D809BCF6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 four weekly 8s Veo clips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46637E-9544-4798-BD80-37549D3F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BD71AD-1789-49B0-BB0C-F88DB9F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33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+$16.00 before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1546B8-A795-4EBE-AB5D-A83BAE30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888C8A-9DE9-4C8D-8ED2-4A02BF7B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слишком дорого для базовой подписки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BAC62B-819F-419F-9DAD-E14BCA9A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75E40E-1BA1-4A65-97DE-CA60AA6A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avatar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DD7329-8D48-440F-8C03-9BD70C67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291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946872-F266-4C9B-B382-CF4391F1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talking-avatar moment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4CBE02-B2F2-42B9-864C-844180C8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537E63-BF98-40ED-8F5E-AF93505B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957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$1.50-$2.00 per 30 sec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EE5619-F8B2-4515-AAE5-3AF62C53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4D3E75-E244-45DE-B8CC-98B5DFF2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957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отдельным pack или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CC160B-8594-4748-884B-800B5AFD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F5CFF0-F7EC-40FA-B3E7-E3E8ED50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High-quality video token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A84C3F-C3E0-4682-A321-888B3294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815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20D5CA-2BAB-4845-83EB-F8D8C861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/ Veo / premium model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2450A5-6D2F-4683-9FC7-5574C5F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815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DFDEDA9-E438-4128-A85E-0FFB48D4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482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$1.92-$4.00 per 8 sec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EEA916-0740-4BD4-A947-2F287A10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815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433416-D64D-4B1B-A8A6-8ACC858D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482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token by model quality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9FAEB8-00B5-4520-A3D4-94C1430D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CE17DA-BFD1-4B7D-ABFF-55DFEE1C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50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= LLM tokens + images + video seconds × provider price + storage + support + failed-generation buffer.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924990-460F-456F-B6FC-7D62F2F5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product может быть дешевым. Weekly video жизнеспособно только как capped paid subscription benefit или token.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213779E-1796-45DA-8F52-1B106558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626389456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F8B06-D3DD-4B2B-8B7C-99ABCAAB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9EF39-764F-4892-94AD-36B25F1D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5FF8A-64BC-4D20-BECB-8516C1B1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859B8-C819-46C6-B674-F74E11BD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6F881-EF00-44C8-B64A-48F662F3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Stress-test стоимости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25F5E-3899-4B26-82A8-319C374E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F0FF2-17DA-4C50-8D9E-B7FBADA4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1E613-6F18-4E90-9B63-C2291A9A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E45EC-8D76-487C-AF9B-549DEB26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C1A15-9535-4932-8628-DBAA5A3A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7EA34-ED18-4FF1-AE66-EAD22E1B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049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48BF5-5899-4E29-A33A-D8396328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716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2B2F2-68A7-4E10-B39E-1F377C5E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393AD-9C09-4F69-B87A-A7C33DCA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1,000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78CE0-3B6A-449C-B8F1-FA526FC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FC6BF-5860-44C7-94D9-ACC9FA0C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10,000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D2024-A85C-4C6A-92F5-30FD640F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4E835-48C3-43E4-ABE6-71EFD71F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337D5-820C-40E6-894A-C5E881A9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99EC7-08A5-4F3A-8EF2-CFE28988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Runway clips / payer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AA2DF-236A-46C4-9A94-3B128E0A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574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0F752-8282-4767-BD79-B50E1E9A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240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97BA0-004F-403C-94FC-48C22E7A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44B55-4409-4EB6-AD3C-5FC0618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77695-FE3B-45D2-82B2-EB7BEAB7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B1D28-2B8F-46BB-814F-F9925390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1B5934-2949-45E6-8A8C-91D7F396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64CCEC-25E0-4BB1-873D-C0F742E1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240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жизнеспособно внутри $12.99-$14.99, если paid cohort реальный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09FCFE-12D1-4805-9C25-C5FFEB7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091E2-9216-4245-98F9-E2B66755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Veo clips / payer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3F6704-773D-4BBA-8607-C57299B1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A9B6EE-59F9-42FF-B469-65CDC5FA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765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49B6F-2826-4799-BD6A-B2D3673A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E77B73-9094-461C-9682-F3D8911D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765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AE6337-DC87-4321-8D93-CD34A403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5610AF-8582-4F26-B9DD-87BF039A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765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$160,000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433907-E811-4A1E-B688-8A2744F6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3A1FFB-6C45-4408-8358-F9151F29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жизнеспособно как base subscription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6F4EA6-5722-4EF2-AE10-631D891D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43A380-C3BA-489F-8591-9A0ED75B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Runway trial clip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92B9FC-72E1-4F7E-95C3-564E93A8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623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DC04E2-919E-4014-BD05-1E3B1D5E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289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13B2CC-0408-4284-94B9-9CAA1942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C272CE-260C-412B-B02A-B96B6D3F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$400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0AF625-131D-409F-801D-9D8CE224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EEFC72-CC95-40EC-A628-C3B0183E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$4,000 COGS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158758-032D-4CBC-8444-A8372F49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D840BE-B2DC-4A31-BF73-857F8378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резко поднимает paid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0269B0-ED6F-40EB-B905-16D9EDB9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396817-69D4-45A9-A67A-ED92548E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premium Replicate/Wan clip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0FE1C7-A7E4-4024-864C-586C4502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147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3082C7-297C-4B05-8D32-086C542D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814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$192 COGS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B32AD8-8DBB-44EC-BF51-6B0C078E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32A411-3CC1-4C69-9550-3B7303E7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814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$1,920 COGS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2223FD-2CB7-4E6F-9157-BAA4A5D8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188EB1-2EA9-4265-ACF6-D3BF86F3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$19,200 COGS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4D3499-77B4-451C-BBCD-A66E01A6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24736D-4272-4216-A19F-FC70BB5E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 $4.99-$9.99 token или bundle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5633B9-6AB7-4B2A-81AC-22768075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AC9AD6-3B47-4896-801A-D5EAE26D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paid 30s HeyGen avatar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E1DE8A-61AB-4716-8504-11D5A82E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672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DF3944-2389-4FF4-8219-448E4892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338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$150-$200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353563-132B-4A7E-877D-2581B67B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A611C9-F892-4ED2-BC87-B3BB8783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$1,500-$2,000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3D4307-6B64-4163-8FAD-8D7B53A2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B73652-E6E6-4DD4-9BAB-9E3E26E9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$15,000-$20,000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18FE2F-A1AB-44DA-8E19-A4AD1509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D24FF0-AB25-4530-84A0-F971A099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для premium forecast / assistant moment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65E2A2-DBF3-4B08-8C70-A8AC168D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103D32-EB78-4C91-9D26-FE4B77DE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Life Canvas images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12A40B-F705-4781-9DC3-F0286BD6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96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C54F7B-FC24-4967-9E25-05D01962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863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$60-$120 COGS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D22301-561B-489F-9DC3-29925AC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24ABA0-C6BD-42BF-A8E7-AE860332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$600-$1,200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A8E869A-A884-481F-A4A2-07428778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12B5A9-95DA-4114-98AB-3EE6DD12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863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$6,000-$12,000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252C3C-08B3-41C5-B784-C665C424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66B64E7-A5DA-41B3-BC3D-97C4FCFF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863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только для paid users, capped retries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01A52C1-72A6-4BD7-ACC3-D481EE8A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Решение: Runway может быть weekly subscription video; Veo/avatars остаются premium или later.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F03424-800F-4540-A248-FE99C78B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368689412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D9DA85-B224-4C03-B8C5-91E0F3A2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637DF-55F3-4325-BBAB-A9EBD710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DACA6-99B2-4CAC-9BE0-FF55E52E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09677-1AC7-4985-8F15-A0DDC060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8EB9E-801D-421D-9F0D-757A27CE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Базовая финансовая модель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78E0F-B4A6-421E-A771-3F05F66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C21EA-4CB7-47DF-9CFA-3AFC864B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BAD7A-4649-4CA0-85C1-27ED2B23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F1384-668E-40BF-9B32-8D2743FB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1B468-83A8-4C6C-BBF4-A67A2BA8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FD617-3B90-4E02-A8C3-B9573974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A0E0F-8BE3-45B8-A2C7-65790118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6790D-DC8A-4DB9-8D08-2E25B31A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9A3A7-3C14-4DB9-87E7-D719AEC2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41822-A5DC-444D-A630-E78FC95C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BB5CF-A251-4125-AF17-9BEDB628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B9D62-E786-4091-A452-37A1EA4C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627AB-039C-43CB-AF2B-A44C1BAF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AA6E6-A810-4E89-A77A-251872A5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90CF5-A6B3-4DFD-AC6F-D0E0E35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8668B-4655-4883-B217-CD04A9F0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FE13B-5B50-4A2D-B3EC-9252C027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9D522-61ED-4E5C-B854-A59583F6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7A17A-0E4A-45F4-8FF0-B40AE08F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719E3-1306-48AE-B558-6E7B454F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D4E4C-2827-4FAF-9D81-D5D3B44F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1D985-C28E-4BBC-B531-8ED37D54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BED7D-23AB-4F3F-B587-68B459C7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8A895-6450-47C6-BF6F-209D0272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0F56F9-3F76-4BB5-A166-C70F7E81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9CF735-FC87-43BF-8E46-427DAE9F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A08D23-69F7-4BD7-91C3-F2F5B00D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1B2D25-7D6C-47C7-94BF-B969E019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F51327-C0BA-4DE6-BBB6-3A11D260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Gross subscription @ $12.99 blended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98D936-45E6-463C-82A6-5251645B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E17509-D59F-474A-B09A-2D41DEFD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93AE85-BAE4-48D6-BE9F-EF0E287F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687929-858C-4829-81AD-1DC866F2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$19.5K/мес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84F015-2AB5-4355-9ADC-0DA96A84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C0322E-B8FE-4623-9827-57BAF1F9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$87.7K/мес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0727E9-3FF1-4F7B-9908-3CE2B16E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5B393A-F510-45D2-BF58-E37B43CF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 после 15% fee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72B4AC-6982-41D5-8DE9-084B43DE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051DEF-FE82-4373-ABD6-33C7625C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$1.7K/мес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50FE4F-1177-4921-B6B4-6C822B5E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6BF418-729E-4C62-B45E-6FF2D8E1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$16.6K/мес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BC9D9E-DD83-48B2-94A9-D7766CFD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A59AC4-F713-4630-A1DB-B9AE940F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$74.5K/мес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FEFE10-1FB9-4C66-A30C-CEFAA725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3D1988-2EAC-415F-A928-112715FC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859D35-17B8-49CA-A9F0-E94972C8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621FAF-8954-4B17-9C55-5AF4C601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$0.4K-$0.6K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F541EF-A796-4F64-BE2A-59EC10E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F5ED08-B1D9-440F-901B-E1053D49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$3.6K-$6.1K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932822-EC9E-4A71-A625-4C0D7B3A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47EAA3-0FED-4330-9E46-92455DD3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$16.2K-$27.3K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AD555D-C7AA-419D-84E7-8D0B670E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56F035-60AF-40F3-AFF7-D4E39C13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CC34C1-AE0A-49AF-B55C-19C87925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57ED2C-2AD7-455B-8898-561BF36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тонко, пока не доказана retention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4C25F5-912B-47AA-B176-9C30D9EE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8BA4AE-26DF-40B6-82B0-6E12C95B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при capped free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F9CDBD-B393-4AE6-A315-9374B689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E943D7-0028-4773-9EDD-64720813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сильно, если annual + token upsell работают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52B167-1C79-462A-8A6C-FE9CD96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model считает blended price $12.99. $14.99 — верхний тест для полного Visual Plus с 4 видео/мес.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02A456B-2E0F-414C-A6CC-0292CCC6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12533A-BD6A-42F5-83ED-F5BF51DB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030124944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CE1FFD-739B-4287-9004-FA819E8A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DBA08-8117-419A-B3F1-773F2E16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58C43-B3A7-4BE3-A5CC-9122B40E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BA183-8950-4D5A-BBFF-C158699D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1D3F4-0633-4A6C-BD9D-CD504ED3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Операционная экономика при росте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EE656-DCAD-4A6E-BA30-5AA5BEDD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6163B-F4B2-4296-AA97-FF5F4C9A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00BB8-DE85-43B9-8957-C24D27EB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9BE35-C8A2-401A-B624-8D3CA73C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3C53E-C5C2-4BC4-AEAE-99395DF7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96381-3778-49B2-89C5-7B8309C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C5480-606B-40C0-94E3-342022C5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E19B3-4B85-4942-9176-4C45D59F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78E2C-43DF-418F-88BB-0963EBF6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C5A7E-7962-4E54-A0B5-9558AC24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F4680-4630-4176-8EEB-53C2CCA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B68CE-E55A-4DFF-90C0-2B382FEE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6BA83-34CF-4973-AFD5-435D4727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Платная конверсия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418A4-0B3A-4770-B6A9-DA31A7BC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61D68-E4A2-470A-824E-361919B0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98E1F-3341-4C15-9EBC-52C58E30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D4DE31-38EA-4B74-A5DE-3D554986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8866F-800C-4B4A-AC48-D2FB2BD9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461D11-8D3D-4F3D-92C1-00BEFB10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860578-B9D4-41CB-8C82-EA5A2ED5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5DE3D0-C1BE-48ED-860F-306F0215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пользователей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845F9A-4439-4BE7-8547-56D287E5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41C51-324D-4353-83CA-CB092E35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7992D-89C1-4419-98B1-A8ABF8E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FB1DC-E26F-49A3-B590-6FE63E18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F79C14-61B6-4812-994E-A61C63E3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C4C123-8BFE-49C4-942D-2C95BB87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3B1809-4493-4657-A5AF-4E26AAC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1E336C-327C-49E7-9FE7-540D586E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после комиссии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DD0763-122B-4DB3-A952-C359603D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FC0814-B71C-4747-8410-5623A17B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~$220/мес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C35087-3446-46BF-978F-590603AF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D479CF-7329-466F-939E-FFAC3B06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~$3.3k/мес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236666-BFD1-4F78-97C1-8AF6FE08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57B7C0-016B-43A1-9168-D0DC2125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~$19.3k/мес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6D4B4D-0A94-4875-AF9A-92861130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E5AAA9-FD36-46D1-B3E4-98036B7F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4D4083-0D86-4E81-8589-80332BA4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B94494-B930-4156-A935-BA71089D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$50-$80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6C2553-EC26-49C0-B2B5-8664F69A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3D9FEE-85A5-43D0-B827-DBAC66E5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$0.7k-$1.2k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904D6C-19D8-4DB6-ABAA-EDDB424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E7846B-24F7-4AB9-9E06-C337F4C4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$4.2k-$7.1k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7A3C35-AD27-4F96-B878-790E1A65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51305D-1C5C-467A-A922-C6744789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free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F3F3E0-1299-47FC-9B28-D806965B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222D03-D7CD-4F49-8A4C-8FCEE8C5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341B49-3966-4D38-9664-30C87B4C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418A9A-477D-47FC-B122-BCDF68D0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$1k-$3k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F676B2-D514-4030-A85A-91B55736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2D2588-E9C1-419A-9D77-A2A07C3D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$5k-$15k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C53316-C639-40FC-BABC-37875AD3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EF89FB-09DE-4FD6-8918-84638F3B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Инфраструктура / support / tools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247EE1-0DDA-4073-A9A9-8D788CAA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F043D7-1245-481C-B296-0B629455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C079C8-BD0C-4BF4-AE8B-931577FE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1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C32BA4-9D63-4D3B-9654-58AF0526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57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$500-$1.5k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2E0DB0-8C14-48A8-A276-CF6CC9E0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91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3EE654-9B59-417B-99B0-6BE46375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57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$2k-$6k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9FA1AC-7050-4F99-9D62-2117B83E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6331EC-C3CB-4035-B3FE-B1DD663F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D9BDBE-4692-4C82-9DEA-F11FE607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5D6D15-4FA2-49E0-A677-5032F65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обучение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91467D-2014-42BC-A079-D94ADD9C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477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346027-ED2C-473D-8215-35B35736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543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revenue-сигналы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00F9B22-D10C-4935-9119-76D51EAF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77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09DCAED-3ECE-470F-A4E3-9423924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43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может стать small business, если CAC низкий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D8CD3D-2DF2-4E27-B6AB-C8D02C32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015291040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D96BE-1E42-445A-ABA9-E89416A8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BEC5C-0AA9-41ED-B3D0-3A57D333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A5141-C34D-49CB-89C9-8E41103F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25A64-1689-4E91-B1C8-C5DA2B35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862CD-9DA9-4190-ABB0-6AE95566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M1-M6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ED5D6-89BB-466F-863E-57609F8B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F393A-198C-4C77-80CA-FE0B3CBF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48FFD-072C-4842-BA49-52547741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62AF6-CC56-450D-805F-F68A46EF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E1932-DA55-4670-80BA-127B3E46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2610A-7112-426C-98F8-B72AD7BF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061CA-E8FF-4222-ABD9-1CBE99A7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648E9-7FA1-4AC2-9424-64055056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6DB6D-7714-4E04-BEF7-4BDAC204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0AB79-D162-4051-9A4D-A5CFA96C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B286C-8228-419A-975F-A890F63B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354A0-64AD-4CA1-BAEC-229D005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675B0-DE04-404B-86CF-1FEBB742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B0839-A61D-4805-B1C1-C9148876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A6566-D199-4A93-B9C8-12D1AA2D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9A5B4-E2EE-4B34-81F3-AE4661B2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60BF3-9D23-42C0-993C-5368F094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1F893-BC39-4297-936B-204F4EAB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731BA4-B3F0-4B91-83E5-C28480A4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 sprint: визуалы, лендинг, интервью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01727-3667-4DFB-8B81-6A33FDE4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E72F1-6894-44D1-AA5C-DC90086A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0.1k /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B21BC-0F8F-453F-AC95-6481ED0B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13AC7-B09B-4A9A-A117-4DAAFA47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6D2211-851A-4E7A-A532-24360864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2C90DD-BA70-4C32-A7D9-5AD3A441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0C24AE-D876-4610-AC28-A68ABEDE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5BC28C-E0CF-42A6-95D0-9DA4150A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D0CB57-8C1B-483F-9CEA-0691A8EB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9D3C9F-8DDF-4D6F-AA5B-F2D822C8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0A48B3-19D0-4D73-8C6F-D6E316E5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0F3680-E2BB-49E1-8A0C-6278778C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+ first cohort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A6DBD-8C61-4936-86FF-F9C4BC2E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F7EDF8-905A-415E-AAAA-FB75D288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 / 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CBF215-87E4-429A-861B-14A42A85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EF1B6B-744C-4D2F-87DC-2E891AE9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$0-$0.1k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D4CBA0-1D8D-4AA8-9EEA-620A3A6B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F97B29-97F3-4EE1-A60F-BB29E749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C327F6-AFA9-4AC6-822D-AC05EC77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D3662F-14EE-4EC2-BC39-06901CA1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C19AD9-9774-4C32-AD42-4205DD7B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143A62-B407-4773-B82F-26D30C23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297A51-416F-4393-B631-105073B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37F624-CEF5-4507-983B-82D3596A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build: weekly loop + paywall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922046-6CBE-40FB-B229-103547B7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7E0C3B-F087-4D93-B4E1-C1117607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 / 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0BBF81-D3AE-4C2F-9758-D01B3E99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9155E3-9E44-4022-9354-CCFBEEFF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$0.3k-$0.5k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DB0F55-A845-4488-9E76-2ADB28FE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E418AD-B245-4658-AEC2-A504BECC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A9508A-33CD-45C5-9232-27DA001F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83A5E3-2E85-45D3-84B6-0750251D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€20k-€31k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61E797-81FE-41DE-8EA2-B3203990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8AC955-8F83-4B7D-8D0C-02480926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C5EA00-84DB-4430-9ECB-487C7444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ADFF6E-9E14-4F16-8C57-A49A9EE5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private beta + manual generation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35B690-7D5B-497B-AA0A-7E4AFAB8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8FB1EA-67A2-4C01-B9D0-6B19E7AB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3k / 80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6C6530-1D44-4A3F-ACEE-7419183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5859B2-1FB7-4E1F-8FCA-E522D3DE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$0.8k-$1.5k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B3E688-9CCA-485E-B4D8-8BAF423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A727F8-C56C-45E5-83E8-9C42D7D0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B3E08E-88CA-48F4-A90C-E2A85FAD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0600D0A-6E8B-4916-8AA2-5138CA8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€31k-€50k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99C5E5-0A9D-409B-B047-5B1D441F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C4C2F2C-2993-47CB-98D0-77767FBC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0A0B2A-BBEC-4E15-8E1F-E6F367B7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0120454-BC41-4B7E-96AB-3741B588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tests + COGS tracking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CB2269-5A43-4879-A47C-9271B164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033801-CDAE-4820-9ED7-286D218E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6k / 150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B4EC35-F665-4F25-844D-F241C4B2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E0C5636-E7B3-4991-A9EB-B6FFD546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$1.5k-$3k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78928D7-E333-4875-B4DE-235A8512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14FD32-5F4D-4843-B459-53FA6D9C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€15k-€25k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CBD4970-DD59-4284-907D-AC943F47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0C9A340-8773-402C-807B-65B38789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€44k-€73k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20BBF27-43F9-4BBB-B631-5938F449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F048B4-3A09-41EF-851E-00B36DF4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0C676EE-D19A-47A7-B3F4-5A8E53A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2EBFB73-D6C6-4613-A5D2-9A758D0D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paywall iteration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242767E-33D3-4ABC-8E4F-60F8779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397C0CD-75D3-4D81-9837-CD5D8BC8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/ 300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D55C85-8B7E-4E54-8BBB-246F0103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0BBE20F-D419-419F-B3BA-44C9177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$3k-$6k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E8DB7FA-D8A2-4D08-B366-F1B44F0D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274836B-8D03-4FEF-AAAA-254FEB10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€18k-€30k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DE702A8-C1DF-410B-AA2D-9333D444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675AE19-8C67-45D5-93D6-BA6B1A06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€59k-€97k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8BFBB5-47D8-4848-8998-FF10BB47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6 месяцев — это не cash-out, а поиск петли: paid intent, retention, COGS и понятность Life Canvas.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212B15-A51D-40BF-B48A-9D92239E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313258005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5AD185-CAE0-46D2-8E53-F5205494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51F54-0A2B-4933-B075-3606C196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9DC49-086F-43F6-90E7-36AA7B82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23025-6A3A-490D-AD1C-42EAB081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AABDB-6ACA-48D3-A121-1D47513F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M7-M12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18E65-BF51-4856-B4F7-9E8DA6B7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367FC-B5CD-4073-B4A6-0841113C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C9B3C-6E4E-493A-86E2-854EAC57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63770-827E-4062-9B9A-190C7470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D0084-057D-46D3-B45D-E70A112A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2534A-6769-4EF6-A485-7F8CF2F4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638FC-02C1-4F94-8EEA-7A4323D2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C75E9-6321-4A6D-9D06-F7C74CB0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DFC73-7542-4A68-9E65-B5150AB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10844-34C1-4543-8A1B-5022025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43C50-014C-49F0-BD0F-560E4898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1D181-C49B-4CF8-BF28-2F50C051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9CE6B-767C-4574-9FD3-8F0E67F0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E01CE-557D-4C99-9A47-709ABDA7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340CB-87AA-49FC-8C55-BA4B3E59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366E55-8725-49BC-8472-C0F52318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45EDD-BD44-4B97-A80A-33F626A3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43BD3E-2C41-4FAE-A736-50F5822B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53BB1-71F7-4BA6-8118-9AAA8058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beta + paid creative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33277-DF16-44E2-9608-CC55C142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82530B-2E19-42C1-A496-349886BD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15k / 450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CB14F-9FCA-488A-9B5E-8737DA4C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8E714-EF62-4214-9554-BBFA1E27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$5k-$9k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E83EB-32FE-439A-AADF-F298F2D7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3AE5DC-D29E-4C6C-9FEE-B6C69E6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€20k-€35k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B92D13-7D0C-4720-871B-D834C0CC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415FC9-0709-421E-BEBB-AE77C350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€74k-€123k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EE9948-AA84-405A-9592-971E6DF9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43F491-3774-4959-A943-F40B10C1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498EB9-483B-4084-B8B3-CAB93FB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B5D29A-2DD1-43B2-AB76-F4EBBAA9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annual/token 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C69744-3275-4B79-92D4-35F404B1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8399D7-56F7-4E75-AD32-34C7185F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 / 750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62FBB0-B48B-4ED5-AAB0-21AB8E0D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91C434-2FB3-4782-9121-5C105B6F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$8k-$15k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6367C2-FCF7-4A3B-9654-1809A81D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1ED31B-C866-4B85-AFD6-6064A018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€22k-€40k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F32F05-4803-4E65-A0AC-94C78481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BF4372-66FD-4665-BBC8-E21EFD2F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€88k-€148k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2A19CE-560F-478D-AE56-D2547243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3C07E0-FF59-4B49-A293-2FDCB94D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3098C5-874E-4546-92A1-32302FBC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3CA5B-C5D8-499C-AEB3-8E0BB645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cohorts + creator pack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3A887C-2758-497C-895A-F8A5145C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F36DBA-C2B0-475B-BB18-257D8FA2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40k / 1,200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14F2DF-0394-41E7-963F-3BA759F9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930C94-7677-4E68-BBA0-AFC6F749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$12k-$25k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3F6C00-3355-4284-B87A-1DB2837E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B609BE-EAA6-4599-ABE0-8B3CD133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€25k-€45k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6A209E-E8E8-4B00-B079-46CCA84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FD7FFB-2219-4B56-A28F-196234B9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€101k-€168k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DC7C3C-884E-47E8-A953-4DE0D460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4B0362-F6EB-4E96-9EB0-4FD32BC6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2D6369-61BA-403D-94A9-951DA82F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EF242F-84B4-4E1E-9392-EDA898AB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system + careful CAC tests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4CDF43-3BB7-4593-80C4-AEFF6A9A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BE345C-FCD5-48DB-85FA-39466008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60k / 1,800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0799BE-4D18-44FC-86DF-EAA88337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59F36F-7F98-4F77-A9AF-D66CBE3B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01419C-324F-45BB-B0A8-72BEE5D8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92F6A6-86DC-4DDA-B427-5A2D674B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6E91C3-63BE-41E6-ADE4-E3C4F4E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61736B-2071-425B-AC6A-9BCB07F3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€113k-€183k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C595994-28FE-4F3D-B115-CDC017DA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026BC3-BD7D-4F57-89A9-FF8F2923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72FBD7-AD31-4DBD-BDF5-322802B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23BBA33-E9AA-46BB-97AD-06AA9C59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only if CAC/COGS сходятся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D060A3-294E-4E58-ACD6-32E840AC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3E6DD2-944A-4D1A-965E-09D6E1D7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90k / 3,000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6BACEF-489F-46F6-BB42-139EE518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DDC614F-8CBB-401D-A33B-3C2E5880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$30k-$65k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558BE8-3E81-4AEE-BB71-7F448BD1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2FFD80-9A2B-4B7D-9677-59D8EA0A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€35k-€65k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1C34E6-FE75-4CF8-AEFC-2D95CC1F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2F9B1D9-DC06-4E04-9D48-1A875CC5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€118k-€183k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62F320-8BFF-48DF-B3D1-67CD8D9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949918-55EB-4EA9-812D-55F02B85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3F25F2C-ED79-4BA1-B1FC-1B9859A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13B6B0A-FF8E-497D-BA3D-34E3585D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 / seed story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10F9C1B-DEB6-414C-9F6A-FB3564E8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8483FB7-9DA2-493B-911C-047443EF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/ 6,750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645683C-5843-404C-968B-EF38E072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5848ABC-DCB0-4056-8F10-4AB4E45D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$60k-$100k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305F530-C1AC-4C70-903D-555EF218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5688EC7-0ACD-4020-B11D-98E0EE3C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9A90CAD-01A7-4660-B9C9-4AAD8EBA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6EF9693-1762-4B86-9688-6B774CB2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peak €500k+ при полном scale-пути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3213A42-E743-4E9B-826A-63B1C10D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€6k-€15k — первая проверка; €80k-€150k — pre-scale runway; путь к 150k MAU требует отдельного scale-бюджета.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84E33C-53E6-4A80-93E0-F39F9093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848174857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CAE5A4-6746-466D-A603-4920A5B3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EAC34-4931-46E7-9127-ADF9C7CE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69717-7E3C-44DA-86AB-9A2F48CB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FD6EA-1343-4A91-8209-823A1606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87E70-FB5F-4B92-84E7-47B62C12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Квартальная модель: выручка, расходы, runway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62633-5D85-4206-A3FF-A674E9A0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4D912-911D-4248-B2DE-F8F8D99F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E2C28-D65C-4B75-BC2A-6AB4BEB1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DF87E-9D33-47A3-88EF-0E6A14FE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739A7-8AD6-40EC-912D-3B591EA1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38E9D-70D6-48A4-9296-090EEA6E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DD722-336E-4F5F-8380-9F40D083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33C71-4958-4929-B382-8B26ED9C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4B04F-6896-4CBB-B251-F3BC4BFD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32268-E26E-45D2-826B-B7D1F111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8BA43-5377-42CF-8C96-7F8D2269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3D1E1-4B22-433C-AEA0-9A1D9E8B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B8EF3-828E-48D3-A80C-A5DA0C10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65124-240B-424A-BE16-BA087C1C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77342-2FD2-4FA9-A80E-8B8CA496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ADCDF-8223-423E-8B41-FF7EA8E5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A4E1E-7015-416D-8A47-890B1A36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на конец периода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A0B297-2409-4810-9236-4EE8BD24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03E22-67C4-427C-A8E0-3237603D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0.5k-2k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0AAA0-AFBB-4E25-80D5-62CF9A87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2D43F3-39ED-471E-A993-663D5A45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5k-15k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08D0B-0D38-4B51-912B-5077C32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AB831-80AE-44D6-A523-C8471690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20k-60k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8C2695-C0CD-4864-948D-668F34F9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04186A-6566-42F2-9CFA-66EA9FC0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50k-150k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40469D-C619-4B46-A9E1-5EE4583A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5D584B-2D0A-4FF3-BD3F-BE5B0ABD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цель: доказать 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C92001-A156-47B9-9F75-98BD0071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8EA866-41E4-4C4F-8E90-D17895BD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на конец периода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6CB114-226C-4052-8678-70379F06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3423BB-C1AD-4058-AAB4-ACB74A35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D6465C-A828-4AC4-84F9-746F70B1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45599D-1035-4370-9EAB-20945754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150-500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D5B350-5D00-4957-9C73-EBB70640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E2559A-3371-4C6C-9347-6876821A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600-2,000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A61992-3360-471A-B7D0-167EC77D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F2CEB2-9ACA-411D-B14B-4A8EC1E1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1,500-6,750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E69E24-55BE-4E2E-BD34-E96EF3FF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10CF4F-08AD-4277-AF6B-00D52010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2-4.5%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55CB3F-EEBC-4A9F-A390-EEE96A6A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0839CE-F0BD-4A18-B2BB-D93F4856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Валовая выручка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27374E-7AB3-4313-98EB-FE9B4638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D484E8-3630-42C6-9C88-8C04CAB1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$0.5k-$2k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11225F-166A-4A77-B2CA-0F222A71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69E5A3-0E1B-4C39-BC78-B58D4419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$3k-$10k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B13D22-4B9D-4A7D-BB3E-714A053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A282D-338C-4AB4-9459-E68EB5F8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$18k-$47k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C82B4F-5970-4180-A3AD-77C6F4D3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AD61AD-6DB4-4964-8B63-0D7052F1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$60k-$150k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4A5245-7654-4FE9-BA94-01657D2C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009644-478D-4207-A9E8-85A53683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$80k-$210k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A4E6EB-3A8A-4FDA-BE8C-E3D6242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C800D8-D6DD-4996-BDFA-C285A12B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+ AI + infra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462945-ADB4-4FB3-BE8C-C80F71AE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08B924-9907-46D2-949F-F3D100B5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€12k-€22k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364D97-E941-4954-9882-FAD4D930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2BF4DC-6113-4BB2-A02F-45ABA967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6D6326-0957-41CA-B70D-2A5CDA96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2D99A0-5CF0-4EF9-AE39-D5CFD0DE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E7889E-CE30-4013-B32F-BFB31D13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DE2F0C-6B70-4478-A017-A1D1C9A7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€55k-€100k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AACB4B-EEEC-4A10-B2E3-CDDB0623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10A481-9FDE-4B07-B88F-3D0F6DC3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€140k-€257k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68C6EA-0B8F-40D9-82CE-D41BAA79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540BEDD-7979-4B31-B9B8-406315C2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Marketing / launch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1763DA-2B4F-4E4F-9656-C43D57A2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A36083-283B-4AF6-BE02-1F3C9A6F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€3k-€8k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4A9F69-E2E0-414B-94A6-D44ADC80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99DBC2B-988C-4F43-9F71-C174319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€8k-€18k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555211-0538-4F35-9CF1-55B78A47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D47266-E9E5-4BB2-BAAB-C681EEAB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€15k-€35k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C63A7E-84A3-4254-9F18-31413E44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66393E-EF91-4498-919E-F620EE5F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5AF7CB-CE0E-4DAD-9B60-2FADEC7E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E415A53-512E-4D6D-B9F8-BE55A34F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€51k-€121k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03E8CD2-9ADB-4544-83CD-616D15E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6C7136-8C49-4686-AEF2-3CF4B19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Чистый cashflow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E937BA2-BF1D-4D31-85D3-2482B0BD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56924D-19A9-4C10-A4C7-6698192A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-€15k…-€28k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D427029-92B6-40B4-876F-3984315A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C91A5F-C645-4675-9248-6A480AFE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-€35k…-€60k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865F493-A71E-4B6D-B588-97469F17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9165F9-2F25-4344-AD04-4221C20F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-€40k…-€120k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33ECC44-8C0C-4C21-AE5E-E6325A36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8089F71-38AC-4DA0-9FDC-039D8D5C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-€10k…-€350k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EE6A0B-D7B7-4C70-8C09-BEC65451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1EE94AE-14C4-4409-84B7-79253AE9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 need: €80k-€150k до scale; €500k+ при 150k MAU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3347B50-1ED7-4B79-8E92-F7639713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в base-case не гарантирован в первый год. При агрессивном росте к 150k MAU нужен отдельный scale-бюджет.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FAFAAFE-3AD7-49A1-974B-D599A06E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381086812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1884D1-CE26-4944-8106-7C870C44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468C5-F8E3-4E90-9EE7-F78A9011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A728A-A2B5-49B0-9C9A-4E2DA476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31BF3-3D68-4E7E-B976-C03B8F00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DFA23-4246-4F39-87BF-CC0B975E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Маркетинговые бенчмарки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F438F-FC4C-46CF-8C3E-FCFFBCA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91EBF-EDF6-45CC-A808-1C0147AF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9741E-A17B-4FB0-AAE1-9D687DE9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977DD-100C-454A-A5ED-8F7FE91C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B3A14-068E-4034-B409-B1CAA7F0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Конкурент / архетип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6CB59-5E57-42BB-B5EA-16C213EE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A3A3E-A6D0-4D47-93A2-4D6E752C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marketing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194D7-6097-4585-A067-BBC3389F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9BC20-9089-463B-979F-4BF7C836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C02C5-46E3-423E-8086-A2E144A5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27AAE-39CF-4B26-9FA6-6E116FAD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использовать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AF7B0-0363-4B00-90C5-71A74BB4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ED488-0881-46C7-A50C-8DF2E789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94DA4-7E50-4A20-A356-B6627E84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97277-68BB-40EF-8481-896530AE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$6.8M/мес estimated YouTube ad spend; 620 creatives; 18.6M visits Jan 2026; 50 landing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DF7E7-EDB8-4E49-8085-667FBA4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FA2AA-E1DF-4BB8-AE5E-F12D8468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требует высокий LTV и агрессивную funnel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F78BE-92CE-4E07-AC10-E3932EE4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84F28-2121-423C-93E8-87A20CDD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как paid-test inspiration, не MVP operating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61B05-4D2F-4C54-AEC8-4800CCA8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336082-2CB6-4E77-99D9-42C28F64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prelands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5E429C-ABCB-41E9-B4E4-943F66A7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E3D93-CF0B-423B-A61F-B11C80C8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 10% ad traffic; marriage compatibility 8.2%; aura reading 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A1255-536D-4F70-B326-4528C372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393C7-9C36-4EEE-803A-274EDD4F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curiosity hooks могут выглядеть scammy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7A47B6-71AB-49EC-84EB-9DBF6820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54107C-F14C-4C12-BC50-774A2F18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аккуратно тестировать future-self / visual week / relationship hooks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B3354C-FA71-4D59-A743-8194912B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DC5F71-66D0-4E9F-99B8-C45CB86E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C065B2-1F22-4306-9E67-0FBFDB5B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F1406-0BC2-42E8-A293-4AED5B00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20M+ downloads без real marketing spend; 25% young US women 18-25 downloaded historically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CDB234-953C-45CD-BD0D-E4C71D79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A96900-EF46-4751-A132-E1BB4FFF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virality сложно повторить искусственно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25E893-C0F6-472F-BC4D-9F4C298E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355CBA-627E-40FA-9F0A-5C0FEF0B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строить shareable identity language и relationship/social hooks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33EA35-2B05-438D-84F7-45813E2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49ACED-45E8-4B61-921A-421EE496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94E822-FA92-4CB1-96CF-FA065E91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15FD79-9B58-4AE6-A0E4-81D299AB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FY25 total expenses Rs 1,129 crore; marketing/tech/ops/talent growth cited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A27177-9508-4CE5-900B-72921A24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ADA3FF-2478-478C-BAF6-A5F96807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marketplace growth дорогой операционно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5367CC-DD58-4082-A264-DB847072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5152CB-F2FB-4FE2-9E63-E7C10195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начинать с marketplace/expert model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1CC0E6-CFD0-49A6-B1F1-740E346B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DDB3BA-DEAF-4BB4-9D53-61EEA5A3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CHANI / Waking Up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0A0F1E-C477-469A-9205-2717833F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F083CB-F8EB-4E6A-AC9D-028FCC8D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founder/teacher voice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AB2655-6C92-4CFF-BE32-63591662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27C4F0-F8F5-430A-9CE7-E0BE5423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требует настоящей authority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56AF10-8E96-43B5-A74A-7E11C2B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E159D8-17CC-49F6-8B3C-DEEB9A5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экспертизу Алины без guru 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BF7AA7-0C84-41F9-B922-86CDB55D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Sources: Web2App World, Axios/TIME, Moneycontrol/ET-style reporting и qualitative product observations.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6D30DE-77E6-4454-A0F6-BDDE90C0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067176382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E15AC7-1CF6-48A8-9CD3-9C2AD284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1E9EC-C44C-4400-84C8-2AE41CAF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F5F67-FEAC-4E43-90BF-41DDC8E8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5ADB5-C99F-40C8-AF7F-832F45FE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2AD1B-6507-4E2A-9675-80DF2AD9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Матрица маркетинговых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FB6D6-09D8-457C-8A0C-C7CE8A86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08DD8-E45F-4A78-8E23-4B551011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4F328-FB9A-48C5-A794-492BB6E3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A1CF7-864D-4582-B6B7-CF46F23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5ED22-3D1C-43ED-B6F4-14C9EA5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964ED-FE61-409A-BC89-F517AB48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C4FAC-79C6-4498-B6B2-BEEF4F5A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CB5BF-F922-4929-A741-6F003AAC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EC366-77EF-4B8C-9D2E-5304A5D4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E75A1-6A81-499E-915E-FA78E1DD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37E2A-CF98-46CE-A3BF-67EE1AC5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83030-78B3-4F1E-A56A-9C91BBF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48AA0-9DE6-41F2-A778-FE458C7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“Твоя неделя как трейлер”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A6AE4-DC3A-4CE0-AFE7-21CDD67D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80AC3-B0AF-4E8C-9711-D3B10467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self-growth 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7F8C6-5700-454D-8E19-69226FB3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35C8A-1839-41F2-9566-850B090E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short video before/after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AB19C-9A34-4E8A-A563-42441E1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44ED1-FA0F-4198-AF32-F1AA44EE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свой week trailer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23752-258D-45DF-A1D6-E9266473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42A44B-8C25-4972-BF94-C5B8B0A7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“Не гороскоп, а план недели”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11920-8EA3-4F02-A3D4-D4BFD4F1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B7ADB-B81C-47F9-972A-99855131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астро-аудитория с усталостью от generic прогнозов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39B6A3-FF32-4802-9C7F-106F7183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6699CB-D53A-4FAE-A4B7-616FBB3C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explanation + example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A2B858-AF59-4157-9ED9-F1DA3515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47A089-6660-4FCF-9DE1-80E1DC3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пройти 7-day season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E20ADD-8409-4451-B505-E19A9047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641E54-7995-4A29-8BBD-AFECFB0F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“Future self изменился”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99EA76-80A7-48C1-8723-1FB7E4F4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73E38F-9F03-4C27-946C-FEFAF139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women 20-35, self-improvement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A31ABB-8B18-4027-8F22-069B17BD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026186-6F58-49E5-AEA8-9CFD1A4F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до/после Life Canvas + действие дня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E24CEE-D153-4AEB-B04B-9F8611D6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756146-D252-4AC6-87A5-823FD0CA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увидеть future-self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333EBA-49F9-4BDB-95F5-004468E4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6E2A3C-3463-4003-8667-5605F5A9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“Карманный прогнозист”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366AFD-BD03-42DC-8A23-50DA0184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FEECE9-890C-4B30-BCFC-40BFEAE4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люди, которым нужен личный ориентир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B17D61-C5F7-47FB-BC36-58D076E4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5E0D8B-F207-4C8C-A8E3-071E674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screen walkthrough assistant memory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4C2431-2CEE-4196-9121-1A289996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1CF48B-B7CB-4376-878F-573FD8AD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прогноз недели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23BB92-95B0-41CF-8DCD-6039E58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36BAAA-9573-4FCD-9771-28091AA1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“Relationship / decision week”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9E4AF8-344A-4CAF-B62F-47FF3EAF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47E727-EEB4-4B7D-AE69-13CDE281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high-intent emotional moments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681FB5-D1D5-4A9D-BD07-33F7107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944342-9F6B-4A4E-A5F5-9245C12C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недели + персональный вопрос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869A4F-DE4E-4D47-999F-638D7910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83755E-B837-4BF9-9A38-6EE62F9F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разбор недели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F32C98-076F-4D20-8A2C-C0DE229C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28232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2026-06-08T06:22:48.3110000Z</dcterms:created>
  <dcterms:modified xsi:type="dcterms:W3CDTF">2026-06-08T06:22:48.3110000Z</dcterms:modified>
</coreProperties>
</file>