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6acaca94fb4cde" /><Relationship Type="http://schemas.openxmlformats.org/officeDocument/2006/relationships/extended-properties" Target="/docProps/app.xml" Id="Rdbe092b3b05c4184" /><Relationship Type="http://schemas.openxmlformats.org/officeDocument/2006/relationships/officeDocument" Target="/ppt/presentation.xml" Id="R1e4056ededed43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67539ef4dc47b7"/>
  </p:sldMasterIdLst>
  <p:notesMasterIdLst>
    <p:notesMasterId xmlns:r="http://schemas.openxmlformats.org/officeDocument/2006/relationships" r:id="R69e0aadfe3f34fcd"/>
  </p:notesMasterIdLst>
  <p:sldIdLst>
    <p:sldId xmlns:r="http://schemas.openxmlformats.org/officeDocument/2006/relationships" id="256" r:id="R6f7a07d9f9104fc5"/>
    <p:sldId xmlns:r="http://schemas.openxmlformats.org/officeDocument/2006/relationships" id="257" r:id="Rdb9a8620bee740b5"/>
    <p:sldId xmlns:r="http://schemas.openxmlformats.org/officeDocument/2006/relationships" id="258" r:id="R07ca8c658c5a4640"/>
    <p:sldId xmlns:r="http://schemas.openxmlformats.org/officeDocument/2006/relationships" id="259" r:id="R1a822d025b784545"/>
    <p:sldId xmlns:r="http://schemas.openxmlformats.org/officeDocument/2006/relationships" id="260" r:id="R62b4d2b7b5504bbb"/>
    <p:sldId xmlns:r="http://schemas.openxmlformats.org/officeDocument/2006/relationships" id="261" r:id="R49581585696544aa"/>
    <p:sldId xmlns:r="http://schemas.openxmlformats.org/officeDocument/2006/relationships" id="262" r:id="R4e37478b8c6548ed"/>
    <p:sldId xmlns:r="http://schemas.openxmlformats.org/officeDocument/2006/relationships" id="263" r:id="R3b5cc9e0fec14ddf"/>
    <p:sldId xmlns:r="http://schemas.openxmlformats.org/officeDocument/2006/relationships" id="264" r:id="R413341771a7d419e"/>
    <p:sldId xmlns:r="http://schemas.openxmlformats.org/officeDocument/2006/relationships" id="265" r:id="R004b72b6dcbb48e9"/>
    <p:sldId xmlns:r="http://schemas.openxmlformats.org/officeDocument/2006/relationships" id="266" r:id="Rd9d2bee753354e81"/>
    <p:sldId xmlns:r="http://schemas.openxmlformats.org/officeDocument/2006/relationships" id="267" r:id="Ra7cab2326f9349ed"/>
    <p:sldId xmlns:r="http://schemas.openxmlformats.org/officeDocument/2006/relationships" id="268" r:id="R3736c0fac57544ca"/>
    <p:sldId xmlns:r="http://schemas.openxmlformats.org/officeDocument/2006/relationships" id="269" r:id="Rffc3ab3b4bf5437f"/>
    <p:sldId xmlns:r="http://schemas.openxmlformats.org/officeDocument/2006/relationships" id="270" r:id="R84b4bbcf0d7a46c5"/>
    <p:sldId xmlns:r="http://schemas.openxmlformats.org/officeDocument/2006/relationships" id="271" r:id="Re8ccc4f18a064b7d"/>
    <p:sldId xmlns:r="http://schemas.openxmlformats.org/officeDocument/2006/relationships" id="272" r:id="R523c5e3b808a452a"/>
    <p:sldId xmlns:r="http://schemas.openxmlformats.org/officeDocument/2006/relationships" id="273" r:id="Rbc59b4441b5c4bc1"/>
    <p:sldId xmlns:r="http://schemas.openxmlformats.org/officeDocument/2006/relationships" id="274" r:id="Rd5f28e36eaec4b08"/>
    <p:sldId xmlns:r="http://schemas.openxmlformats.org/officeDocument/2006/relationships" id="275" r:id="Rbfe07b3c1ec644cc"/>
    <p:sldId xmlns:r="http://schemas.openxmlformats.org/officeDocument/2006/relationships" id="276" r:id="Ra07da70265644e7a"/>
    <p:sldId xmlns:r="http://schemas.openxmlformats.org/officeDocument/2006/relationships" id="277" r:id="R007175ff12284a59"/>
    <p:sldId xmlns:r="http://schemas.openxmlformats.org/officeDocument/2006/relationships" id="278" r:id="R351baf021133458a"/>
    <p:sldId xmlns:r="http://schemas.openxmlformats.org/officeDocument/2006/relationships" id="279" r:id="R5a68984a0432428d"/>
    <p:sldId xmlns:r="http://schemas.openxmlformats.org/officeDocument/2006/relationships" id="280" r:id="R65aeac2f323b441b"/>
    <p:sldId xmlns:r="http://schemas.openxmlformats.org/officeDocument/2006/relationships" id="281" r:id="R651a5127ca184074"/>
    <p:sldId xmlns:r="http://schemas.openxmlformats.org/officeDocument/2006/relationships" id="282" r:id="R8a055444df9c4049"/>
    <p:sldId xmlns:r="http://schemas.openxmlformats.org/officeDocument/2006/relationships" id="283" r:id="R6780a33deb794d3a"/>
    <p:sldId xmlns:r="http://schemas.openxmlformats.org/officeDocument/2006/relationships" id="284" r:id="R7884fc07871045f9"/>
    <p:sldId xmlns:r="http://schemas.openxmlformats.org/officeDocument/2006/relationships" id="285" r:id="R0189f3cdca9d4be6"/>
    <p:sldId xmlns:r="http://schemas.openxmlformats.org/officeDocument/2006/relationships" id="286" r:id="R2cb24b9411494ec1"/>
    <p:sldId xmlns:r="http://schemas.openxmlformats.org/officeDocument/2006/relationships" id="287" r:id="R8bdba7a644424f70"/>
    <p:sldId xmlns:r="http://schemas.openxmlformats.org/officeDocument/2006/relationships" id="288" r:id="R5c7a8f24a6074b0d"/>
    <p:sldId xmlns:r="http://schemas.openxmlformats.org/officeDocument/2006/relationships" id="289" r:id="R29e6092449b84e7e"/>
    <p:sldId xmlns:r="http://schemas.openxmlformats.org/officeDocument/2006/relationships" id="290" r:id="Rbfcb944277cb4ba0"/>
    <p:sldId xmlns:r="http://schemas.openxmlformats.org/officeDocument/2006/relationships" id="291" r:id="R851ec37249bc45be"/>
    <p:sldId xmlns:r="http://schemas.openxmlformats.org/officeDocument/2006/relationships" id="292" r:id="R9fc100f1a3b1426e"/>
    <p:sldId xmlns:r="http://schemas.openxmlformats.org/officeDocument/2006/relationships" id="293" r:id="Rc408ab1c4c4b4df6"/>
    <p:sldId xmlns:r="http://schemas.openxmlformats.org/officeDocument/2006/relationships" id="294" r:id="R841527a9858d4aec"/>
    <p:sldId xmlns:r="http://schemas.openxmlformats.org/officeDocument/2006/relationships" id="295" r:id="R86d4f53d50fa4b22"/>
    <p:sldId xmlns:r="http://schemas.openxmlformats.org/officeDocument/2006/relationships" id="296" r:id="Rddd1b5e166f14f74"/>
    <p:sldId xmlns:r="http://schemas.openxmlformats.org/officeDocument/2006/relationships" id="297" r:id="Rdbd1e6c106334ac5"/>
    <p:sldId xmlns:r="http://schemas.openxmlformats.org/officeDocument/2006/relationships" id="298" r:id="R465025aab8be456e"/>
    <p:sldId xmlns:r="http://schemas.openxmlformats.org/officeDocument/2006/relationships" id="299" r:id="R12260611b4224bc5"/>
    <p:sldId xmlns:r="http://schemas.openxmlformats.org/officeDocument/2006/relationships" id="300" r:id="Rdb240481662849cf"/>
    <p:sldId xmlns:r="http://schemas.openxmlformats.org/officeDocument/2006/relationships" id="301" r:id="R08cb3c8c6fe7459f"/>
    <p:sldId xmlns:r="http://schemas.openxmlformats.org/officeDocument/2006/relationships" id="302" r:id="Rb1cb2361a90c445f"/>
    <p:sldId xmlns:r="http://schemas.openxmlformats.org/officeDocument/2006/relationships" id="303" r:id="R803fc56960c74456"/>
    <p:sldId xmlns:r="http://schemas.openxmlformats.org/officeDocument/2006/relationships" id="304" r:id="Rf3485d7d8c234d09"/>
    <p:sldId xmlns:r="http://schemas.openxmlformats.org/officeDocument/2006/relationships" id="305" r:id="R50239fafdcf94a72"/>
    <p:sldId xmlns:r="http://schemas.openxmlformats.org/officeDocument/2006/relationships" id="306" r:id="Rff8a316c34204bff"/>
    <p:sldId xmlns:r="http://schemas.openxmlformats.org/officeDocument/2006/relationships" id="307" r:id="Rf052bdb410d44aad"/>
    <p:sldId xmlns:r="http://schemas.openxmlformats.org/officeDocument/2006/relationships" id="308" r:id="Rb150f55728e94c75"/>
    <p:sldId xmlns:r="http://schemas.openxmlformats.org/officeDocument/2006/relationships" id="309" r:id="Rb1ec7e66b2ff4266"/>
    <p:sldId xmlns:r="http://schemas.openxmlformats.org/officeDocument/2006/relationships" id="310" r:id="R78cd9130317b49f5"/>
    <p:sldId xmlns:r="http://schemas.openxmlformats.org/officeDocument/2006/relationships" id="311" r:id="R3152e9d550104241"/>
    <p:sldId xmlns:r="http://schemas.openxmlformats.org/officeDocument/2006/relationships" id="312" r:id="R905856f09d894bd0"/>
    <p:sldId xmlns:r="http://schemas.openxmlformats.org/officeDocument/2006/relationships" id="313" r:id="R7e6f3fb79c6f47eb"/>
    <p:sldId xmlns:r="http://schemas.openxmlformats.org/officeDocument/2006/relationships" id="314" r:id="R568d853ff47046dd"/>
    <p:sldId xmlns:r="http://schemas.openxmlformats.org/officeDocument/2006/relationships" id="315" r:id="R7fb63ed56fa041db"/>
    <p:sldId xmlns:r="http://schemas.openxmlformats.org/officeDocument/2006/relationships" id="316" r:id="Rcf798c671a8c4363"/>
    <p:sldId xmlns:r="http://schemas.openxmlformats.org/officeDocument/2006/relationships" id="317" r:id="R46e658c0cf4444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7539ef4dc47b7" /><Relationship Type="http://schemas.openxmlformats.org/officeDocument/2006/relationships/theme" Target="/ppt/theme/theme1.xml" Id="R7003f4398b42433f" /><Relationship Type="http://schemas.openxmlformats.org/officeDocument/2006/relationships/notesMaster" Target="/ppt/notesMasters/notesMaster1.xml" Id="R69e0aadfe3f34fcd" /><Relationship Type="http://schemas.openxmlformats.org/officeDocument/2006/relationships/presProps" Target="/ppt/presProps.xml" Id="R5ec9800b89eb4985" /><Relationship Type="http://schemas.openxmlformats.org/officeDocument/2006/relationships/viewProps" Target="/ppt/viewProps.xml" Id="R36b700fcdf6742c0" /><Relationship Type="http://schemas.openxmlformats.org/officeDocument/2006/relationships/tableStyles" Target="/ppt/tableStyles.xml" Id="R3dc81891d88c4e12" /><Relationship Type="http://schemas.openxmlformats.org/officeDocument/2006/relationships/slide" Target="/ppt/slides/slide1.xml" Id="R6f7a07d9f9104fc5" /><Relationship Type="http://schemas.openxmlformats.org/officeDocument/2006/relationships/slide" Target="/ppt/slides/slide2.xml" Id="Rdb9a8620bee740b5" /><Relationship Type="http://schemas.openxmlformats.org/officeDocument/2006/relationships/slide" Target="/ppt/slides/slide3.xml" Id="R07ca8c658c5a4640" /><Relationship Type="http://schemas.openxmlformats.org/officeDocument/2006/relationships/slide" Target="/ppt/slides/slide4.xml" Id="R1a822d025b784545" /><Relationship Type="http://schemas.openxmlformats.org/officeDocument/2006/relationships/slide" Target="/ppt/slides/slide5.xml" Id="R62b4d2b7b5504bbb" /><Relationship Type="http://schemas.openxmlformats.org/officeDocument/2006/relationships/slide" Target="/ppt/slides/slide6.xml" Id="R49581585696544aa" /><Relationship Type="http://schemas.openxmlformats.org/officeDocument/2006/relationships/slide" Target="/ppt/slides/slide7.xml" Id="R4e37478b8c6548ed" /><Relationship Type="http://schemas.openxmlformats.org/officeDocument/2006/relationships/slide" Target="/ppt/slides/slide8.xml" Id="R3b5cc9e0fec14ddf" /><Relationship Type="http://schemas.openxmlformats.org/officeDocument/2006/relationships/slide" Target="/ppt/slides/slide9.xml" Id="R413341771a7d419e" /><Relationship Type="http://schemas.openxmlformats.org/officeDocument/2006/relationships/slide" Target="/ppt/slides/slide10.xml" Id="R004b72b6dcbb48e9" /><Relationship Type="http://schemas.openxmlformats.org/officeDocument/2006/relationships/slide" Target="/ppt/slides/slide11.xml" Id="Rd9d2bee753354e81" /><Relationship Type="http://schemas.openxmlformats.org/officeDocument/2006/relationships/slide" Target="/ppt/slides/slide12.xml" Id="Ra7cab2326f9349ed" /><Relationship Type="http://schemas.openxmlformats.org/officeDocument/2006/relationships/slide" Target="/ppt/slides/slide13.xml" Id="R3736c0fac57544ca" /><Relationship Type="http://schemas.openxmlformats.org/officeDocument/2006/relationships/slide" Target="/ppt/slides/slide14.xml" Id="Rffc3ab3b4bf5437f" /><Relationship Type="http://schemas.openxmlformats.org/officeDocument/2006/relationships/slide" Target="/ppt/slides/slide15.xml" Id="R84b4bbcf0d7a46c5" /><Relationship Type="http://schemas.openxmlformats.org/officeDocument/2006/relationships/slide" Target="/ppt/slides/slide16.xml" Id="Re8ccc4f18a064b7d" /><Relationship Type="http://schemas.openxmlformats.org/officeDocument/2006/relationships/slide" Target="/ppt/slides/slide17.xml" Id="R523c5e3b808a452a" /><Relationship Type="http://schemas.openxmlformats.org/officeDocument/2006/relationships/slide" Target="/ppt/slides/slide18.xml" Id="Rbc59b4441b5c4bc1" /><Relationship Type="http://schemas.openxmlformats.org/officeDocument/2006/relationships/slide" Target="/ppt/slides/slide19.xml" Id="Rd5f28e36eaec4b08" /><Relationship Type="http://schemas.openxmlformats.org/officeDocument/2006/relationships/slide" Target="/ppt/slides/slide20.xml" Id="Rbfe07b3c1ec644cc" /><Relationship Type="http://schemas.openxmlformats.org/officeDocument/2006/relationships/slide" Target="/ppt/slides/slide21.xml" Id="Ra07da70265644e7a" /><Relationship Type="http://schemas.openxmlformats.org/officeDocument/2006/relationships/slide" Target="/ppt/slides/slide22.xml" Id="R007175ff12284a59" /><Relationship Type="http://schemas.openxmlformats.org/officeDocument/2006/relationships/slide" Target="/ppt/slides/slide23.xml" Id="R351baf021133458a" /><Relationship Type="http://schemas.openxmlformats.org/officeDocument/2006/relationships/slide" Target="/ppt/slides/slide24.xml" Id="R5a68984a0432428d" /><Relationship Type="http://schemas.openxmlformats.org/officeDocument/2006/relationships/slide" Target="/ppt/slides/slide25.xml" Id="R65aeac2f323b441b" /><Relationship Type="http://schemas.openxmlformats.org/officeDocument/2006/relationships/slide" Target="/ppt/slides/slide26.xml" Id="R651a5127ca184074" /><Relationship Type="http://schemas.openxmlformats.org/officeDocument/2006/relationships/slide" Target="/ppt/slides/slide27.xml" Id="R8a055444df9c4049" /><Relationship Type="http://schemas.openxmlformats.org/officeDocument/2006/relationships/slide" Target="/ppt/slides/slide28.xml" Id="R6780a33deb794d3a" /><Relationship Type="http://schemas.openxmlformats.org/officeDocument/2006/relationships/slide" Target="/ppt/slides/slide29.xml" Id="R7884fc07871045f9" /><Relationship Type="http://schemas.openxmlformats.org/officeDocument/2006/relationships/slide" Target="/ppt/slides/slide30.xml" Id="R0189f3cdca9d4be6" /><Relationship Type="http://schemas.openxmlformats.org/officeDocument/2006/relationships/slide" Target="/ppt/slides/slide31.xml" Id="R2cb24b9411494ec1" /><Relationship Type="http://schemas.openxmlformats.org/officeDocument/2006/relationships/slide" Target="/ppt/slides/slide32.xml" Id="R8bdba7a644424f70" /><Relationship Type="http://schemas.openxmlformats.org/officeDocument/2006/relationships/slide" Target="/ppt/slides/slide33.xml" Id="R5c7a8f24a6074b0d" /><Relationship Type="http://schemas.openxmlformats.org/officeDocument/2006/relationships/slide" Target="/ppt/slides/slide34.xml" Id="R29e6092449b84e7e" /><Relationship Type="http://schemas.openxmlformats.org/officeDocument/2006/relationships/slide" Target="/ppt/slides/slide35.xml" Id="Rbfcb944277cb4ba0" /><Relationship Type="http://schemas.openxmlformats.org/officeDocument/2006/relationships/slide" Target="/ppt/slides/slide36.xml" Id="R851ec37249bc45be" /><Relationship Type="http://schemas.openxmlformats.org/officeDocument/2006/relationships/slide" Target="/ppt/slides/slide37.xml" Id="R9fc100f1a3b1426e" /><Relationship Type="http://schemas.openxmlformats.org/officeDocument/2006/relationships/slide" Target="/ppt/slides/slide38.xml" Id="Rc408ab1c4c4b4df6" /><Relationship Type="http://schemas.openxmlformats.org/officeDocument/2006/relationships/slide" Target="/ppt/slides/slide39.xml" Id="R841527a9858d4aec" /><Relationship Type="http://schemas.openxmlformats.org/officeDocument/2006/relationships/slide" Target="/ppt/slides/slide40.xml" Id="R86d4f53d50fa4b22" /><Relationship Type="http://schemas.openxmlformats.org/officeDocument/2006/relationships/slide" Target="/ppt/slides/slide41.xml" Id="Rddd1b5e166f14f74" /><Relationship Type="http://schemas.openxmlformats.org/officeDocument/2006/relationships/slide" Target="/ppt/slides/slide42.xml" Id="Rdbd1e6c106334ac5" /><Relationship Type="http://schemas.openxmlformats.org/officeDocument/2006/relationships/slide" Target="/ppt/slides/slide43.xml" Id="R465025aab8be456e" /><Relationship Type="http://schemas.openxmlformats.org/officeDocument/2006/relationships/slide" Target="/ppt/slides/slide44.xml" Id="R12260611b4224bc5" /><Relationship Type="http://schemas.openxmlformats.org/officeDocument/2006/relationships/slide" Target="/ppt/slides/slide45.xml" Id="Rdb240481662849cf" /><Relationship Type="http://schemas.openxmlformats.org/officeDocument/2006/relationships/slide" Target="/ppt/slides/slide46.xml" Id="R08cb3c8c6fe7459f" /><Relationship Type="http://schemas.openxmlformats.org/officeDocument/2006/relationships/slide" Target="/ppt/slides/slide47.xml" Id="Rb1cb2361a90c445f" /><Relationship Type="http://schemas.openxmlformats.org/officeDocument/2006/relationships/slide" Target="/ppt/slides/slide48.xml" Id="R803fc56960c74456" /><Relationship Type="http://schemas.openxmlformats.org/officeDocument/2006/relationships/slide" Target="/ppt/slides/slide49.xml" Id="Rf3485d7d8c234d09" /><Relationship Type="http://schemas.openxmlformats.org/officeDocument/2006/relationships/slide" Target="/ppt/slides/slide50.xml" Id="R50239fafdcf94a72" /><Relationship Type="http://schemas.openxmlformats.org/officeDocument/2006/relationships/slide" Target="/ppt/slides/slide51.xml" Id="Rff8a316c34204bff" /><Relationship Type="http://schemas.openxmlformats.org/officeDocument/2006/relationships/slide" Target="/ppt/slides/slide52.xml" Id="Rf052bdb410d44aad" /><Relationship Type="http://schemas.openxmlformats.org/officeDocument/2006/relationships/slide" Target="/ppt/slides/slide53.xml" Id="Rb150f55728e94c75" /><Relationship Type="http://schemas.openxmlformats.org/officeDocument/2006/relationships/slide" Target="/ppt/slides/slide54.xml" Id="Rb1ec7e66b2ff4266" /><Relationship Type="http://schemas.openxmlformats.org/officeDocument/2006/relationships/slide" Target="/ppt/slides/slide55.xml" Id="R78cd9130317b49f5" /><Relationship Type="http://schemas.openxmlformats.org/officeDocument/2006/relationships/slide" Target="/ppt/slides/slide56.xml" Id="R3152e9d550104241" /><Relationship Type="http://schemas.openxmlformats.org/officeDocument/2006/relationships/slide" Target="/ppt/slides/slide57.xml" Id="R905856f09d894bd0" /><Relationship Type="http://schemas.openxmlformats.org/officeDocument/2006/relationships/slide" Target="/ppt/slides/slide58.xml" Id="R7e6f3fb79c6f47eb" /><Relationship Type="http://schemas.openxmlformats.org/officeDocument/2006/relationships/slide" Target="/ppt/slides/slide59.xml" Id="R568d853ff47046dd" /><Relationship Type="http://schemas.openxmlformats.org/officeDocument/2006/relationships/slide" Target="/ppt/slides/slide60.xml" Id="R7fb63ed56fa041db" /><Relationship Type="http://schemas.openxmlformats.org/officeDocument/2006/relationships/slide" Target="/ppt/slides/slide61.xml" Id="Rcf798c671a8c4363" /><Relationship Type="http://schemas.openxmlformats.org/officeDocument/2006/relationships/slide" Target="/ppt/slides/slide62.xml" Id="R46e658c0cf4444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a4ed3016a334b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35dd95e9f434d" /><Relationship Type="http://schemas.openxmlformats.org/officeDocument/2006/relationships/notesMaster" Target="/ppt/notesMasters/notesMaster1.xml" Id="R227b59e6dc144b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e57474fbee470c" /><Relationship Type="http://schemas.openxmlformats.org/officeDocument/2006/relationships/notesMaster" Target="/ppt/notesMasters/notesMaster1.xml" Id="Rda447983319645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d494f4cfbc4d33" /><Relationship Type="http://schemas.openxmlformats.org/officeDocument/2006/relationships/notesMaster" Target="/ppt/notesMasters/notesMaster1.xml" Id="R03f73d84555448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12c7073659442d" /><Relationship Type="http://schemas.openxmlformats.org/officeDocument/2006/relationships/notesMaster" Target="/ppt/notesMasters/notesMaster1.xml" Id="R7efcbbba0098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c260c4367948b3" /><Relationship Type="http://schemas.openxmlformats.org/officeDocument/2006/relationships/notesMaster" Target="/ppt/notesMasters/notesMaster1.xml" Id="R47287cbe07e94b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6ed63083514f59" /><Relationship Type="http://schemas.openxmlformats.org/officeDocument/2006/relationships/notesMaster" Target="/ppt/notesMasters/notesMaster1.xml" Id="R5254cdf59153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c25cf48915465a" /><Relationship Type="http://schemas.openxmlformats.org/officeDocument/2006/relationships/notesMaster" Target="/ppt/notesMasters/notesMaster1.xml" Id="R86674887f5164c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c6cdd017b249c3" /><Relationship Type="http://schemas.openxmlformats.org/officeDocument/2006/relationships/notesMaster" Target="/ppt/notesMasters/notesMaster1.xml" Id="R61d64bd1e41c41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d55ff028414421" /><Relationship Type="http://schemas.openxmlformats.org/officeDocument/2006/relationships/notesMaster" Target="/ppt/notesMasters/notesMaster1.xml" Id="R88b5ce73b11642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488d72c2544716" /><Relationship Type="http://schemas.openxmlformats.org/officeDocument/2006/relationships/notesMaster" Target="/ppt/notesMasters/notesMaster1.xml" Id="R649e2a1a51f94d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cf87c7cfa34a1a" /><Relationship Type="http://schemas.openxmlformats.org/officeDocument/2006/relationships/notesMaster" Target="/ppt/notesMasters/notesMaster1.xml" Id="R9cdaad932b5b46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1a92acdf9e4fca" /><Relationship Type="http://schemas.openxmlformats.org/officeDocument/2006/relationships/notesMaster" Target="/ppt/notesMasters/notesMaster1.xml" Id="R471aecf7ba7142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c03c73921a4cd5" /><Relationship Type="http://schemas.openxmlformats.org/officeDocument/2006/relationships/notesMaster" Target="/ppt/notesMasters/notesMaster1.xml" Id="R778ca8845cb942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b5db29d43e4c67" /><Relationship Type="http://schemas.openxmlformats.org/officeDocument/2006/relationships/notesMaster" Target="/ppt/notesMasters/notesMaster1.xml" Id="R1daf9d9f3a7249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b1bba2c92d4673" /><Relationship Type="http://schemas.openxmlformats.org/officeDocument/2006/relationships/notesMaster" Target="/ppt/notesMasters/notesMaster1.xml" Id="R2d566386fd1846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b0d49a99c54d9b" /><Relationship Type="http://schemas.openxmlformats.org/officeDocument/2006/relationships/notesMaster" Target="/ppt/notesMasters/notesMaster1.xml" Id="R3049481c14a84f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31d5656a9d4f8f" /><Relationship Type="http://schemas.openxmlformats.org/officeDocument/2006/relationships/notesMaster" Target="/ppt/notesMasters/notesMaster1.xml" Id="Rb559d0e946034c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7f983a0b0b4c22" /><Relationship Type="http://schemas.openxmlformats.org/officeDocument/2006/relationships/notesMaster" Target="/ppt/notesMasters/notesMaster1.xml" Id="R51824e13dc1944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ea3a9b09314f1e" /><Relationship Type="http://schemas.openxmlformats.org/officeDocument/2006/relationships/notesMaster" Target="/ppt/notesMasters/notesMaster1.xml" Id="R310c3ab2993e4b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15b28b92b34bbb" /><Relationship Type="http://schemas.openxmlformats.org/officeDocument/2006/relationships/notesMaster" Target="/ppt/notesMasters/notesMaster1.xml" Id="Rc18046c5f19942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a16b6a04204df8" /><Relationship Type="http://schemas.openxmlformats.org/officeDocument/2006/relationships/notesMaster" Target="/ppt/notesMasters/notesMaster1.xml" Id="R7dfbea58fa4245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f481e003e5e4a27" /><Relationship Type="http://schemas.openxmlformats.org/officeDocument/2006/relationships/notesMaster" Target="/ppt/notesMasters/notesMaster1.xml" Id="Re3a469cfc3ae48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c66bd64ae647bd" /><Relationship Type="http://schemas.openxmlformats.org/officeDocument/2006/relationships/notesMaster" Target="/ppt/notesMasters/notesMaster1.xml" Id="R872077c7dfe14d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c1dd337a4684d8a" /><Relationship Type="http://schemas.openxmlformats.org/officeDocument/2006/relationships/notesMaster" Target="/ppt/notesMasters/notesMaster1.xml" Id="R1593e561146041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13ceab827694d7b" /><Relationship Type="http://schemas.openxmlformats.org/officeDocument/2006/relationships/notesMaster" Target="/ppt/notesMasters/notesMaster1.xml" Id="R54a9344669804c6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7f7e2c38c454b13" /><Relationship Type="http://schemas.openxmlformats.org/officeDocument/2006/relationships/notesMaster" Target="/ppt/notesMasters/notesMaster1.xml" Id="Reb7856f86fdc456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38be5aa8d84b20" /><Relationship Type="http://schemas.openxmlformats.org/officeDocument/2006/relationships/notesMaster" Target="/ppt/notesMasters/notesMaster1.xml" Id="R791e4affbeef46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f812815c88e47d4" /><Relationship Type="http://schemas.openxmlformats.org/officeDocument/2006/relationships/notesMaster" Target="/ppt/notesMasters/notesMaster1.xml" Id="R7e87d0fcaaa3468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6f3e64976c43b8" /><Relationship Type="http://schemas.openxmlformats.org/officeDocument/2006/relationships/notesMaster" Target="/ppt/notesMasters/notesMaster1.xml" Id="R71e305edb1e9488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c725232d9e54460" /><Relationship Type="http://schemas.openxmlformats.org/officeDocument/2006/relationships/notesMaster" Target="/ppt/notesMasters/notesMaster1.xml" Id="R6101548368a0420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dedd3bbbc143d1" /><Relationship Type="http://schemas.openxmlformats.org/officeDocument/2006/relationships/notesMaster" Target="/ppt/notesMasters/notesMaster1.xml" Id="R6e90a232479147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3ee841a5f3845b5" /><Relationship Type="http://schemas.openxmlformats.org/officeDocument/2006/relationships/notesMaster" Target="/ppt/notesMasters/notesMaster1.xml" Id="R41ce173eaea2476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60993ea5c06456c" /><Relationship Type="http://schemas.openxmlformats.org/officeDocument/2006/relationships/notesMaster" Target="/ppt/notesMasters/notesMaster1.xml" Id="R4c0d4bf41d1a4be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201a310a0ad480f" /><Relationship Type="http://schemas.openxmlformats.org/officeDocument/2006/relationships/notesMaster" Target="/ppt/notesMasters/notesMaster1.xml" Id="Rb25f732f47d14e3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c271d09629416b" /><Relationship Type="http://schemas.openxmlformats.org/officeDocument/2006/relationships/notesMaster" Target="/ppt/notesMasters/notesMaster1.xml" Id="Rdb04cd3a493a479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28058da427c4168" /><Relationship Type="http://schemas.openxmlformats.org/officeDocument/2006/relationships/notesMaster" Target="/ppt/notesMasters/notesMaster1.xml" Id="R3d79304dc7e447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dddc9fa7ecb4b2f" /><Relationship Type="http://schemas.openxmlformats.org/officeDocument/2006/relationships/notesMaster" Target="/ppt/notesMasters/notesMaster1.xml" Id="Rb0d74f261e6c4fb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271454767b4c93" /><Relationship Type="http://schemas.openxmlformats.org/officeDocument/2006/relationships/notesMaster" Target="/ppt/notesMasters/notesMaster1.xml" Id="Rc094bddf0b214ed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49f212155e4455b" /><Relationship Type="http://schemas.openxmlformats.org/officeDocument/2006/relationships/notesMaster" Target="/ppt/notesMasters/notesMaster1.xml" Id="R69d0335275974c1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00da81ab14a4385" /><Relationship Type="http://schemas.openxmlformats.org/officeDocument/2006/relationships/notesMaster" Target="/ppt/notesMasters/notesMaster1.xml" Id="R6e1c05c9284a4e7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2190dea77004475" /><Relationship Type="http://schemas.openxmlformats.org/officeDocument/2006/relationships/notesMaster" Target="/ppt/notesMasters/notesMaster1.xml" Id="Rb208dfcd093a43b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8cd7ff5d9a74fa8" /><Relationship Type="http://schemas.openxmlformats.org/officeDocument/2006/relationships/notesMaster" Target="/ppt/notesMasters/notesMaster1.xml" Id="R18da1dcd0f984f9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ad83af3692b466e" /><Relationship Type="http://schemas.openxmlformats.org/officeDocument/2006/relationships/notesMaster" Target="/ppt/notesMasters/notesMaster1.xml" Id="Rdaa583c0ba89441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b4ec5b001644309" /><Relationship Type="http://schemas.openxmlformats.org/officeDocument/2006/relationships/notesMaster" Target="/ppt/notesMasters/notesMaster1.xml" Id="Rfa2e53bf11e2486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ecf04e5fdb74432" /><Relationship Type="http://schemas.openxmlformats.org/officeDocument/2006/relationships/notesMaster" Target="/ppt/notesMasters/notesMaster1.xml" Id="Rf58c2b985b2e4ea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ee0ec67a05b4d34" /><Relationship Type="http://schemas.openxmlformats.org/officeDocument/2006/relationships/notesMaster" Target="/ppt/notesMasters/notesMaster1.xml" Id="R54b4457560aa430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dea1c9172de41c3" /><Relationship Type="http://schemas.openxmlformats.org/officeDocument/2006/relationships/notesMaster" Target="/ppt/notesMasters/notesMaster1.xml" Id="R728b6a79b1bf45c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7da5059e6ed41b2" /><Relationship Type="http://schemas.openxmlformats.org/officeDocument/2006/relationships/notesMaster" Target="/ppt/notesMasters/notesMaster1.xml" Id="R723edcd151ec40a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960e6ef23f9441a" /><Relationship Type="http://schemas.openxmlformats.org/officeDocument/2006/relationships/notesMaster" Target="/ppt/notesMasters/notesMaster1.xml" Id="R2a55a432a3204c2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987be1f526447eb" /><Relationship Type="http://schemas.openxmlformats.org/officeDocument/2006/relationships/notesMaster" Target="/ppt/notesMasters/notesMaster1.xml" Id="Rc425fafe97d447d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f413d135fd54e2b" /><Relationship Type="http://schemas.openxmlformats.org/officeDocument/2006/relationships/notesMaster" Target="/ppt/notesMasters/notesMaster1.xml" Id="R6d94421e68bb485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fc3c980405846d6" /><Relationship Type="http://schemas.openxmlformats.org/officeDocument/2006/relationships/notesMaster" Target="/ppt/notesMasters/notesMaster1.xml" Id="R7394f6a6ce154e1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e4d70ce8d474f1b" /><Relationship Type="http://schemas.openxmlformats.org/officeDocument/2006/relationships/notesMaster" Target="/ppt/notesMasters/notesMaster1.xml" Id="R2255d071270843b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b9ebf7b25fa4c0e" /><Relationship Type="http://schemas.openxmlformats.org/officeDocument/2006/relationships/notesMaster" Target="/ppt/notesMasters/notesMaster1.xml" Id="R5ba410081e7742c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96beff0c4f34600" /><Relationship Type="http://schemas.openxmlformats.org/officeDocument/2006/relationships/notesMaster" Target="/ppt/notesMasters/notesMaster1.xml" Id="R2b54caa08e37450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5198dba323e4155" /><Relationship Type="http://schemas.openxmlformats.org/officeDocument/2006/relationships/notesMaster" Target="/ppt/notesMasters/notesMaster1.xml" Id="R846449c60e4244c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7f35d41c6cb4470" /><Relationship Type="http://schemas.openxmlformats.org/officeDocument/2006/relationships/notesMaster" Target="/ppt/notesMasters/notesMaster1.xml" Id="Rf6190b6c12be4cb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40ca297f8e540e2" /><Relationship Type="http://schemas.openxmlformats.org/officeDocument/2006/relationships/notesMaster" Target="/ppt/notesMasters/notesMaster1.xml" Id="Rd9aa86296698403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a0039998e6b49af" /><Relationship Type="http://schemas.openxmlformats.org/officeDocument/2006/relationships/notesMaster" Target="/ppt/notesMasters/notesMaster1.xml" Id="R7cef0bf4e5fb44e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51df397a7f84cef" /><Relationship Type="http://schemas.openxmlformats.org/officeDocument/2006/relationships/notesMaster" Target="/ppt/notesMasters/notesMaster1.xml" Id="R92d82c51017645b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b6927bb758149e3" /><Relationship Type="http://schemas.openxmlformats.org/officeDocument/2006/relationships/notesMaster" Target="/ppt/notesMasters/notesMaster1.xml" Id="R5295efde054a498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aa701f5ec704061" /><Relationship Type="http://schemas.openxmlformats.org/officeDocument/2006/relationships/notesMaster" Target="/ppt/notesMasters/notesMaster1.xml" Id="Rde72efd11844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33bf478ca4a7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b16cfe70f64054" /><Relationship Type="http://schemas.openxmlformats.org/officeDocument/2006/relationships/slideLayout" Target="/ppt/slideLayouts/slideLayout2.xml" Id="R671b001b444247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1b001b4442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7d54b1a0164312" /><Relationship Type="http://schemas.openxmlformats.org/officeDocument/2006/relationships/notesSlide" Target="/ppt/notesSlides/notesSlide1.xml" Id="Rc2f9b47f6c0b47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7a8ae0611d424d" /><Relationship Type="http://schemas.openxmlformats.org/officeDocument/2006/relationships/notesSlide" Target="/ppt/notesSlides/notesSlide2.xml" Id="R4b3242223d5a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39c8fd25d94c0d" /><Relationship Type="http://schemas.openxmlformats.org/officeDocument/2006/relationships/notesSlide" Target="/ppt/notesSlides/notesSlide3.xml" Id="R8326b4d21b85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4352ad3c2442bb" /><Relationship Type="http://schemas.openxmlformats.org/officeDocument/2006/relationships/notesSlide" Target="/ppt/notesSlides/notesSlide4.xml" Id="R8d2dac2e1deb46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c49e9c4be4c07" /><Relationship Type="http://schemas.openxmlformats.org/officeDocument/2006/relationships/notesSlide" Target="/ppt/notesSlides/notesSlide5.xml" Id="R0312fc9bd585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b7e6e66af04cac" /><Relationship Type="http://schemas.openxmlformats.org/officeDocument/2006/relationships/notesSlide" Target="/ppt/notesSlides/notesSlide6.xml" Id="Rba78c987aa0d43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a96a3dd0549a6" /><Relationship Type="http://schemas.openxmlformats.org/officeDocument/2006/relationships/notesSlide" Target="/ppt/notesSlides/notesSlide7.xml" Id="Rf396d8a80a4f4d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0661659b94903" /><Relationship Type="http://schemas.openxmlformats.org/officeDocument/2006/relationships/notesSlide" Target="/ppt/notesSlides/notesSlide8.xml" Id="R5d6a929c8a3b49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c65e7704384b82" /><Relationship Type="http://schemas.openxmlformats.org/officeDocument/2006/relationships/notesSlide" Target="/ppt/notesSlides/notesSlide9.xml" Id="Rdff18d4c28644b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e01c02ef8f4af0" /><Relationship Type="http://schemas.openxmlformats.org/officeDocument/2006/relationships/notesSlide" Target="/ppt/notesSlides/notesSlide10.xml" Id="R3699b8404bc540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6e42d0d9af40ad" /><Relationship Type="http://schemas.openxmlformats.org/officeDocument/2006/relationships/notesSlide" Target="/ppt/notesSlides/notesSlide11.xml" Id="R28ac7980206743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cde54d5b404721" /><Relationship Type="http://schemas.openxmlformats.org/officeDocument/2006/relationships/notesSlide" Target="/ppt/notesSlides/notesSlide12.xml" Id="R5e902f79da7b40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c605ea1b94327" /><Relationship Type="http://schemas.openxmlformats.org/officeDocument/2006/relationships/notesSlide" Target="/ppt/notesSlides/notesSlide13.xml" Id="R57c4470558fa4a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a50d6008246b6" /><Relationship Type="http://schemas.openxmlformats.org/officeDocument/2006/relationships/notesSlide" Target="/ppt/notesSlides/notesSlide14.xml" Id="R39380515514e4e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11424d4934d6d" /><Relationship Type="http://schemas.openxmlformats.org/officeDocument/2006/relationships/notesSlide" Target="/ppt/notesSlides/notesSlide15.xml" Id="R8431a88cccf645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49db9cfdb847eb" /><Relationship Type="http://schemas.openxmlformats.org/officeDocument/2006/relationships/notesSlide" Target="/ppt/notesSlides/notesSlide16.xml" Id="Rcefbac48bed04a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dc4271fc03484f" /><Relationship Type="http://schemas.openxmlformats.org/officeDocument/2006/relationships/notesSlide" Target="/ppt/notesSlides/notesSlide17.xml" Id="Rcc42e272a9cf4b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ffba9e587465d" /><Relationship Type="http://schemas.openxmlformats.org/officeDocument/2006/relationships/notesSlide" Target="/ppt/notesSlides/notesSlide18.xml" Id="Rbaf2a68c929d4c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899df4e6d4757" /><Relationship Type="http://schemas.openxmlformats.org/officeDocument/2006/relationships/notesSlide" Target="/ppt/notesSlides/notesSlide19.xml" Id="R8dd565c9ac6d42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6a4c8f35bd4b2c" /><Relationship Type="http://schemas.openxmlformats.org/officeDocument/2006/relationships/notesSlide" Target="/ppt/notesSlides/notesSlide20.xml" Id="R05a117bec0384c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67cbd89132405d" /><Relationship Type="http://schemas.openxmlformats.org/officeDocument/2006/relationships/notesSlide" Target="/ppt/notesSlides/notesSlide21.xml" Id="R67798e2a765b4f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f52be3e3d041be" /><Relationship Type="http://schemas.openxmlformats.org/officeDocument/2006/relationships/notesSlide" Target="/ppt/notesSlides/notesSlide22.xml" Id="Re32a0839415849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6400f21cb84405" /><Relationship Type="http://schemas.openxmlformats.org/officeDocument/2006/relationships/notesSlide" Target="/ppt/notesSlides/notesSlide23.xml" Id="Rc5f652fa60ba45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f1903e9e214783" /><Relationship Type="http://schemas.openxmlformats.org/officeDocument/2006/relationships/notesSlide" Target="/ppt/notesSlides/notesSlide24.xml" Id="R7d8df9a7eefc473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bc1047e114c4f" /><Relationship Type="http://schemas.openxmlformats.org/officeDocument/2006/relationships/notesSlide" Target="/ppt/notesSlides/notesSlide25.xml" Id="Rff06203c445742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a9f6686d74169" /><Relationship Type="http://schemas.openxmlformats.org/officeDocument/2006/relationships/notesSlide" Target="/ppt/notesSlides/notesSlide26.xml" Id="R2033b5a54d1f42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f196d5be664e27" /><Relationship Type="http://schemas.openxmlformats.org/officeDocument/2006/relationships/notesSlide" Target="/ppt/notesSlides/notesSlide27.xml" Id="Reee5c7ed5c1d4b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4e8983dc7455b" /><Relationship Type="http://schemas.openxmlformats.org/officeDocument/2006/relationships/notesSlide" Target="/ppt/notesSlides/notesSlide28.xml" Id="Ra49a891475334f2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36484d3948491e" /><Relationship Type="http://schemas.openxmlformats.org/officeDocument/2006/relationships/notesSlide" Target="/ppt/notesSlides/notesSlide29.xml" Id="R84a1c579c4cc4e0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7d721955204d65" /><Relationship Type="http://schemas.openxmlformats.org/officeDocument/2006/relationships/notesSlide" Target="/ppt/notesSlides/notesSlide30.xml" Id="R7e49d19731544a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fc72daa5114092" /><Relationship Type="http://schemas.openxmlformats.org/officeDocument/2006/relationships/notesSlide" Target="/ppt/notesSlides/notesSlide31.xml" Id="R3c6995b5cd594f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88a8bc442444c" /><Relationship Type="http://schemas.openxmlformats.org/officeDocument/2006/relationships/notesSlide" Target="/ppt/notesSlides/notesSlide32.xml" Id="Ra7e5c78214fe4f3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e3c005011e4cb1" /><Relationship Type="http://schemas.openxmlformats.org/officeDocument/2006/relationships/notesSlide" Target="/ppt/notesSlides/notesSlide33.xml" Id="R965c05627eb548f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d06d94784b42c1" /><Relationship Type="http://schemas.openxmlformats.org/officeDocument/2006/relationships/notesSlide" Target="/ppt/notesSlides/notesSlide34.xml" Id="R9ea7966239e24b0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584120de6425b" /><Relationship Type="http://schemas.openxmlformats.org/officeDocument/2006/relationships/notesSlide" Target="/ppt/notesSlides/notesSlide35.xml" Id="Ra2910f6ba98b4e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8ab2e4ea1454b" /><Relationship Type="http://schemas.openxmlformats.org/officeDocument/2006/relationships/notesSlide" Target="/ppt/notesSlides/notesSlide36.xml" Id="R13e1637ebbde425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891a3ac14427d" /><Relationship Type="http://schemas.openxmlformats.org/officeDocument/2006/relationships/notesSlide" Target="/ppt/notesSlides/notesSlide37.xml" Id="R0a573fa294514c3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bff6deb5a54142" /><Relationship Type="http://schemas.openxmlformats.org/officeDocument/2006/relationships/notesSlide" Target="/ppt/notesSlides/notesSlide38.xml" Id="R97dbd4d978d04b9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23eb99d414c48" /><Relationship Type="http://schemas.openxmlformats.org/officeDocument/2006/relationships/notesSlide" Target="/ppt/notesSlides/notesSlide39.xml" Id="Rb6c13afbd997476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2a5a55c4f4e74" /><Relationship Type="http://schemas.openxmlformats.org/officeDocument/2006/relationships/notesSlide" Target="/ppt/notesSlides/notesSlide40.xml" Id="R6586d84d96824ba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09ba169e044470" /><Relationship Type="http://schemas.openxmlformats.org/officeDocument/2006/relationships/notesSlide" Target="/ppt/notesSlides/notesSlide41.xml" Id="R3304f59464544fe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003271f9c4be6" /><Relationship Type="http://schemas.openxmlformats.org/officeDocument/2006/relationships/notesSlide" Target="/ppt/notesSlides/notesSlide42.xml" Id="Rb785ff5986d94c0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eeb070d3254388" /><Relationship Type="http://schemas.openxmlformats.org/officeDocument/2006/relationships/notesSlide" Target="/ppt/notesSlides/notesSlide43.xml" Id="Rd350335d5f3a40b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efa9e44564ac5" /><Relationship Type="http://schemas.openxmlformats.org/officeDocument/2006/relationships/notesSlide" Target="/ppt/notesSlides/notesSlide44.xml" Id="R862deddd1ffd4b9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08b00733ee4da7" /><Relationship Type="http://schemas.openxmlformats.org/officeDocument/2006/relationships/notesSlide" Target="/ppt/notesSlides/notesSlide45.xml" Id="R8b28027c29b14b2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3ed83730754a2d" /><Relationship Type="http://schemas.openxmlformats.org/officeDocument/2006/relationships/notesSlide" Target="/ppt/notesSlides/notesSlide46.xml" Id="Ra13d4769acaf4f7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f1eeb3e5440c5" /><Relationship Type="http://schemas.openxmlformats.org/officeDocument/2006/relationships/notesSlide" Target="/ppt/notesSlides/notesSlide47.xml" Id="Re578a18a7254473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36ff245e6646e6" /><Relationship Type="http://schemas.openxmlformats.org/officeDocument/2006/relationships/notesSlide" Target="/ppt/notesSlides/notesSlide48.xml" Id="Rfe2626d6fe8e40e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28750ad95d4021" /><Relationship Type="http://schemas.openxmlformats.org/officeDocument/2006/relationships/notesSlide" Target="/ppt/notesSlides/notesSlide49.xml" Id="R1d35fd4b018c4b0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fd156d59144145" /><Relationship Type="http://schemas.openxmlformats.org/officeDocument/2006/relationships/notesSlide" Target="/ppt/notesSlides/notesSlide50.xml" Id="R47bee2225b7b41c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5660641fb4d19" /><Relationship Type="http://schemas.openxmlformats.org/officeDocument/2006/relationships/notesSlide" Target="/ppt/notesSlides/notesSlide51.xml" Id="Rdce2adcc0e88423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dcb972c02c47e0" /><Relationship Type="http://schemas.openxmlformats.org/officeDocument/2006/relationships/notesSlide" Target="/ppt/notesSlides/notesSlide52.xml" Id="Rd3ef8787ff6e4ec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412d25afb14472" /><Relationship Type="http://schemas.openxmlformats.org/officeDocument/2006/relationships/notesSlide" Target="/ppt/notesSlides/notesSlide53.xml" Id="R8740b281248b483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51305c91ae420f" /><Relationship Type="http://schemas.openxmlformats.org/officeDocument/2006/relationships/notesSlide" Target="/ppt/notesSlides/notesSlide54.xml" Id="Rb06871ceb1a949f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450547500540a6" /><Relationship Type="http://schemas.openxmlformats.org/officeDocument/2006/relationships/notesSlide" Target="/ppt/notesSlides/notesSlide55.xml" Id="Rb8a979c455c64e9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39cf0c2224d6a" /><Relationship Type="http://schemas.openxmlformats.org/officeDocument/2006/relationships/notesSlide" Target="/ppt/notesSlides/notesSlide56.xml" Id="Reb47730e497f46f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eba9b973bf4211" /><Relationship Type="http://schemas.openxmlformats.org/officeDocument/2006/relationships/notesSlide" Target="/ppt/notesSlides/notesSlide57.xml" Id="R909b86ff65f6404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ba28c77a94039" /><Relationship Type="http://schemas.openxmlformats.org/officeDocument/2006/relationships/notesSlide" Target="/ppt/notesSlides/notesSlide58.xml" Id="R30727e2e7ffa4d4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f267083994c41" /><Relationship Type="http://schemas.openxmlformats.org/officeDocument/2006/relationships/notesSlide" Target="/ppt/notesSlides/notesSlide59.xml" Id="R6edde070b01a46c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c03094800416b" /><Relationship Type="http://schemas.openxmlformats.org/officeDocument/2006/relationships/notesSlide" Target="/ppt/notesSlides/notesSlide60.xml" Id="R49611e7ee8ba455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9e9cb6a0c4384" /><Relationship Type="http://schemas.openxmlformats.org/officeDocument/2006/relationships/notesSlide" Target="/ppt/notesSlides/notesSlide61.xml" Id="Rbb1fea89b5584740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cce1f88d87411a" /><Relationship Type="http://schemas.openxmlformats.org/officeDocument/2006/relationships/notesSlide" Target="/ppt/notesSlides/notesSlide62.xml" Id="Rae9ac176a4e14b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C6599-3858-4614-835D-6D1BBBC8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6778-83B8-4AD2-99C5-3AFB9B0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D956B-63D2-46F0-8A14-FAE6A31B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68389-9FE9-4AE4-B85F-A87DE546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758E9-0E57-4823-8598-56F13609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/ инвесторская презентация · V4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57736-1825-460B-948E-4F6A9F98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73686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4DDEE-5519-4688-AD75-26308FF5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69650-03B4-45FE-BAA2-873CC513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75877-0057-4905-BBC3-A1EFBDD9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258FC-4F5E-480B-BE0A-4B7086D7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335D0-E64D-4071-A493-2E70B405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7A43-35E8-4114-8FA8-15265756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0C67E-6723-4DFE-9077-AACC9829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CFCD4-9B8D-4E09-A0C6-2502DC6D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7ED34-9238-491D-AC38-4AB5493E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B2DC0-880C-4EE7-864C-FE057AD1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9066A-97BC-4BAC-A75C-3E170C6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5BF8B-A9AF-4AAE-AF13-6E81EE64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7959D-F4D3-4FF8-9E40-BC2E9A12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C408A-3B38-44C8-94E9-716D953A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1C146-6AF0-4A15-A85C-06F45EE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B14F4-3819-41E5-B087-78C9DE1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37946-2D3A-46B7-84DC-3FA56A37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A6E1A-554B-4791-989E-C477C42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20216-A079-422D-861F-45DE367B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42AE8-B697-433E-9FBF-0BF473C2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605E9-990C-4FEA-84CD-2C05AE1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CA815-B3B9-404C-B942-6CA306A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61650-6DAF-4A03-A377-C2CE804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3065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9C0B2-0798-4715-B73E-C13C4BD9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95B29-BA15-4DEE-B5D3-E8D4300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BDE90-7DF7-4AE6-A1D2-0B16606A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CF565-CC3A-4492-94F4-892CA11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DB094-D9D9-4305-9261-0A89290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презентацию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C5E1A-AB7E-4724-8007-57D1E78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D088A-F3B0-4D67-9672-688C3970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просмотра должно быть понятно: что строим, почему это может заработать, сколько стоит проверить и по каким метрикам остановиться.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FCCC4-8251-41FD-A4AB-5589BC87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A7692-0215-4D10-A4B6-F57C601F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9861F-CFA6-4511-AB48-83C293B1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774AD-4227-45FE-87B3-6BED67E6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69430-5FA9-4EC3-BCBF-2D7CEF2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рынка и белое пятно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BB00D-8F9A-4A29-8439-3FA93A1B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1A0DF-6A72-4EEF-B6FC-25AF9394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F86C4-A6E4-49B0-90BE-C0839E3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987B0-8FA2-4B7D-9E01-DA651D2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петля, Canvas, экраны,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54050-2496-4D20-9188-33BE3A58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19A1D-087E-4A66-A4A0-63D78754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6BA02-D401-4A75-BE08-7567BC96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D6E84-CFBC-46F5-A20D-7B7F02A8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free user, break-even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CFBC8-2BC8-4C2E-BE3A-3538E21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C4DE8-A6A0-440B-A9E0-73AFE47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A294E-709A-4F1F-88EE-23905AF7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Запуск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EEC31-14B2-4713-9D12-E08FCAAC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маркетинг, roadmap, go/no-go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7E10B-D577-4FE8-B67F-65796EB4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A4B17-EA33-434C-8E2E-E4A2FAC5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054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Принцип V4: сначала смысл и решение, потом доказательства, таблицы и условия go/no-go.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8FC6B-D61C-44A9-ACBB-AC7C392F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36478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D3252-F8DF-47BB-B1A0-A0DBFDF4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5C12B-4A10-4856-B67B-FCF530CD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3CFB0-0A69-4FE2-AEAE-2D50BFE4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95DC4-AB15-4319-85F2-45C7C4E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61D1F-CD38-4B66-8207-1D544F14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6B88C-6181-4D3A-B82D-557534C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F03BF-4C83-49EC-94BC-2823938E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683C1-6EB7-4D18-92CB-6FE3E910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993B1-A5CC-4391-A8D1-5CDBA050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C603C-7216-4F8A-9BA9-5B039B5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CD5E1-2B95-4304-B9E2-19DF93CD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D0D44-13DD-4EED-88CC-2531EC0A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8879E-06D1-4587-8065-01D41095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63747-3246-4981-8710-254C224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66EAB-F687-43B4-BC37-07F2637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42647-222C-43DA-AC1F-8797A5BE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6B07B-5780-4866-A4C5-0FA2041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BE1A6-934E-43E9-9625-FE60A2D7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EFC36-3136-48BB-8E5C-36676B9B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FB2C9-6263-406E-AAEA-FED3FAE9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813B9-8EBE-4F3D-9655-39032C38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03C0B-E435-4918-B43B-11AD6A16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C5B85-6F23-4FF4-A549-6C735AA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FA367-69BA-4354-868C-6AECD074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A9F82-677D-45C1-AA15-0AC8FBA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05C44-0509-4C31-BEF7-39CC065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44164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D4C8F6-AFDD-4688-925F-4F661B80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66AE9-D442-4AE2-9036-EE8879D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4BF11-8635-4419-89C1-DECCAFA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A6758-92B1-4C9F-AEB1-B957412F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C1FA9-DE24-4310-A57D-3BAB8BAD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Словарь метрик простым языком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86AC4-03DC-4161-BBDB-ADE67F8E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79C20-DBF9-4B0E-AE17-23441FD6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Этот слайд нужен, чтобы Алина и клиент читали финмодель без финансового жаргона.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3E10C-09DD-46C8-B2B9-3F4EF10C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32F47-39D4-472F-A7D0-ECF63BA6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B4DD1-7ED0-4884-9E64-4677E40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69E37-886A-4515-AE37-3A29C080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97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Простое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E2A75-2974-4C84-87EC-68F5478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15A15-0FDC-415C-8454-32F9B838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97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важно для AURA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A9168-632F-4943-884E-01C87289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78340-F7CC-438C-8090-3AC021FD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/ D7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1FB0F-87A5-4A4C-9963-499231FE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669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6354F-BF32-4A49-80D9-F1ADF9B8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вернулось на следующий день / через неделю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FA13F-4398-4E1D-9439-EF640C72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669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0F0DA-AF97-492E-96C5-64E8121E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показывает, есть ли ежедневная привычка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EA614-F440-4D9C-9053-993E35D6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29BBA-C10D-465A-8015-71748789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BD612-3463-4C90-A98B-BB1E20C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207EF-62D7-4301-B349-B749A559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574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человек, почему изменилась картинка Life Canvas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A8CB3-F9AE-46F2-B7F0-A9505065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31194-82D2-4773-A35C-97A59921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главная проверка: это продукт или просто AI-картинка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C38F9-AC11-4C3A-ADEA-82AEF3F8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EB8C3-E3A7-4475-BF6F-5144CF04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D85D5-FF3C-40C9-96FE-25A0C27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8EB4D-FD59-431D-8FF7-97F45D8C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готовы платить или оставляют явный сигнал интереса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57E48-B627-427E-9698-8BF3FF9A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146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1438B-773D-4E42-A0E4-936A0B4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разработки нужно понять, есть ли деньги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EDF7BE-20A9-4D8E-85C4-072D3CD1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B5531-B499-4232-BF6F-E86DB2C3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DB175E-E671-454A-A9E3-E3C1A1AB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DCF59E-8F02-48A8-86A0-F11BC71D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доля пользователей становится платящей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F1521-8BFC-4334-AB8E-E36D601F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3FFBF4-84BF-41D1-9172-E519F0E3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определяет, может ли подписка окупить продукт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0C37D5-0008-4931-8B82-D93C01F1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B09D3C-43DD-45A0-98E5-C24473F3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A06439-A116-4077-AF78-4971CCDC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624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660F9B-E827-443C-90DB-30DF75B8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переменная себестоимость AI, картинок, видео и поддержки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6111C1-3004-4CE5-8F3D-13DEF8EE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624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E0DCCD-7C19-425C-89CB-C7E96076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COGS высокий, подписка не держит маржу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448D40-937F-4953-B7B4-AFAB50D2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C6B22C-C57A-433B-8BCB-B52DC128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515177-24A4-4C9D-B821-E0F429A9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69712C-48E3-457C-805F-FA227BF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529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пользователя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520BEC-68F9-425C-A956-FF3F779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FA8C60-3ED4-41ED-992E-5838A03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можно масштабировать только если CAC ниже LTV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E1A268-71D7-416B-B665-BCE7D788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B7B1C2-A4B3-4D38-AEBE-81F03FB3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6EA71D-BD08-44F1-BC53-47345F16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4B8B93-A294-4B56-AEAD-A3C1AB5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нужно, чтобы дойти до следующего решения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838B95-FEE7-409F-84DE-8CB60A69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01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684914-A151-4C9B-997C-7F46912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768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путать первую проверку и год масштабирования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D42613-6FC3-4CFB-9C49-08DFC2FF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D8CA46-4269-4B9F-9C64-821470EF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английские сокращения в презентации нужны только как индустриальный язык. Для решения читаем русскую колонку: что проверяем и почему это важно.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C66EEB-C4DF-40C5-8F94-793BE265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20811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6BF9D-6B52-4F3F-9422-52760FD8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5620A-05A8-4933-B12B-E74A5D3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4A114-F07B-4DE1-AE56-4C6CB366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CD213-C009-451A-A5E2-7D5245E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FFD97-0F49-42EE-916A-161CABE4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Цветовая логика решений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A106A-E3AB-4C33-A213-E9DBAD47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29783-58BD-4FBF-82C6-C386E67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Чтобы презентация читалась быстрее, каждый визуальный тип имеет свой смысл: возможность, решение, доказательство или gate.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3A57E-945A-4049-8DB2-26F6977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BE67E-BA7C-485F-8ECB-4EB98944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9ADBE-FA12-4960-963E-1AAC3FC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Фиолетовый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A6C6D-1FD9-451F-AEF2-2D3FD39F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стратегическая возможность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87D80-C28A-454A-8E2F-4B511A40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43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рынок, позиционирование, белое пятно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2FF9D-452C-4C8E-AEA8-DF54DF3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AA0CA-0B3E-4906-A506-0CE9F37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B91EB-73EC-4517-90BF-999127A4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Зеленый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43FD0-583C-4256-9A05-2ECDD8C3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/ хороший сигнал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5F211-2942-4C06-8F15-24E54501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берем в MVP или считаем рабочим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B2F9C-89DA-4A5A-87C3-8D0CD49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3539E-27BC-490E-815F-2388D1E2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1D8F5-DDD3-411F-BFAA-4B5595A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90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Серый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7BEF8-4FAF-42A4-B991-6ACCCE9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7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доказательная база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D3473-4921-4665-AE22-4C6B31D0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таблицы, источники, бенчмарки, raw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67A28-C72E-45EF-8838-4BEC757A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85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EF23E-9B59-4C06-A2B8-C7DF7F16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3DE5B-27FB-48D5-A3C1-7ADE7978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Контур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A8E5F-8ED8-49C5-A1E9-0043E7C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условие /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F5026-F02E-41B0-BFF0-DE17717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метрика, без которой нельзя идти дальше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298EB-F563-4418-B616-B2797930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Так презентация перестает быть набором таблиц: каждый цвет показывает статус информации.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D6EE7-4BEA-483C-9729-717CB34E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22304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74B30D-5436-41CE-B875-F1225C1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D5A8E-F3FC-4DB8-BA93-B443ED2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453AC-25F7-4B4A-A7A0-C8F7758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F2138-4E10-40D1-A89B-80CFF56A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63CD1-E83D-4A55-BE80-D4083E5D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88FEC-8FCD-4EAB-82C3-14D6FC8D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11E86-7662-4177-AE18-DF9A23D5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D3237-F12C-4ED7-8317-DA2B921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F8EF9-A32C-4AF4-A963-486A102D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E7D1B-702E-4B52-BB03-29C2C723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BA732-2064-4D4A-88EE-2529939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0CE14-EDAF-40A0-8D64-FE40E7D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93393-6339-464E-9228-BABB0272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72284-67EC-42BC-8240-E2EF266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0BCDF-1489-49CD-BFA9-6AA1A5B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B7912-2DC1-4D0F-A382-02BA4FD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959D4-6B3A-4B88-8501-2EA6FB5F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026A0-6DCE-429B-ADC4-569D3AFC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4B721-F688-430C-912C-22FFD6FB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F1B93-EA8C-4A6F-8D1C-D6C5AAB3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2FB19-2D02-4AAE-94EC-74AB3DCB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7D5AB-138F-4220-83FF-AFF53934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05AA0-A380-4315-9EAA-415FBBCF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74921-8B3A-4149-A1EB-AFA76AE7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13368-D781-40DF-B1AD-2B386DB0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1129A-597B-440B-9002-F4AEB44A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96A8F-7243-4066-AFED-C3E85F1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AAD24-C96E-40F8-9FF1-E44142C0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2971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BF0481-0631-4EF7-BA61-0BD4AE7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C98A4-1826-4B4B-B635-F8019F7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3936C-A7C3-49DD-81C4-B3424B3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CEC30-571F-45FE-A5D0-240725D2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F1680-FEC3-4DC3-A631-58AF9A04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7294B-7941-4EFD-95B7-C002955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D23EA-35BB-4C7A-AB6C-DE78AB2B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E8C19-9086-4A53-B217-1E7B69F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16080-63E6-47D3-B8BB-0E7CA08E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DDD3C-D359-4C6B-978B-44538DC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8E0E1-AC3B-4070-9246-C138C161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58760-3671-4361-8727-4E734F55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18976-C378-4460-BA55-FB3C8751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E182D-2331-45E9-8B9D-9F919D6D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DA56E-E5A0-4DAB-B989-22BF3A0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E0A0E-A31F-44DF-831D-08BA0B19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F2105-42EF-409E-B35C-5BF2DCE7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89323-5D2D-4799-8DC3-1CE6007B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38378-3778-40D3-B119-7EAD0E33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0BCA3-2417-4A2C-A5E3-7C4EB455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F2386-9AF0-4553-8299-8D04F6FF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B0FE2-E079-497D-B815-D5A85892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35033-101E-4467-9373-94D1D48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55782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95F6A-7E46-4156-A12E-F079B112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CAA2E-DCAD-48C0-9C66-4DFEC262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5CE96-6A2F-453E-B580-75C8DAA0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60A2-AA0A-4FC1-A19A-CAD185D6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A24E-9B85-4BBC-B61B-00F67C43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110BF-4976-4027-B7D3-1709E05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7347A-0817-4641-B288-F87A5AC6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4081B-3460-4CAE-A31F-54611788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4A02B-A54C-41FF-BBB1-D8386C9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67642-09ED-4D21-AFE8-E5B9C218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31B7C-2678-44CA-9BC8-CBF27DF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42FEB-0514-4B23-A400-DE694BBC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3AA89-215A-4813-A378-EC1B2777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5E721-527F-44CF-8F58-372C1B03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675CC-694D-40B3-A83D-36C505E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3F85F-CAAC-4294-88FB-79F2E84B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872A3-8ACD-4B81-BC44-C22F64CB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D8487-882B-4450-841C-64EA777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B6BF5-DF71-418A-AB4E-661B4FC2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190FC-8BE2-4ED7-9CD7-45B82126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901B8-243A-4C20-BCBD-C78AB81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1353C-F525-4D3E-8D49-C2590FA1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1951F-3DCA-44FC-934E-C3BAD01C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15536-F44D-4925-B98F-EC3ABFA6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E3202-319E-493B-A0F6-C0D869C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E4800-1BB3-48D8-849D-5139D0DB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CE23B-E31C-4533-8377-34E2371E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73FE7-C790-419C-A6AE-C9DCCA6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78CFB3-3269-459C-966A-61725BC5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60249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A44D9E-AE78-4048-B103-043B818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B9A56-888D-40FD-9752-E47447BD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93BED-E88A-429E-B7F5-BD4C700F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1DF15-9505-4442-AA8F-5E77400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BA7E4-EE61-450D-8975-C071FEC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7DA24-FFE3-441E-915B-A1B10649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AF268-628A-4F38-8AFA-F14E66A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0712A-D685-4EEF-B627-3CF97E55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90963-C532-4CF5-90D5-775BFCAE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40BD4-19B0-4FC7-B240-86E011EB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311C5-16DD-45F0-955C-B2C634F8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93998-1940-4CFE-937E-82E2CB4F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9E82B-7173-41E8-AD6C-B6FEB24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8F281-A554-4681-AB1B-1142671F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A0136-3ACA-453D-A688-E9D03B9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C22A0-9972-46E6-AD4C-0CBE0268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07E0E-9D4C-48FB-9E86-4118E7B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12023-7278-4EA5-945C-E36B1515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BF166-9BBA-401E-BFCE-8D1AFA43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03B49-6BA9-445E-8E57-A5C6B08C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ACD37-4CB4-48A4-9095-95850E7F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68559-7CDE-4B24-886D-5233EE7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BA987-FA41-4375-9004-B6BC6123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A7981-FC43-4403-A4E2-34539F7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08A60-408B-40FF-B280-77DB070A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EE911-628F-43EC-82E6-796993C2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B58AA-20C9-4E32-9419-0A9DF0B2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9370F-668E-48D8-B214-D9314DD6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5795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D3DC8-8FDE-49A9-8D84-2B405494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EEC84-3112-43BF-9A23-F64B32A0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26C7E-B305-4A30-A6EB-3B3DFCD4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05612-A687-421F-A620-74AA071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3B641-C04C-4991-9068-AEBC458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9BA07-F1D6-4A76-9731-EFB2400F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AD9C3-4D96-4B19-BE29-4410CCA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210F6-B83A-4412-A1C3-F94FAD71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A08F5-654C-441F-8AB0-36602ABE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4DD92-364E-41B6-8D5B-0C953A63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901B9-CDEA-4AB9-8638-95A80F6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59C0F-2183-423D-AE64-1B52F5D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EE48D-984D-44BF-988A-ECED0D9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0247A-4B5E-4676-81CE-C8F8E50B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7CBFC-F348-4790-8208-B3B67E8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89C56-A20B-4DF2-BE47-AAF0C332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FE350-639B-4A86-8FCD-7EBB4DC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08C54-548F-4C76-AA35-ED4FCA5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DA84E-1381-40E2-B522-44BF618B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79127-FAAC-4BAE-A0EF-F20A6767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65BE3-84A2-475C-AA13-14BC68F5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2F3CE-094F-420A-BDC9-E818FD97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15705-6470-4449-A946-9F9BD612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8B548-0202-4F04-9A76-A604AD41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F3A07-17D6-452A-B62A-8D7053B1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CAC03-51F1-4676-A94A-9B4C159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55DB4-DD3E-4984-BB62-68218804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870746-B3B0-443B-953E-4E0646C4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B606A-8CF1-4FFD-AE2D-9FAE04EA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7434D1-971F-4638-ACF3-516B41AD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B1EB7-1575-4EF4-8617-9C0E192D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2094D9-0CDB-4B1E-91CA-BF7D65D2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8799B-4948-4960-8BB0-C48F841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FC999-18EF-4D1A-9DAD-FFF0E105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5DEDC4-70A6-4B52-9BE5-853524C4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702245-9715-4459-9CAE-61E7C4DB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C6B31-2543-4148-8122-80882D9A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8EC4F8-8AD3-4648-B972-578E23C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BE241D-1D82-40B2-BED1-165BFC36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12050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32F9C-D79F-4699-B497-2F8CF111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15CA1-1C20-4536-8624-55AE70C3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2981A-EEC0-4E2B-8496-CD885BC5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3DE16-C67E-4F88-9270-A6B39109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A347F-6454-46E6-BB36-3AD513B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такое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6CAC9-EAF6-4B9F-8C47-EF439E2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C34D6-A7BA-4C8A-B818-2A59CDA4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52BA3-5427-4E1A-8FEA-368B7371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90BCC-A4C2-4B61-91A9-513C3ACE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E2C7C-1930-41DB-8355-3F363F2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70216-8F80-433A-949B-D0135942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598DE-82F2-45F5-B222-C154EB73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4858F-15F0-4FCC-AAD2-AC0861E5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0068A-F165-4F16-ACBE-ABA41188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43CC1-5422-4E58-85B1-6FAB6051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6D2C2-D6E6-4D8D-A8F9-FD707DEC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D9EBE-3908-4B1A-A38A-25ED7855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21534-F0A0-421E-A050-B782044B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50397-A8A4-4AC4-AFA9-9B678039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524374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40B90-AB19-4FEA-9E44-04C6910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35F1B-22D2-4495-9719-B3C5CE2E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A60D9-D7AC-4640-8ACB-0614BF80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A4542-BECF-42C1-A7B3-D7881EDB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C50DD-7A1D-4B7B-9526-798ADF69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C70B5-5832-44B4-8261-F4D9D711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37D94-1FA0-48EB-B74E-011ACAEF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16FE2-8044-496C-89EB-9EB4F0AF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6FE74-E670-4708-824A-8BEFCC74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7687C-2CE6-4296-B083-14F4C6E6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5D107-DFCD-4A9C-A114-7D38B59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4EB4A-FE4A-46EB-BF76-054C0EB3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E4DAD-3625-47E8-A216-0A0F0D51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37F8C-9513-4DE7-868A-4EB864F2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43304-7928-4AB8-86EA-98942B8A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26830-535B-4E1E-BE5C-AE3306C9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1E0BF-1314-47BA-9337-CA2DFF78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C7084-8080-413A-B483-F4CE73B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D83E1-295E-4893-A739-994F15D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B3816-E800-4C79-976F-0C8F9EE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48824-2AD1-43AD-8389-0CFA94FA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40B96-F17E-4369-B0A6-DBF84C27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07BD8-1D7F-471A-9D2E-79698A83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70D58-84F4-4695-ADB5-4BF61D9E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690306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83498-F68B-4E87-A761-DC136AF6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DC013-3794-47D5-9579-426516F4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0F524-3F7B-4125-9EF3-24A298F1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77493-734E-4799-99E0-15407AA9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2C9AC-9648-491A-9EBE-BC22EF0B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D0FC7-FD04-4BF5-97B5-8DE0B22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5423C-C2E8-4026-A204-4B44AAB6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5ADDB-9C7B-416C-88C4-A589A91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4D1B2-148D-49A6-B422-0E1E7356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3D916-097E-40FB-9ED9-BCB518E6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0A04A-F322-4AA5-86C2-2942F703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EB434-4775-4E93-A542-E3323720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7307B-649F-424A-AF83-032F03E7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A6552-E74E-4460-9B7F-3FA170E9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E1D6C-3DF6-4148-ACED-80756677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9ADE7-5BC7-4BDA-8F00-67D5F6ED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6E3D2-B37F-4688-932C-47761533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FB93E-6833-4FED-8E3A-84C12138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01B5E-7701-4067-8952-584C3EA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38B59-AA71-4686-B334-5790C04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06BF1-7D94-4EFA-B742-B8311235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7AD24-25C4-48E1-A540-B08B83B2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2D90F-EDF1-4CE2-8AEB-830C9EAB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1CFFA-65A3-4A23-BAA8-733273CF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6343D4-275E-4DE9-9FAD-AE466597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395922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D2817-FFEC-44EB-B19D-1525671B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44CA-7773-4E90-BD0F-AB7808A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049D-F750-4C14-8C18-3A2C75DF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462F6-CD47-4645-8E7E-5614B858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5A06-9028-4002-8926-D0110FA4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5CBC7-6016-4526-9F86-7F4FB35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C2E25-DD79-4859-A53B-32484178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EFAF4-94B8-4373-8FED-C4227C0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AAAD4-7F87-4A55-BBFF-CEB2F8F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CC861-3BEE-4EFD-A344-4735E18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5934D-4368-4644-917B-7DB6753F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226DC-7F61-4700-BFCB-592CC67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F9D56-6031-4228-A9D2-33763BF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C02F0-787E-41A2-B7AC-6501F859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7121A-479A-4A0F-94E4-5D33788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E5A27-F0A3-4F6A-ADF9-FEA8D07E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B2D6E-FAB2-4D4F-A4BA-6BC9199D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EC70D-BCFE-4118-949C-66609276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03FC0-D0FC-4577-B437-34A387D1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49D75-5173-4EC4-959F-214DE31B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E5DF4-E583-4452-B602-545DDE63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DC2AD-4B82-4681-A9FE-028B90E6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8B808-8D68-4EF5-A6D4-D391E2F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F2291-5511-4CDA-A221-55F58189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0F4E8-6C8D-4A65-A94C-F8139C5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FAC20-87DF-4923-809D-776D281D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DA132-44B8-4EBF-B400-B320E43C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59556-910D-4D76-A1E6-812E1B1C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61D348-55F6-4FE0-8967-F6267966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5E958B-38DA-4E10-A8F7-55E67148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92CCB-C8B9-4D32-B7CE-764566E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AE38F-9CA1-4CE4-9C02-94A10B70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A215B0-CF4B-46D8-BABB-532DFA1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884EDD-5E8F-499F-A7F1-55DFFE23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D36B0D-E6E6-4CEF-B9FC-6136F583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BEC48-F22C-481C-AE67-7B2C0E92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35DEE3-0496-4886-87DA-9560EC9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96B312-5D07-458F-8CA6-593C160A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67310B-A9D7-4CEF-B9C7-0A4348CB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9C9435-2BA7-4052-A772-477336C3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6D9F19-3153-4604-B1A6-B553182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390F6D-98AC-4E0F-A0F6-DAB9B5EE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24370C-823D-40C2-A2A7-37630BD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1D92C6-9DA0-4A60-99E9-F2847F27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0660A1-2906-4125-BBBB-16655A87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5FE634-490C-4E2C-9B1C-2202827E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ED8033-732D-4C0B-B748-DE8B9262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70F77E-8345-49E9-9B2A-8B16B8C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08C0FB-55DB-4C91-9407-E6F5178E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4306B3-4A27-4D14-95C0-1406A721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9A6693-932B-4C98-8389-023C2A40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7F05F2-8429-4D2F-A9A7-E587D3A0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1E8ADC-3DF7-4DF7-A373-6C943BC5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92E681-B3E0-437C-9659-D2E11F2D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5D9261-B2E0-44B9-9F68-AE036669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5773EF-330B-4968-A68C-39ACB3D9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3344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38CF7-85F0-432D-882B-EEA4DB99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EAC46-319D-465E-9782-168CCDC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44636-32F1-40EA-9101-BB331426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D1ED8-F5AF-43C4-9867-546C59E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EAD8D-D934-4EEA-8DE7-EAECA75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DE9AF-93BF-43F1-B16E-3D94014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FC0F8-3837-48D2-BA34-1526F3A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43822-53B7-4FE2-9642-5EC3A941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28FA0-BE24-48EB-9C99-7AB67C0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915C2-67CE-4E67-9C35-8FA2D3A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8FC1F-3D8D-4A2E-83AE-0DCA7997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7E576-80BD-4EBB-8F09-477C364C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0C56B-15DB-41A4-BA9F-7CFBD1D9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0FB59-4508-41FE-84F3-42A94F4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F0159-C133-48C7-8015-EF3CEF34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83E5C-DE37-4C97-B3AA-356FF505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EB9BE-A05C-4F13-ABC3-117A967A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8BC5E-4B75-4465-BCFF-8246DD0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731E8-261B-4D0E-8644-9E5B13D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1E296-1239-46FA-90EE-CFB0BA48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C4CE7-1A72-4F68-8649-02F099A1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A1636-EEC9-4C39-8B3B-E20ADE73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13188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42D644-A050-4B28-81C6-3A394DA5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4D91E-AD63-4B0A-8CEE-E14D3977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D6D99-646E-4378-9995-9418F064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3D9F3-8640-48F2-A09B-9EC169A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018BA-108B-43D7-9C91-CA6F18F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39482-201B-437A-A35E-81C754FB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0CE60-7B03-44C2-9F1D-5037401A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6BC25-C65A-4984-8641-4FDDA9E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3420B-C159-4301-8614-EFE2B357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93075-3B42-4C9D-83CD-58DE825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EA3D-6AF0-4D82-9EF6-285B90CC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AB96D-6C4A-4F35-8CE0-46CB17D4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5224C-88C5-4A47-8C99-14257E8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884D7-77E4-436F-A1F3-94F5C28F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247FF-CD25-424A-AC74-E44BD597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68497-FE81-40B3-9C85-59B305F2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8EA6A-BF48-4FFC-A08A-035FED8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377F2-C895-4D64-A5F8-D1727647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88E1A-BE87-4E6D-B434-EF7AB470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4AED5-16F9-45B3-B189-1804CA78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651F7-1D4A-48BC-87D5-2BFD5C9E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00A1F-18A7-461F-84F6-DE4E18B4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2E9D7-E791-426B-9B15-87EB47E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01623-6602-4E76-9D1E-AFA3BA1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D6C2A-70B2-4C0E-A26E-6F4CDF43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19AE8-CE8D-4B85-8FBB-BF36D82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96CAB-F192-48A6-B204-07F371AB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05A46-8772-448C-9B45-06B467C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5604C-00DA-4490-A602-E68CC1BE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9479831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68F2B-CC23-42E6-B838-E352CA43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E17B6-0612-4586-BD3D-9C7A4B1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FC67D-AC11-4D78-89A7-11EA2E17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9BAB0-DD5F-40A4-A22C-F7C515CF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59E1B-FA23-44F9-8EA8-C91AE61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1240-EE98-4968-ACC2-13C0155A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56A6D-568A-4FD9-AC82-09F6B5E8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5F3FA-DD9D-4BD5-9651-46A407D7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8EE44-DDF4-42C2-A9C1-828EEC0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C1D1C-EC37-4BAC-A4AE-1EE8512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25EE2-FC0E-442C-8FC5-6660181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645A7-D649-4DA5-A7E0-B523734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5C263-FA46-44C6-A286-0DA6A10A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6C0AC-5668-4D1A-B75E-6244E2A2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E1EBB-6875-42FE-BE8E-3E27E378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5D79D-D16B-4834-BBBA-A20B74F3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BC89F-F988-4264-AD56-FA7FEBB4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1107C-2CE3-486B-BC4A-D86CABC2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DE054-28FF-4398-9302-D5B0158F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1D6CF-D017-409D-B62F-A250172F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B619B-425E-4B3F-8370-8F288AF3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0783B-51CD-4CDF-AC66-12D01FE6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3E83E-38F2-41A2-B5CE-B81DCBF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49204-F19E-4AD0-AC8B-B720718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A4688-E005-4471-8781-DB1AC23E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C0658-F215-45C6-92C0-AA9E06C7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032509-8067-4CB4-998A-4039629E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40726-F25C-495B-9D69-691F8E1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CB813-A033-4A91-B8E6-8D514C4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60124-16BF-4C74-8E7F-33B6DD0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018854-9DE5-4D50-AE5C-1BBBB28D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59DC58-767B-46EF-905C-6D788EDD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693845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6CA37-F074-4B1E-8CBB-424CA33E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E849C-D6C8-4438-91BE-F9B3FE5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18EF1-E145-48D6-9ACA-CD630CFC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EB13E-A225-4370-96B0-AAEB549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79EB6-94DE-43E2-BE33-A34C7673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7D77E-C739-48A8-8472-EEB55F20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F4698-DD40-4D28-9D05-EFB77E6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2C5A1-5EE7-49D9-9278-CE4CD725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7D1A8-E8B1-407C-9540-B56F451A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F1E90-5BAC-455A-8692-32033AE0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2B152-21D1-4DAE-AD9E-2D876E9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7565E-0E62-490F-9B5A-7DC5DA11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E4124-D22A-4EB7-A121-EA5347F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732E8-0F8D-4D66-B367-FB08138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0ACAC-3710-492C-B3AF-07554DD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490E2-B01F-478A-A816-098A66E4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6974F-4508-4382-A268-97B841D6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35516-28F6-4AC3-87FF-BF06C1C8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91EA4-6C40-4963-88EA-09B11B33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DDEBF-73E7-4CBA-8336-1A47A22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E8E31-4244-4609-AF4F-54731B1A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5B796-E9E4-494E-A94F-AC5106BA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A944E-62A5-4267-911E-F011E132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D3197-766A-4957-B6B6-34CA4802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567C5-4311-4549-AA1A-3806CE2E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A2CD0-4404-438B-A247-BFF22EE6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45892-3AA4-4275-8DE5-DCBDB26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CD1BF-DA8C-4BA0-A5E6-FA93FCB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5867161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6743B-F46B-4988-A267-FEE9AEB2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46375-4D5D-4999-9CA5-22F9CE58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1FF25-BA13-46E1-BE7F-844A7360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FA96D-633E-4B20-B3CC-AD7C1FC1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C5868-A6CA-4284-B149-32AA2198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50BEF-9E95-4BAB-8F52-6C4E84F7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07DE5-A4E1-4E16-83FB-0F5AB954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67DBB-8E2E-41C8-AAD1-743A3159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883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68D0B-3B21-49A5-ABB2-FFC11D8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consumer mobile 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37800-108F-45E5-A531-7ACA820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конкурирует за ежедневную привычку открывать приложение ради смысла, reset и самонавигации.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CA0B3-BFA6-4686-90CD-4B0026D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C4DCB-A1F2-44F1-B34F-C21C3655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4713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368BA-774D-45EA-8D89-085F4B5A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платных поведения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636B5-A529-40A7-9DC3-6F92CDA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навигация, wellness-ритуал, память AI-companion, визуальная идентичность/avatar progression.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2B14F-88CE-402D-ACB6-FA4296AA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59E00-2148-488D-97C6-541E254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058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4F73A-74BE-49D3-B6D3-7DB60095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apps + web + AI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7356B-6CAA-4B87-A7A9-E2AF230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исследование покрывает app stores, web apps, paywalls, соседние инструменты и ручной competitor walkthrough.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D39E7-38E1-4C83-9C93-23BD654D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F5446-E84E-4C52-B128-19B17705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8A576-F021-4AE8-A62B-8B1AFD97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04A2B-18B0-40EC-B4F2-3D22E6EE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достижимый первый масштаб, если creator-led GTM, недельные сезоны и premium-визуалы работают.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7FDBC-5684-4A47-A719-7FD9BE8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24D94-DE36-41F7-B751-83E11A7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90342-B437-474A-A123-F6EF8E8E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$30-80M ARR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E2C0B-0A2E-460F-9A7C-A64B001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+ annual + premium tokens + creator seasons могут дать venture-relevant upside.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BD683-3359-46D1-A4B4-0F2A6013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— это не один horoscope TAM. Это пересечение paid personal meaning, daily ritual и AI visual identity.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65803-A57E-45E2-91AB-11B0738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5797179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824CF-FA05-4898-AD13-20681D58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87A21-267B-41DC-9B9C-2BE6AD72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A14F7-98FC-4B56-BFE5-C0B39CCD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2B754-8F5D-401B-A910-F652104A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1247A-F5BA-4EFD-8B24-66A4EF64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работают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2BEFC-8DFA-46BC-B279-0A547A96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58299-8469-4A93-A5E9-72E5D8F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06AE1-9958-43CA-99EE-A913EA64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A0580-4ADD-4E3C-98C5-E39833A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9A6C2-BA2C-4A01-AC74-5BC690A4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Внешние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64CF0-8642-411A-BDF0-07D9967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Rev.now / Sacra / press / API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9F707-BB58-424B-A680-9E572BD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Revenue, MAU, payers, price, public COGS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B0B2D-633C-4D65-945A-68B18FFD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95C51-EA52-416F-92BC-EBE4B63F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79FC7-C90B-49B3-BAA3-8CDE279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Производные бенчмарки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6A378-BAB2-4C27-A4FD-8B14C67A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расчет из открытых сигналов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AF621-F00D-430B-9766-E4E9BCD1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ARPMAU, paid conversion, CAC bands, COGS 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78735-863C-40A8-B1AB-A6C29EDE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5733E-6C65-4D7A-ACCB-1C94CA9E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FC03A-986F-49B4-8B21-2A283582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5A938-3C1E-4D61-B1D4-5237654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conservative / base / 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FC95C-AE5B-4253-B278-A4F13B0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pricing, conversion, token attach, no-free-video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FAF03-6968-4EF6-BDAE-F27CB6C5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D49CA-2A28-4D5C-BA67-CB72EB8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BC162-17D0-4968-B290-2959DAC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Продуктовые решения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54FFA-7940-4A3E-9231-37739D3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что реально строим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A830A-CB3C-466B-9473-76AB066F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Plus, annual, token video, image-first Life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3CA342-075D-4758-B898-FF11ACE1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Презентация не считает оценки конкурентов абсолютной правдой. Она использует их как рамки для гипотез AURA.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08CCCA-4E1D-4999-8A1B-AC27A315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5305762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C5927-F296-4DA5-9235-DF6B54A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FBE42-711C-4DD1-8B5C-48D710A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F3E9C-E90E-4D18-8C38-70E2D353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5FFD5-EBCE-477E-8493-7E02882B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5C252-A5D1-4435-9086-4686FAD2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709E4-63DF-42A4-9AD1-7C0FC4AA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3B5DA-0113-4E1D-9847-76D300A7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E2177-667B-4C94-BCD1-94192A26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9EB4F-8EA6-4225-B7A3-EFD6472E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BD6FA-8DB8-4025-9AD1-66BF97CB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749F4-9CD5-427E-B404-2B4FA8E7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C3C34-D0A9-4C5D-BD1B-F18DC792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E87F6-843E-4488-9C43-A698C1DC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02C72-2CBE-422A-AC03-B7B4CCD6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3ECA0-B877-4AE9-99BB-B5DD5953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51A62-D6DC-4872-87E8-E9DFBCBD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59B5E-B7CA-4A92-89A8-2828072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53F9C-5F46-483F-9522-CF69878F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758A0-0FD8-4F63-BC60-3BEBF0C4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35AD7-8079-4A0D-AA8D-E24C4D5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20078-4884-4338-98AE-3A668BB4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BB96C-DC20-4E78-A0D1-42985FF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863A5-75A9-4F1D-AA8A-8A01C8C3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C9CDA-69AB-4F74-BD9B-7F7A960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1018465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ABB0A9-D62E-4728-AD94-8DD69227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2114B-C804-434B-BA09-513B10A6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07A1-3755-4BB9-BEC8-96A9BA2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8A537-336E-4E51-8F73-A66E511B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5DDCB-9ADA-481C-8DE7-239D6B86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EB062-A9BD-4D83-90F9-97B068E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2F737-A5DC-499F-9C29-D032156D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89A01-240E-4BAB-A2EB-C843FC3C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2EE4A-616F-4DAB-AC19-E2F4AE2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0CB46-61F8-41D8-857F-31798301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D722A-9007-4DD5-B296-88A2A87D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9DA94-8491-4053-9FEB-A072C56E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EF543-782B-4BC2-A5BB-4AB644A3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30FB0-796F-4179-9953-84F9BC0F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F87F7-84E1-4555-9F4C-C6314991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B75DD-8587-417A-A0E1-D2E1730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81054-A83E-441B-9E98-B9CFD84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3E5B5-68AC-4A94-B28C-DC9FDD01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46773-1190-4A4A-9EA8-1ED948C8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5043A-58DE-495E-AB00-9819CCD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6C94A-1CB3-4991-ABD8-900DC5BD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C671F-A424-43B3-98E7-3453F78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C4385-5E34-45BC-AA44-CFFC527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0EFCF-2ABE-4EE9-8013-82A7ECEE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899F4-F071-4F2B-B76C-4A658800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E6355-7057-43B3-9469-7CDB9DA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3499D-C07F-454D-84DB-3BE9BFD8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8C2BC-D8AF-44A2-9553-CC3E5FA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0AD3E6-E22E-4C14-81D9-78A30FF1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968F6-92CC-488B-A86F-E00CA325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96527A-99FA-4EA3-A532-C9600358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599C5-65C7-41FD-B3AD-55EE7F5D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7D58F3-EDA1-46C6-BE1C-8C68C5A1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D5E553-C2DB-4759-832B-8D3C4330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0D1052-81A2-4342-9E36-FB60BB6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5DABFB-B7CE-4F9C-879C-0894C6F4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C0B45-D1BB-47C4-972C-0A415FC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20DE01-2E0E-4CED-BC91-6619D10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D84001-7776-4677-BAA7-A6A9C819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0FFE80-97F1-45D8-A4D4-57A3D695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715708-0EE9-43DD-B2B9-857CADD5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A9021F-0A9B-480E-841F-CD0729A2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56ED7A-3FA7-4D1E-9556-0560158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E4F16A-DE48-4DEF-B9E5-9297A0C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D7D72E-D61B-49EC-9B58-2A2D70DA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0C3C8A-AFC6-4047-843F-89642EBF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C0192F-B0C0-41DF-ABA2-B711477E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AE8DBB-E839-49AB-8C24-4C5CEBB2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7E15D0-B8B3-48D4-BC85-F25B21B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AE6C73-5B92-45E0-952D-8B68D26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627B51-9074-476A-A8DE-4587735C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172FCB-A21E-4FAE-A564-BAA01945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77BC15-78AB-4C99-A6D5-943A836A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BA047D-DB9A-4719-A885-46CEE37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EE68DA-3FB8-453B-830D-CB89DED5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EA95D5-F174-48D0-9B4C-C3E9198D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7291A5-FD4B-400B-8521-DEF0B3D1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36C4C5-5988-4244-A84A-7D8FDDB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F24137-FCFF-4AC9-8084-9AFD4B1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520B93-A23F-40D9-BC28-6D2360E6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C63DCD-C3AC-4EE4-B697-07FA5BE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EADA3C-45CB-4329-93BF-76D92B77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138DA8-1012-4B04-9172-2E93F53E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CEF852-A4C5-4C5D-8399-DD81A1D2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017BB1-5020-4667-AACA-D2C7C35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4291E0-4E94-4C82-B845-46EFDE1D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6352314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D9108-1025-4B7F-BF54-60119037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DD851-0E89-4494-A8EB-2BCC35AB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583B8-30F7-445A-B12E-48CB2FE4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AC09E-B8AF-4A5D-B971-92AD939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D57F8-CD2A-4A9F-A902-00D9CDE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45022-24F6-47BE-91E9-F95E9659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C6BF-6CA1-4E5C-B9DD-6F9EE4FE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72EEF-D8E2-4CD8-9B9B-38939D77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3EB93-F6AE-45A6-B058-D9AF15D1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131CE-DEE4-4781-9678-F46EF9E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11956-509B-405B-A0EF-8201F0AE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035D5-EF29-4108-8DAE-7B6C3E7B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D08DF-E293-4022-A0BB-0C0F0FDB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3454B-27F5-46BC-84D8-EA197EE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39FEA-F229-440F-9D5F-37F6B8C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92CFE-4973-426B-8466-C40A263B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5AD61-5407-4784-981F-E51000DB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690F2-38B3-4C6A-B053-B43D7D5D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7CC6E-4871-4FE4-A52D-E19CF3B8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E5441-FD6F-4B70-B6C2-A1EC698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371D9-05DE-405C-84DB-B97DD0A5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017F4-34C1-4419-B20C-CFFB4FEF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14663-23C7-482B-9DC3-85142D1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B5302-605D-4A70-BE91-0685AFD3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3E71A-4CF6-4158-84F6-2D2D894B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1F1B0-A1A5-440A-B5D4-8881D04E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0AF611-9A4A-4827-9E1E-D35CF93A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5FD95-375E-4536-A892-8A69FAAB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E96E4-98D1-4FD8-AACA-EBE8047A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F81CA0-0BE2-4FF6-BA75-6748B3DF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D41046-4B11-40F9-A340-CFF5C014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5427A2-821D-4884-93BA-60479B94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3ECF9E-3B01-43E8-8281-EFEF0EB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A719A4-E9B5-48BA-BEC3-551D181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0D4156-1C21-418F-926C-B71D4597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4142F-4CBC-4A3D-A0A6-667EAB7E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9AE599-FCF1-46D1-845D-E2BB40D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A89EEC-E154-4DF8-9FE4-F8DD2D82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EB7FD4-FF62-49FA-B912-17529E6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CA6E5C-BAD1-4EB0-8E07-7CE90091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BD7022-759D-4FFD-B87E-636F000F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BD1C4-22B2-47D4-8943-9146EC01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A1175F-6A25-439B-AEAF-21AB3CE8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12359D-DA4F-48DD-B2F3-1E0EFD21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3A15A5-2EDC-430D-B02E-F2B3CF4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98898B-0821-483F-9131-9A8112E8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8F80BA-1C72-4327-A898-524FFC1F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98C672-FE4C-49EB-9BC8-630DCC66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DD9524-C15D-4CBA-8C4D-EE4459D3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48C16D-0531-4DCD-8388-2E596BF1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36367E-2C02-4A0E-BE40-16C1937E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02B4FA-B618-456D-9302-796F5FD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E61087-55E8-4E61-A567-28338CF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473FBC-18C4-4036-9BBB-9B357FD7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47781C-9901-4EBD-88D1-84C071F5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97A6F1-282B-4D6B-B14E-AEEAD145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8747401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F02AC-8F10-432D-B9A4-D24F514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2B087-D11F-4526-A38A-2019C44B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39846-8D47-4CFE-BBE9-B3F249B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C1388-1A6A-4649-9101-B7FA6286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C26B1-326F-4901-8C47-0F415D60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91FA4-1990-48E7-9DF7-56497A7C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B890F-30E2-437C-BD6B-56CDF6C8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02776-4612-4AFE-9586-28AB2DC8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3DAE9-5F26-4328-B6B8-8E0C25AF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DDF8D-3721-4EB8-99F5-ABB30E56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EBE9A-6683-4B88-B109-D102CF30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50FB0-F654-49BA-A105-1435DBCB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E494C-042D-43DF-A542-28D0D4E1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7A9A7-E810-4492-8695-F31B64EE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00128-AC43-4C69-BA82-DDAA218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5EC7E-0162-45BF-827B-1FFC2AE6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5048E-FFD0-43D5-8633-18ACDD5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825D9-B6B6-4A00-B51F-97404138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EB51F-58D8-4CBF-804A-612BE923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72230-1F66-496B-A7ED-ED64E383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298E3-94D1-46E9-9E97-0BEE8F5D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EC896-CFEA-46A3-A21A-0DC81645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2DBC3-3636-40B8-B89D-3A826B48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55439-1431-4C3E-980B-EC6DDC8E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EA1C3-62D1-4082-9402-D129922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DF222-A063-4D68-9DC0-448AAEB3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064D9A-8D99-4BC1-AC7B-88429134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DE139-8923-4287-BCAE-55108C1C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129B68-1564-48BB-BD78-F08301A6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234B3-67FF-4E95-BCE2-73A4BD88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670095-31AB-4B67-A306-D1E0CCAD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882EAE-E9DF-401A-A300-8C8825C4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6C2BC-713F-4A66-9CA9-4C530B50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EBB3C3-A43D-4238-9F7F-1BD5CCA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543F9-547E-41A1-9248-CE155379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B9CBFA-A1C3-4180-A5C6-8205F34C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A423F4-8CC0-404D-BF05-FDA9A6C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F3A4F3-6A1B-4CA4-ABF0-B48DAFBF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9421D4-0428-4C91-87EC-2E825D2D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CD651B-372C-4DA6-BDCE-BA238B0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EDB7AB-75A8-4302-9091-D8DB1D08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AECCFE-C342-4AEA-8EF8-F9853A99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2136A7-616D-4319-8909-4010633F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C94709-9F19-4B15-81A7-1E562249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E48679-CA36-4D4F-A1A3-5AF60425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D62A60-4F45-4777-9E25-9ABF059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47BFD0-25F5-45E9-9EF8-B398A0E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8094D3-4C73-4674-AA0F-E3C52057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F2B2B5-9EE4-41D1-9CDF-265035B9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56B8D5-DF32-4752-B7A5-EB0E458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73F1AA-EE06-475B-802E-BEB68DAF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333EA0-73ED-408B-BA5A-C8878D03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007BCC-AB85-4AD3-BEB0-5230D29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E75320-9A8F-4432-8A98-A71933CD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4EC04B-5C6D-4F12-942A-F0A808FF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FE69C1-072B-4786-9483-DD801428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D8782C-5ADB-432D-9E2A-8349F1AE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A04C4B-8931-47AA-B85E-9CE543C6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898BC9-07AC-43A4-97AF-AE0DFDBC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7B586C-A4FE-4709-BFFA-3BB3E5D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F37324-A9CF-4612-9EA8-151F0E2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043FD4-6B4C-4B92-91B6-3B37FC68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BE28E8-1D62-446C-9805-073DB2C5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48B782-E4BA-430F-A95E-DA9345A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5BA316-B93C-4F4B-AD04-3A882D9A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A7F274-D258-45E3-BE3A-2851E43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7577130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698E2D-4160-4F10-ABA4-9160449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3107E-353C-4E25-9F8F-3E0C1645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C34C7-D30B-4753-93FB-42D3012A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CB804-0859-4DD2-8DE9-CCCC2A4C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59D39-17A9-462D-8BC5-14A7ADE9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98FFF-E98C-4D58-9B98-E27AE39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D4F64-236A-4DA7-A819-8478E5DB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6E1F4-9BCF-40F8-94E7-89A881D9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9046F-9639-44EC-83E8-EC9F52D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E835B-57BA-4BA1-9965-BBE29B29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0441C-E017-4FAA-B3A0-60188F36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A737E-A7D2-4A50-BD23-7BF3D98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8209F-F94A-4F4F-86A6-9F04EC59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EE464-0315-49D8-A6A3-00E853D6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2824D-1306-4C6A-B500-4289F139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5100F-4FF9-4DA6-B88D-EF5D40F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73B2A-3277-415E-AD24-E6FBCB05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6083B-7C06-470E-8D2E-672CFC2F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6B7B8-6B85-44C7-9560-99073521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6B3BA-8927-46E4-B521-C6BA2EF1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7F2E1-A715-4417-812B-78AAB2E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9092A-9D58-4CDB-BED5-C2FDCC1D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2040F-7B27-47E3-8E9A-0C95CE52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5429E-014E-4FB0-9095-5FA02183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08B38-BDD3-412C-B008-2737FE80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035CB-A129-424E-B92D-379F2430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4E4C4-1EFF-4807-B74B-7C3A6AF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73781-3685-4D4B-8999-D81BF38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E9C40-7503-48BE-8462-9620A286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CBF83A-135F-4311-A714-5A3D6B78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BECA2-CD43-4D45-AFC5-2F9C4B9C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14667-8358-4A58-8DBE-75FF418F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7AB176-2373-4EDF-B226-8688ED27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07876E-CC37-46CD-9EFC-7FF92D12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A5C1E-D4B7-42AB-A87B-877368AF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88D83F-3FC4-4ACC-906C-97B2BF0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9DC9D7-BC66-4DC7-B3C1-90F7CE5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F09C59-F5EF-468A-AE6D-36929212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FBF408-4AEA-4E78-B739-1A58C5C7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B22828-A92F-443E-8A09-07BE1E60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AD6F06-18B4-4289-B311-747EDED2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2FEE6B-A25C-4B5B-B0D8-703090E9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673B86-FA7A-4A20-92A1-D1C8DF4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99DD67-B3D6-43FF-8D4B-59593E8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35FD02-B78B-4201-A804-E3FC508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B403EB-730C-45C9-886C-F303FF85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63DAD-95CA-4057-8F44-6A7F9AD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121FD-753F-4D44-9D9B-C38C7AD9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9C9764-AC8E-4B5A-A064-FF1EEF58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874BDA-44DC-4B96-9A5D-EB31ED5A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696CB-DD9E-4607-9030-844F5711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1B8A99-F131-4910-B0E1-782E2FB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A3C141-9057-487B-863B-8D70CE97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D63F98-32B8-410E-8B62-D9E4D508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30BBD6-3072-454E-A8F7-2ED4D122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124972-E07E-4AF8-A444-7AD02821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1C2DBC-8452-4FEC-A936-02DC4DA8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4DE0E9-DDCD-44CC-9247-207F4773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46FE79-3F60-4985-AB64-AE6CF18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EEFF5E-ED1F-469F-B262-67461B8F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B6F9E5-A598-4F4A-9413-01ADF6C7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B07E34-E9A5-4363-8FBD-A28E7B3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2C4F8C-29FD-418D-80D9-D38BD34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353445-B709-4928-892F-C35504BC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650146-13A6-4C6E-956F-CFDEFD86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D7B522-C9FA-41D2-AAE6-1BD8E3F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7046351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EAED18-58DB-495F-8F8E-EA1F28E0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79B80-9A6B-4808-BF83-52BE3702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7AA8F-DFCF-4BEB-B265-C1D7D93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5C40F-2376-4DB2-894C-1A91B99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9BD30-25EC-4AAD-B248-405C2739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FDD67-9DFA-4E57-8D99-184E75A3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5BE8A-B374-42FC-8DBD-9DF0F6E2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0AE0D-4DBF-4F71-9996-5BA9539E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B43BE-0E80-441A-A5C7-3AC0818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C0B1C-E470-4BD9-8139-A4E9518C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D875F-9121-4EDC-9118-27F4C3E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809FF-0870-459C-81CA-46A7DBF7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04116-D0FB-4F87-B4A1-40325424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FB793-8102-4907-B416-B4E8579F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3272C-1A89-4482-AA5C-EC27BC65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ED688-85C5-4ABB-BFC3-B2426E1C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7D998-B0CA-41F6-88E0-A298FDB3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B87E6-6327-4C2C-9329-BB44DA95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14EF5-7CCC-47FF-AB4D-0A26340D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F142B-4B8C-4FDE-94EC-B353C326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62568-A237-493F-BAB1-E5D0B9C1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55638-9409-452C-A170-55A29CD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846A2-2305-45A4-A20A-698EFE2B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FA844-EE60-4AAB-81CB-BFBF5470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8F472-800A-4243-AC2F-BEE09B76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36776-D79E-4BD3-A1CF-FF82183F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910AF-68A8-44BE-89FF-4C1669D3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1D27D-53B8-491A-9382-E0C29892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91056-3AD3-483D-BB22-28A8DC4B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818F0-7832-4EB6-9206-547EEEF7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622BD-0E4C-4B66-96DF-C73F5220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DBC45B-AA5B-4C8F-9616-E1644BFF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D6E600-7E3A-45F4-8812-CE1A4EEA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241E72-03D4-4C54-BFB4-4388AAD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5D7335-22C6-4D9D-9577-40CBF5C7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C4BCD0-3AA4-48A4-87DB-D5FA7D1F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D14C9B-5D1A-428D-9F01-54E64B5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778DC-F720-4EBC-925E-E4B2EED4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2226E9-48E8-42B4-9EB2-CDC91611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08C377-C7E6-4EEA-899F-38A72340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BB5BDA-108A-4D20-AAE6-CDB46ACE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EBC08B-5C5D-4F39-9237-1946CB1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F02C8B-0762-47A4-A475-E8A79362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1F3D98-5126-4DA1-885E-47C4A234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01351E-EEF8-459B-B894-E5EAFE03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4D8BCF-9AFA-483E-B418-A89FD96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6C3EA9-6F35-4AC3-A917-6F52AA5F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AF81DA-7100-4BB7-9AAE-1CF723E6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EE3D3D-3D6A-4716-9A76-5DB0CC73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3BA1FB-B9D0-413C-92E8-C477F2E8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4B758B-5657-439D-94CD-12748A4E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ED2318-4DFD-4C53-821F-AB099220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B3A8DB-7E19-4BA4-9513-5D9BF31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A022BF-D726-4DFD-82D7-ED11B82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7F7B1A-2340-43E6-BDBA-5F0A6A01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3EC23D-279B-49CE-AEAA-084FD9DD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1DCBE9-E791-4214-834A-A4EA3EE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5B5FCD-3312-416C-B521-2D1FC5D0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014982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99278-B6AA-4D77-8736-83F54B0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BC9D0-EF97-442A-B029-13DF7176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7256F-562B-445E-93C0-F899DA39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E14BC-9192-452C-BCBB-42EAC512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BB393-616D-4658-94E1-147E3F2E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D05E5-FD9B-4CE4-B75A-02882EB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EE7A3-712C-486C-8879-01B59AA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CB943-D520-43C2-8850-E13F8E87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FDDCE-5A89-47D9-8774-E43CE56D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C5083-C128-4852-8083-5A799785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CFEFF-EF76-49B2-9FAF-224B1612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79FC2-DED0-4CC3-8F47-8270868A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DB247-1A52-468C-BE43-8484F2C5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0E98C-C0BD-452F-8268-A8DB631B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C33A2-4DF1-4296-993E-EA249BD7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E87BE-0D01-41B6-AF01-23BDD707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DB151-4FFC-4A28-8289-6A2D381A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5A5C0-A323-4F17-B59F-0FF83E4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90E9B-8E94-43FE-936A-67D9FE6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ACD05-C3AF-4C95-9E20-0C4C52E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945BD-0BE9-4E0B-BC05-9EBD3CD8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2F1DE-9AA8-437B-9268-C3597328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87675-7524-41DF-8C50-1DA27D96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5FF32-BFB3-4063-B0B6-B7DED37B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795DF-D6DF-4576-872D-4F58A2D2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8B1E66-92BE-4ED8-BB3F-12E4E64A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7F780-4392-44B7-B118-A7183E41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D9B12-95A4-472F-8B9B-7DC1DEF0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4B6A6-CF24-44B3-AFE6-F92FEC1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65376-EBF1-495E-B2CB-1A8152A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DC5D8-76A7-4B42-8B1D-C47859D6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6414BB-5965-43ED-8B28-F5381220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8130E9-35DC-4FF7-84CD-4225BEA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AB076-66E2-41D5-9BE4-669E52F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85C010-BE06-4ECC-8DF8-909FEFD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D958D1-B82B-4F11-A0A3-00DF0E8F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9690F4-B997-4772-B727-8D5AD6AA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A57C1F-4BA4-4047-846A-5128667B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A8A2F0-F0CE-4B07-8FCF-082ED44B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6C8C3D-E790-492B-AD77-464BFDEB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DC9C41-73AA-4EB9-82E3-D446368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DF4C74-1C99-45A7-9EBA-0C70B71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26A3A2-3E5E-4099-8E26-5A5515D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69E25E-F14F-4073-A1F9-43B2606F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9F88A0-A7EB-440D-9D7B-0E6607D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9E2E49-6A3B-472E-894A-62467349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6C2282-9B46-4FB4-887A-6502D170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B10D8B-17C4-47DD-A427-16F5CF78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04CD3B-5D55-499B-AA02-33A0D985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A59872-07EF-44D2-9CC1-87F7C801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7090DF-E2FF-4A1C-98C9-5C1457DE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BA6092-657E-4A42-9A97-A804C69A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16B295-0338-418C-B363-4BE722DD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64F776-A63F-4C4A-9625-82AC6F21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1C1691-E09D-49A8-97C0-618E896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7F63D2-9B6D-4F97-97F5-75148E1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A90658-3717-4C86-87BC-2B2385E3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531986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3FDD7-477F-4380-8355-8E3BC966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BD52A-3428-4F44-9000-CE43F50B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A3FFC-5D1B-4821-9B4E-A4120AD7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7C6BA-795D-42B3-A9A6-9B07A282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F1287-965E-4F53-AAA5-62031D57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F0229-4218-4057-9F93-5476E01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C9044-6E2C-4079-A0E4-8A550BB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CCD03-7148-42C0-B68A-7371B061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0871F-53FC-4816-A7E8-ACC77430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791C7-BB69-4FEA-88BF-40CD2696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85ACF-0F38-4CB7-819B-AFC6EFD8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2D81A-8495-4125-9C22-45F9D771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5C561-0281-48F2-91D5-6BB4F060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B61C4-3D43-46EE-ACBC-80F9058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5E5DC-8DF8-4DB1-96EF-0A63347F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496EB-2CCB-4445-B40A-F4F94CCB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19B09-E4AB-440B-AB8D-77AB006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E10E4-163D-485D-8452-5DE6FF14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00CB3-198C-404D-82EA-5758853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12EB8-100B-47D1-8123-887CB325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9AF77-EFF4-4773-894C-F84E8F67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15EA8-9EEE-4B0F-9E01-944C101B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72244-AF76-4A7E-A792-90C41D7E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085E1-4BE0-453D-9B92-A2C3F41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28A63-81AE-4F6D-AF36-E089B54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BD23A-424F-465B-A033-0394DA5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36A92-0285-4CCE-8741-8A0A06F3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1BC02-3CCD-4F29-AA17-8E633769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B10E13-6748-4FDE-B778-4BEC396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D04FA-E8B8-4CAE-9E72-9D423B04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35FB9-A94C-4228-BE22-8B143F3B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6FFE8-D100-46E5-8FC6-1C01743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C1AC2-D2CA-45A8-A0E6-332D48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8A0C58-C835-4DED-8F28-2404635A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612D1A-40F2-4B55-B378-39449B5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6180EB-FE8B-44D0-9175-CCE0C7C6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9CD0E7-804A-4F2E-B98D-893EA55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A07E43-1425-4E52-9AD7-A0CFFBEA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2A70E9-C816-4A43-BAFF-FF193DE4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E9B8A4-A7E1-4B92-AD2D-8CB2242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8B7F7A-B463-4C2D-B00C-C293CAC1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9FD631-D288-4E6C-9F73-5FF6F840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B3527C-CECC-4C12-8DC0-568DBF3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0CB85-A440-4CAC-94B1-6DDAFAA1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4AC75E-9E84-45BB-96DF-56086D49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F80BF4-78A9-411E-A5BD-D3FB761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F8FE16-0157-4F42-982D-2F395554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D4746E-6A2E-44B7-874F-BBA5B21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574F69-883B-4709-AA5F-7F5CFB1B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4C47FB-852C-4938-AA0E-FAF56527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0BF8A5-3451-45D6-908F-F37FBF8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EDC2C4-EF0F-47E0-B198-BB8F9B47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0A6D00-7250-4647-81E8-7577B4F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620A0B-177F-4468-AB2B-3354934F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98CFFF-E478-410B-B75B-EF3B4FB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8F1847-968D-4F70-BEF5-B29535E7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675E6B-E876-45EF-8B21-2C48500A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066255-11D8-4805-BA9D-8343E61F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07EE39-571D-48CA-A276-F03BC11A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DA797E-FBCE-4482-B685-34E49DD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67AD57-6BEA-4DC8-AE7C-3AFA30B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275696-0214-4825-BE51-81EF2300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01A2C4-E7C0-4417-B2EE-74280EC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38F881-4379-415F-A470-51DEADA8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1DA401-31AE-4A11-9A25-4E66739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0CC0F6-437A-49AE-AA29-A3125A16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C7B080-AF40-439E-A803-98F560CA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3960005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2FA6D9-0F9B-43BB-B59A-0D71676D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CA7B6-2ACE-4012-A952-3778553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345D7-9AB6-440C-ACB0-365FB76B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9EE5-C98E-4090-9666-03B8104B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2C08E-8B98-412C-BC44-265EBA2B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57B04-0D4E-4656-A231-24EC5EDB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1758D-1FD2-40FB-AE4E-3F3A5687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A7EBE-735C-439D-AE8B-BAB589C2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E4183-8C6B-456D-83C2-A6A001F1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57CDF-C95A-4A96-91D5-8AA854D5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6EBAD-FDC6-4526-8663-B03D3E2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A24C2-B3F0-4750-A46B-1FBDFB9D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D281A-4C32-4F14-AAAB-6A57A7EB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166DD-B35E-46CC-A19D-C5507A2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03790-7059-4ED5-996E-6271E863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751E9-3C3B-4F10-A7E8-E67AF099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6837F-5EBB-4AFC-9DF3-AAA1370E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BF18C-6891-4884-94B9-2F93F165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7C4B8-F481-435C-BC1F-6EE794B0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85A38-26BF-4777-B766-CC888800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4C346-0749-49A7-B4FB-46719D16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90AF5-0BA8-436E-AC9A-FF6959CF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ADE59-BF1C-4A68-B988-74D88457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44601-6E85-413A-8251-378E25B7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BFCAC-2B2B-4D2D-A0C0-67D0527F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AE217-21AD-4F2F-9217-305F0079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9390B-56F4-4F28-AF5B-E42C23A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305D7-26A4-4F89-A1BD-19337866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E2D45-9485-48F5-BF84-77E61592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86C28C-500C-485F-826B-D46240D1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EFFFD-F8C5-4DCA-A50D-521AA08E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986DA-D081-4106-A181-1ABC2B05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E2D082-DF5A-473B-8F1F-D8C1FE6E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E8639A-F6F3-4218-95C8-D5FDAE24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128E18-9767-47DB-AFB9-E6F3359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1F73BD-0896-4228-A0A7-755F57CB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BE355C-AB15-4F63-A9CB-9283D20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64504C-8C7D-4404-AD62-0B1EF816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E4CB68-B035-47BA-95B7-3F61417A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FF96A-9EC9-4635-8D8E-46B645A7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C1C419-9F49-4C25-BDB8-C32F3D71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0568EF-3BC7-4356-AC2D-982FBFF2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AC7139-8DF9-45DB-901E-435B88CD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3EC340-3D07-4AEC-AE7C-AB0CC89F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FBC207-98A8-4423-AE85-3AAF5326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8AEF00-047E-4349-83E5-32713EC9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A3B0E2-AF26-46D4-A337-A31006DF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D33A17-B0E2-4952-847A-98BDB861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FE0D7A-933F-41F9-BF8E-BACC821D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D6EDAD-DA3F-4263-9521-0DB1A049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0C1E0F-A756-4746-B102-1C748AFF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5E9471-3A00-40F0-9F4E-B5345BC8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BA3913-24C8-419E-8930-5FBDEF3C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0D21FD-D1F6-457E-9D86-E22A5A4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795FC7-F120-40DA-B062-C6B3A47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426D2-652E-4475-98EA-5BF56AD9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58040A-91E8-4D9F-B610-890834F5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580089-3AE3-49DA-8649-20A8A12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F963F5-EBFE-43E1-A5BC-4BFF424A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633101-C5E9-489A-AEE4-AC286C54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698DEE-707B-4EB8-8EA2-0CD333F8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4F3675-0C84-41BB-94D7-B5825929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11E0D8-3D03-4C98-9BFE-8EA3B2B4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A87E1B-82D0-46B0-9D32-E2F45F9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9E1EFC-5A5C-4353-93E6-7A6F587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EE5514-8090-495E-B198-C5E2EE56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6DBD89-0873-4310-9AEC-8CDB8B84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7607898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F5271-06F2-4E9A-B8D3-89A38D99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C6723-194E-46CE-80DF-1CA81E47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6DC96-1980-4402-BFE2-8A44823C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01742-FB53-4732-972A-850CAEFB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0B4CF-63B4-4052-970A-7C69D639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От бенчмарков к модели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1CA5-7893-4858-959F-CEFA86F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C03FC-2A9A-4173-A5C8-B93E9DCE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1C04A-9F06-4B09-9711-9EAB10DF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Вводная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E3E29-C5B6-4D20-BBAC-4607B380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97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A987C-6CD5-4274-BE47-8F54B67C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763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 бенчмарков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31141-ED68-44CC-8525-843B4E67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887F0-0981-4678-A87F-6BDA10C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763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Гипотеза AURA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5877E-9FD2-49E4-B6A3-7EE6258F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4097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2C20F-0492-4820-8720-10B823B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4763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это разумно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B82D5-D957-4A72-AFD6-3465015F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0AA0F-96F1-428D-AEFF-061C33DF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D582B-CFE2-485E-A50C-21008818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574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4269E-1866-4FE2-9906-80776C6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1.4-2.5% subscription astrology; 3.5% Balance; 4.5% AstroTime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2EEE1-7DE6-4815-AEBA-CCBEC796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574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7EE4E-5E12-4603-A53D-CF761217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240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ABAA9-31AD-444F-8282-C40AED25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574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5B4D1-3188-4AC8-992F-CF5F8E9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case предполагает, что value доказана до paywall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A8666-3356-4E78-8BCB-3269EBB5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EF0F6-3EF8-4A9F-98D7-045DDCDB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085E0-D23E-4E3F-BB73-257D0C57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051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95265-A475-4DA2-BD13-B4130BC0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717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$0.19-$0.37 subscription astrology; $0.57-$0.65 wellness; $1.82+ urgent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DBAF0-AA75-4B54-91DC-12C19C8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C2FAC-3053-4325-B33D-8BE1DE70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717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972CF-AD0C-4B6A-848A-6597B66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051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59FA3-1811-4010-B628-06453038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717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быть сильнее generic astrology за счет visual/token uplift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B0FAF-DCA0-4F65-8DF4-AB6A642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BB17E-44BB-4877-BD78-09029A2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3D2925-7F44-4637-9D38-6A4A8B0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689B2-18BD-407C-8939-B65BD29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194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$8.99-$14.99 common paid band; $19.99+ premium teacher apps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843C5-C92C-4BBD-9579-B4B6A0E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0319D5-5EE9-4F06-BE65-822686F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 base; $14.99 visual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4EC2DB-29F4-4549-B29C-1FFF5C22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528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CB3A1F-F6BE-449A-966C-530C1934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194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появляется только как верхний тест для video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13D9ED-DF5C-403E-A79A-5440ACB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CC0A1C-26E7-458E-88C0-C934AF0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5372AA-46E2-417A-8DAF-2C8056FD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5F96E-B0DD-4EF0-95E6-AD5EB0DC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671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~$0.40 / 8s; Veo ~$4 / 8s; HeyGen ~$1.50-$2 / 30s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87CA9-BFA4-4B6B-92B5-42BD8DE9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62799B-F845-49B2-BF44-2A948A8C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671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Runway clips / paid month; no free video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B679E8-A072-4996-B490-E77FF3D5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005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68DC09-674C-4EF2-925F-2590DB9B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671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video можно держать в Plus только при лимитах и capped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00512A-530C-4B5F-BFBF-3ADB986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EEF4AD-8391-412A-AE07-ABE7675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1377E8-977F-4361-A11A-EE3EE328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7CE6EE-57F9-4C2F-940D-65DCCFA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48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$50-$150 organic/social; $150-$500+ paid web2app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EEF72F-D58C-454C-BB24-8D3D498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482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056A94-5D0A-4FF9-8C57-5BAC77C4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148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 base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AF06E3-32F0-4857-A880-3FC3A5D5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67A95E-48D0-4DCD-82EC-A47D75B4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148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acquisition только после retention и paywall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85BB1A-2EDF-4E6A-A4D1-8C5902FD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важный мост: данные конкурентов — не готовая модель, а guardrail для модели AURA.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78C077-D555-4C0D-BA41-04E368D2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6393187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CCD61-DC25-48C6-9C0E-DB63213C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0B191-8401-4C74-9A03-644BF806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3FC05-BB43-4F5B-B0DC-8B90F42C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8642D-085A-4652-930C-7DE6C8E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C0E5B-0DBC-4575-8CD3-7E063705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F8276-8EE7-4ABC-9C85-14FBAA93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BF7DE-FEB7-4E16-BD6B-2BA4E175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2FCF5-DD1F-4AFE-A17A-5689E809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720C8-721C-478F-8F95-F7D34939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8E5CD-47D5-4C40-BA4D-958079E7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A97B8-2C61-4057-9821-5DBDF3B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88F01-3B13-422F-BB3A-3540B9B1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E1384-8839-461C-B795-1B84791F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F6060-1A70-433A-8EA2-64D8C9D4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88C2E-3BB2-49E3-A082-E7BF9110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C3FED-04E4-4E9B-8D4D-1FC7673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B9F29-C22B-428C-89FD-D13CC593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F162B-2441-46EB-9DBC-698B4A4E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D969A-D99D-44EE-BA86-DA799D97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E8C1E-718F-4C7C-B2DB-FF13CC0D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9C172-0F5C-4156-BA2C-DA1B1E2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2E892-891B-4764-9C14-F080F3D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D85FD-5DC3-4D6D-B21A-5912AA85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93A4A-F2C0-49FD-9AA9-C2FF8F43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F09D7-1E29-4688-A3F8-E9DB722A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F9F38-8D8F-41F2-ABD8-5B50729E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C539FF-0849-44F6-B104-D738DEBA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622A7-C0B0-478D-98AE-E7F83016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E342F9-2DDE-4B59-A691-072E6B4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76AFB-2BFC-4C15-A917-AA567329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74ECFA-7629-46CF-ABAA-56FDEA45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6F857F-148C-4E28-AA64-84140F83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A490A9-7E43-4DCF-A7BF-7783188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04CBFA-A09B-41A9-A279-16D7107F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73176B-2598-4E59-B929-A5632072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F8804A-9D60-43C4-BFBF-62DC5DCA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B31A02-A4F2-4ACD-BCA6-6797B0A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FF484-D47D-48D1-9C01-80B052A4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5AE3D2-1F23-488D-B228-B0BA7928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CFA380-65A4-4B25-BBEC-1641ADE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64DC65-FF47-47C9-8575-60C8515A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A1C5B0-4535-41F1-93E6-1CB2A4C7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3FF6D0-C8C1-4308-86A8-A4493577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846E4C-8492-41F6-8F6F-0FBFFC0C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CC1154-58DF-405F-B8B6-FDC7CA4C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1FA8DF-5FB3-4B68-AE5C-2099B262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DD889D-2F06-4AAE-B7E5-846B89B9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13DD9-7303-4AD1-A849-3C2A139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DDD3AD-9B7D-4045-AC54-15ED0F6F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A41F72-5775-4C05-899D-D1F152B5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3197EA-0F7A-4C28-B577-E7B3984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E84D3A-790F-4C87-B0CD-E02FC20C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FA5DEB-4A6F-4D62-9BBB-B17C3CA4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3C39E7-7AB4-482A-A455-EF5F96F2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286AC6-FDF7-45D0-BC80-913E2D15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F482E1-ED2A-405D-A582-7377CF5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5291D3-53C6-447B-A0AA-C51B3829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652E1C-114B-4B97-BA97-78C00817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31D14B-00B2-4392-9008-05690B23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300C5E-6ABD-47DE-B564-267D86D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993A51-2AAF-4780-9973-BD38506A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AEBA33-1C5F-4A07-B9CC-8F5053DA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00BD79-1A4C-40A2-8599-5380289A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4A2A0E-9F93-4D25-8D62-3FE37084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E85665-4B44-40E3-9FB8-49F3BCBF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C14A79-E1AC-4017-A6B6-422C84A8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5F4F21-E025-4BA7-9F08-AEE1F3C3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FCD4A0-8C85-48F9-8556-1E672FD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CEC0FD-63AF-4E73-82BE-31459D20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D674346-2A6F-47A7-ACF2-814F6848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B09CCC-C596-4B40-9548-2AE2334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283D6A-7B5C-4AB7-9C13-5E402BB2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860215-57E6-4464-A8B0-9969002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0C0ADF-0174-43D4-96AA-0BFE1147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9F70C3-8B2A-41FA-A165-4C19417C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CD83A3-0978-48F7-89E9-ED28FB1E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147158-E147-43DF-9149-4079911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0F58DE-4A36-4A10-ABB8-6C34667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7FA20EE-05F2-4388-836C-F6B1A51A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8650B71-E443-42E9-80B9-71F4A6A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112C3D-C260-489C-8118-EF5DCAE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9F6C90-277C-4A2C-83EB-F9F639D0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B6EE21-ADDB-4DA0-A7E5-0F06FA87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79FC9F1-3248-4297-89D3-B33CD7A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1DC29D-121E-4340-B242-8AB1705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0434965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C33691-E0C8-4FA7-B5A8-EA8A8CC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8E7A5-D37E-43CA-8E45-0592903A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7F265-3BAF-419B-9D15-A3A8FE7C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AC574-00B1-4D0E-B75E-123BF9E9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33814-9666-4545-9B36-F4597B9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31A55-A18A-4B69-91B3-3D7AE7DE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3FC1B-40DA-4A94-8B96-094C8E01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0CB42-28FD-4F49-88ED-97C22207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01D98-CC46-4626-AD3D-7CD60287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0971A-7ABA-4576-AAD9-FBA9DF4A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3577D-12EB-4DFC-8F3C-D767D57F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7136C-5CC9-4B80-9CE1-98E3FB4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8A606-002C-4FCD-A52D-35076EDD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B77CB-0D11-4C1D-81F7-B5564ADA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6ABCC-2AD6-4977-8425-15624B83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E858B-89F7-4927-B01E-C747644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695C6-4725-449F-857B-215DE131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196CB-4F31-4746-B6B2-865789CD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2E3DB-CE2F-4960-8424-104F085D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B2E66-E8D7-463D-B180-B46EAAFD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5ECC4-E147-4135-BBE4-19CB331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E78B6-B15D-4B2C-9556-6BC7DBF2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E609A-8844-4BC0-9E18-D27CEDD7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8269A-7DDD-4D9A-A48B-B1498BBF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E77B4-187A-4D2F-94AE-5F7A341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776A7-0CCC-4BC9-9326-FE823E5D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F3921-B8EB-4FF4-A34F-AC174184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1DE11-EAA4-4ABA-BAEF-805D26B6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95798-09B3-4042-A836-ABE9002B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6EDB1-CB00-4DD9-A24F-C89D293F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6596C-E47F-4562-8597-122D08EC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65679E-D9C7-409A-8BE9-81378A14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5E120C-8CBF-4E80-9A54-E3368646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54D5C-4058-47DE-B0E2-375F533D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B661B0-2F47-4729-9EC6-96C281F2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0D607-ABA7-4B9F-B434-A540D625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C793D-8732-4431-A064-2C3B9B8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F64BD0-E6F2-4994-8A23-8B49534D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D1274F-26BA-4E52-B7EE-4DF5413E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777C5A-E5D5-4FF5-8651-F427CFB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BC5E80-0A70-4963-AEA8-B9784891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1A431D-2442-43BB-8E2A-39676F99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03BFE9-D06A-4418-974F-7D53423D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7F3641-5E98-43C5-A283-48E0FD60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40CDC3-9165-47DE-A122-EF34E9E1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8137FA-364C-41B5-948E-8CF3D0B7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6D4154-F224-40A0-97A3-C4CBB57B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8A85B0-8457-4A61-B6B1-2322F041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B3E2C5-C562-4E0F-B016-539352F3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49289D-B888-4DAC-8C28-1AB26465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92E5DB-5120-4405-B786-5398BF0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3176E5-06D7-4CC4-8A1B-E3C76B0E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CF4F8A-51F6-47AB-94AE-BA187FD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EF3809-F9A9-4DB2-851B-D6DE67A8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B56FA7-5EDF-40E1-B252-47A41AD8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5B3A2A-0D68-4532-B812-508A4B57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35B3B0-5102-4436-A14B-E258619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DA362B-6AD5-4188-9760-45CF4577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E73650-6EFA-4F4B-8E5F-5FE241B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BBCEF1-81E8-446E-97C3-3D92B04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5346B8-C33C-4A0E-8E5C-70AF82E8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970573-E227-4FDC-B6C6-48D6D807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050E82-702A-4937-80A6-01C096BF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D4F3AE-4E05-413E-BC39-053C6209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0ED086-DB81-4247-BF8F-51B3B416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4E6A13-2685-4D35-BAF1-45CC59EA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25E78F-081C-4865-A500-30D7F3DF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5896420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B62D7-47BA-4895-9AE6-AE0DF559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8433F-F1DF-4937-95ED-734B72A7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5D188-5AD3-4C7C-BA57-08477DC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66A66-3FF6-4F44-B995-CC373A41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E5667-59EA-4BF5-920D-3F078232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D7728-0503-47BD-B6AC-2DFFD03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F6561-6530-484B-A140-47E35401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8B3AB-7998-4D11-B9BE-00B5A775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00275-4F4F-4629-82E2-4B6FACD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33852-A376-4FA2-B81C-2912389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FD9D0-FFBC-4B83-B3B2-9D0AFA8A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DD3C7-A506-4EF9-A1C3-23326C8A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01EAE-DB2A-4647-9232-9B182266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E4356-9F31-4623-866C-F6784948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C8E8F-4545-43B6-8D1E-491518C4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35A6C-1ED3-46C8-A4A9-3E42175E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E5F74-985B-42E2-BB29-D879FB8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DDBC4-2BE0-40C9-9FBC-174B8309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B935E-22AD-4C94-9C40-E5769FBD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6628F-874E-4591-B369-F5E4D76E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D48E4-2DB9-4D4D-940A-461E00A6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73143-2554-47F3-B4A1-3DDFA2F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3508F-9829-47A5-AE1C-4F5C883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8E312-5812-4A5D-80EE-1E45ED88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87224-FBFB-439C-A910-414CC905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BC94E-523E-4F7D-AC97-661E08B8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49399-B84E-46B7-97AB-4BA2901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EAF86-977B-4EAA-9633-B8EA8CE6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2B6C8-AD8E-4062-8610-80D4324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A25C06-CF86-450A-AE31-5BCB0810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78033-E346-484B-8F44-704E3764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9FB59-F47D-4E94-84A9-81D710FC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1A068-F475-4093-8E37-508C5500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41C527-CE73-4273-B3E4-D13A3F87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91879B-B583-49F4-8296-54761189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4959C3-5093-49FF-960C-E63429DC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36E4A4-12F3-45F5-AEF4-FA91BFF5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AA19D2-6F1A-4BF9-B02C-49E786A6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2AF768-6DED-4897-9AFF-11D65F8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E0A5BB-4CCD-4FA9-B8B1-46570B53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38FBA9-4CC4-4DA1-8BB7-1028A365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B5249C-9709-4214-B322-64989F43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DECD11-9B79-439D-857F-E6460167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FD0E27-6E84-42E4-AE66-FAD2CE16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B4BCE1-E057-419D-BCCB-43EA6B98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788CDE-3F95-416D-9ABD-94AA9768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C2C792-C552-417F-B74C-6FE6C2F4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CF3E37-34AB-487B-A51F-7505EEF1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0D6B39-E2CD-4315-BBED-8749A9C1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4B1F3E-9545-4E20-8FB1-7297F40B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FF3F24-9544-4658-BD0D-B533AD3B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2FB5DF-915A-4D49-B565-380E2ED5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E3541E-4B7D-4A23-A0EF-98F9808E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4F8790-6762-446A-9FC0-79604A0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AE50C7-EFD5-467B-BBFF-003110C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83B61C-3EFF-4C95-827F-ABC449E4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4710D6-D1BB-48CA-B11B-F38A7A49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2AE850-D8BE-4195-BDC3-29CAD35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CF56D8-8D4F-4C1F-A574-97A8D5FD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F013D3-D2C4-49DE-924A-5F8B06A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1638ED-DF7C-4329-BA16-15E1417F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728507-E64B-499B-A081-2197F1F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1A2CEC-4F5D-4C9F-B9F6-B1BF73E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D25189-8A84-43D4-8A14-B492659E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AFF0FA-9CA6-48D6-956F-A8B2E738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A5DA0A-0ED1-4AA4-A492-4B004803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9AE7D3-10E1-4DFC-848C-2B48BFBB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2606B6-3F40-4329-93D8-130F644C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79A6B8-BFEF-4268-A18D-0BFA50E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9D9816-DC56-4D04-AF87-E07C5769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F95E42-1452-48F0-9483-4BD53B67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2F89B0-1515-4A56-9695-9B45B250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0FD6D9-D9AB-42F9-83E8-95C37C65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E1FD85-0CBA-4A91-99DC-F56EC551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C1DB52-6021-4510-A6CD-861254C5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022139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2B717-5C17-44C5-AF51-B634EF4A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D65BF-E201-4DA5-9E97-20957271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8BFA-EB62-4184-8A66-3A8DFB86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800DC-B83B-46BD-BD7C-DA433C10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529B7-29DA-466F-B0D6-A2286778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486DF-8770-433A-ADC1-0942D0CB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01BAF-C12A-48CD-BC5C-531FEE20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39BD8-8801-4302-86E7-87842773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7D84E-38EE-451D-9CE5-04392C51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3F773-F221-41B8-8292-902A4C4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0ED4A-9D95-439F-BE75-7FAA0D53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F5F4F-C329-424B-924A-206558BD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A36D4-517C-4D67-ACE1-28C6F04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55A9B-4EEE-4060-B1B9-1490C6EE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674EF-3C9B-4BE0-A33D-D28659B3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BE2EB-3859-4F7C-826F-2EC3C11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1F96F-BF63-440E-96FC-40C8A76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7607D-A1DC-4314-9785-548CCA5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88C20-AFA2-41F7-BEB0-81481FEA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4966C-29A9-4853-90D3-968AE76D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1B214-126E-4F01-AF75-A99D5C6B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26374-661B-4E1B-83E4-F8966898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F94F2-4D12-446A-86AA-0CF8560F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86157-EC55-421D-B57B-B2683A40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308B4-AC81-4F5E-A270-838A66E3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81730-430C-4E73-A4C7-94BE8937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5ADD6-FB82-4568-857A-C7B7287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40034-0367-47D6-B828-CAC3CDA1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57BE87-8C57-485B-8AA2-21AC33C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038D3F-AC35-4071-9571-EE3EC8A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9B4F1-D047-44C1-B20A-4E798B2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26064-39A8-473A-95ED-8E47F56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2A40B8-7FEE-43EE-9C80-231284F3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63A547-DA2C-4E15-8857-1E1DB7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32FD3-883F-4194-B1D2-5963F457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5BB3C9-F9F2-4576-AEA9-493AEC56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44FAEA-E5FC-41C6-9FD2-87D50878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3BBAB-065A-4D8D-9DE8-9771577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48DAB-9173-4EF3-BC8C-61076500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9C77E4-56F2-4584-9872-8395A10B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ED18EB-54B1-4DE5-88D4-A3A6286A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43D7EB-2000-4AF4-8488-8D009E68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D4E7F9-0103-4BB5-834A-3F78B735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5DDC00-C0CD-4758-BEF2-3303217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3B163C-3AB8-464B-A4B9-5EBE88D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5E6FC1-EA3E-4CF9-9827-2C43633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133268-08BD-48AF-8180-96723CA2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E79DD6-2B01-4BA2-9A62-F868B452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EAF212-2556-4463-9C73-55222698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A5BBB7-3356-4872-9E6A-FEB254A2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973A0B-9014-4E71-B574-F11D807E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8E854E-74F5-4E08-BC59-16E282F5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B34F62-CF33-404D-9CCA-B8BB135B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AA048A-F563-43DC-A938-6CB36426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2C233A-AF1A-4F85-B6B4-453D029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F46FDA-FA9B-4BCE-BBD7-321B8362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04DC96-C2E2-4F37-9F40-235A381A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1C6808-3715-4931-973E-60682A2D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33F5C6-390F-47CD-ABCF-C235C017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0AE568-628E-4C61-ADE2-DE09B218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F53ACB-315C-40A0-A87D-9D66630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E8EF68-878A-4B4B-A82D-7722EE02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F47FAA-C84E-4BE4-ACAB-4A3AF572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7FEA2F-35A6-4F9A-9382-595749B9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C3ED9C-39DC-462C-A1EA-EA7D0271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1046E3-3996-4EDA-8314-F09C0AEB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969C6E-D02D-4B55-ADF3-679D4ED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74DC8C-7A58-42C1-A723-90DB2014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9963263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931C7A-674E-4674-BB04-784DB6C4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D1628-3B5B-4997-A4EA-FB758A6B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92A2C-31F2-4835-B3EC-40548F4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77E50-F0B8-447D-8A03-F43CEA89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697F6-C49B-448C-B306-CAEBFF8E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43423-7FBB-4E31-BB96-39EB22D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21B0E-2016-43A7-ACC4-83029B4D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B7489-E8AD-4E5F-A23D-F905150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D170A-EF10-4CC3-9A09-2DD646FE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72A48-85A2-4901-92C2-A5E57F0F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D7A97-3D43-40EE-99D1-78964E66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2B644-4DB8-4EA9-80E6-D454A743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5F711-0F73-4F27-BD3C-F9417BB9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E255E-BEF1-45FD-8A4C-ED4A493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CC4DF-B437-4EEE-985A-FC303CAA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142E5-948A-43E9-912E-51A8007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DED22-8968-4A96-9B6C-5983B698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3D007-5A4B-45F4-A6B2-1DEEE15D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3A5A9-0B8F-445C-9A2A-7E59FF3B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2CBDF-1CFF-4F0F-B667-F5FE77D7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6603A-36B6-48E1-9E90-8FEF462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91E90-3B6E-4287-A623-322D75A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CA2BC-78C9-49EB-9C33-763839BE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D70A9-14BB-49FC-9E9A-36EB72B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15A84-8B60-4C92-92D5-E9B44428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FA3831-5A96-4ECA-94BB-1A968F7B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AF8FEB-6002-478C-8F0A-BF67C17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3EF2D-D5FD-4EA9-9444-58F20B0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F05C9-7799-4FD1-9F72-38688FF8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C0E0E-AFA2-4772-A227-4FDFF127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9322F-530C-49B9-86EF-C79E499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2C1BD-B452-44CC-A680-D162703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6A34D-8978-4F8F-9B9C-DC41AFF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F166F-886F-4301-B01C-4A582E6D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995613-29BB-4D5A-A54D-5C842AB0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96884E-D195-47BE-8272-9CB9E3F8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7945A9-FFB2-41EB-8A14-17216B20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9A989C-3FFF-4D87-9524-8AE7E9B1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3916A4-40A4-4D26-8367-9453B295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C6A555-5E99-4163-B6E0-4358F73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E26992-DF26-4A0F-A51F-A1A6DD6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06AAA-818D-4F9B-8885-C0163465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CFF44B-94B5-4515-8AAB-3EC344A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DA0EAA-9AF3-4A33-AF23-CA463B37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707EBD-24C3-4C1D-A7E3-CAD2DC7B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65A24F-7352-4250-83EA-4D46697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924E37-03DE-4E9A-95BD-D86094AC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2580C1-51C5-4D73-9E5D-AEC364B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563526-8083-4598-A611-16F1A767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3AE494-16EC-4567-AF4C-3978248F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3EA26A-A974-48BB-9C72-6C0E2F0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768DB6-291D-4506-877E-BA8E557D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371A12-B490-44EB-BA21-65F6EEE5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36EEB4-9E8D-40C3-A832-940F1CB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169B47-E9EA-4064-845B-1075B30A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886FAA-F078-42BA-817D-4F6E6F9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848A85-BCBF-4E34-B632-C85C08EA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FD97CE-15F6-417E-8841-3AF25BFF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6C6D96-1319-42AB-BB81-8F502F69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26B408-120C-4D1B-89C5-375FAA85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0423A2-D524-4B35-A982-0AD8C375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DDBDA4-4F8C-40B9-B1E1-12229543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07B687-B107-47DE-B991-0EC8D9AD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081921-BCE3-4B99-9A6B-9701C5B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5DDEEE-863F-4738-BAC1-0FE8BE0A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6EB588-3166-48AE-BEB9-8042273A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4A4C48-FADB-4804-A395-84978568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ECD187-08D2-4DDF-8251-0D688FAA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34D697-ED7F-4B99-A6CC-4F2829CF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4C74D5-56BB-492A-A203-9188981D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73F436-4828-45E8-A800-D57EC9D6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2B53DC-92A8-44A4-8E54-847D6F4A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F90E38-EF9E-4E8F-904A-DE53660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5A8EA0-FA2C-43B3-B1A2-D76019DF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6C74C8-8668-4D30-B00F-36E50E52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5B17A19-D1DD-4B53-85E7-8F929EEF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AB5914F-54C8-4187-BE4C-0D92328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177535F-8A63-4B82-98FF-DBB90BF9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D1891AE-AC3E-4E38-8D46-D80B2F65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6778E82-E1CE-4AE2-8E12-6F2AE4C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04059868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F3D88-257E-45EA-8D28-5110C2E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185DA-27F3-4AF0-A0AE-7FF1BED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81E6B-1513-4AA4-B336-F54684D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8B4FD-9672-4A65-A6F4-3EE11FE8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E2EDD-C9CC-49E6-AF2D-E6E4842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59306-7682-4077-A83A-BDE7B927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13CC0-0246-4217-8E8D-C4DA3E38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51BBB-56C0-40A6-94ED-3B085C2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05792-CB11-4AB0-AB92-1B76B824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69E6E-2F25-4AE8-A6B9-8356477B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DAD08-12C6-4E1E-913B-13DFEC55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D295F-0718-4FAC-8DF8-8E68116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447DC-D9C8-4CF0-91D5-388E130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90219-0CB5-4FD5-8553-90EEEE3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58B0A-AEC9-4E56-9C48-26745346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669A4-6223-4C86-932F-1EF815C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E72B1-4B6E-488F-BB61-245E4C0A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B44F5-4C12-4C02-B795-B2CE00B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D55D3-3D3F-4CA1-AC04-12323606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2B861-DEF8-47AE-BE78-6BBB8E32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6CBC5-EE53-47D3-8139-BD1856B4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C8DF0-5881-4316-9E58-942622FF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A8BF5-E298-4AAA-91A6-EB653826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DBA54-EC2B-451E-8564-DD4A6C1D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4FB119-9E54-4E47-9E29-B16DEC9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6B3936-2608-4986-A9E1-ED12A6D3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08CBD-F948-4AA2-855C-FA50A8F6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466F9-401F-463E-A6BA-D6DF882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64D73-AA44-448A-9510-C268EB4B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9914D5-C5E8-443D-ABDC-825F404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1224B-45E8-4AB8-949D-BC0AF805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F5033B-B54D-4BD0-8C08-7DEC0E38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A4123-F2A3-4036-A1F7-F7C6A2B5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7EA877-2610-476D-B0F1-9C2BD206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07109D-9F1D-4774-832B-29C2B47B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F888B8-6AE1-40DA-8058-D140581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A3A883-5690-4FB3-A0BD-A6780F2F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1243DE-6CC7-431F-A3C7-53D7F4DE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ABEC77-CB61-4FED-A61B-5EF7E408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167A2-AAF1-4BCE-B81D-758BBAF9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C635CF-C6BB-4663-B44B-75937DE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4AAAE5-F8A4-454F-8502-83B3537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C38F79-89F1-451E-A925-E30163F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A972D7-B9A3-4C21-9DFF-08D7D93E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AA3317-05BB-4E26-BCAC-78221BC2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FE4264-84F7-4AA6-8B6E-EDFD9B4F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F1E656-7255-42BE-8929-834B2CE0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199C97-D2D6-4B93-915C-AB0F00D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2B30D2-1027-45BB-8CEA-AB06009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C0059-8D95-442D-86D0-49C66B89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250C85-3BC0-468F-B79B-BF90CB4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736B62-5A6D-4BA0-90C2-CF0D199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29DA08-6F56-4A0D-873C-ABFB830F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2AEF79-F39A-421B-9BD2-18ECE2E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E6CD51-0810-4263-9CE6-A466F77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32B0B3-5059-4853-96B9-613825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8BCCD1-0DAA-4AD4-84F5-E842ECF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E86D6B-4129-4B7F-9BD7-79D27A96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DCF406-F7D2-4775-B45F-EF13E2F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ADA89E-0211-4657-998F-A23271A6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2F25AB-FB76-4758-BCBF-7998F7CB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8B84F2-F415-4BA3-BB91-59464B0A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7EEA2E-EBD0-42B3-A68E-410B2865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4CE339-371D-4474-B842-CF0F2201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9A1E81-8089-4073-8BD1-9B99A707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CD6BF0-FDC5-43F5-9D8F-5755D20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10639B-F480-4123-AC75-834922B4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8411362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B24B7-9A76-4F05-B7AD-9DF4E192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9D461-664B-4F84-BBA1-BC8515DC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3328D-5318-4AC1-8570-774EC072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89A03-D46C-4989-8D66-AF7D5017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6D2BE-8590-4B4A-97ED-1343D309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финансовую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664C2-70D5-4728-B330-C3A877DB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7C30E-D504-4B48-879F-7FC98DD9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77F94-6166-4071-8A3A-04C8C831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0B3A7-4EB1-462F-BC2F-4343294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активные пользователи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461AB-7DD4-42E5-9AF9-2CA9A216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реально пользуются продуктом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B12BD-A76B-4C13-8632-9A0968E6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25063-5559-47F7-8EE7-369DCA93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6446F-E555-461C-8C5A-1B9C6B6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часть MAU, которая купила подписку или токен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9347C-CE82-4640-913E-5E01CF08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источник выручки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1290F-7969-485C-BE22-0E83D4AF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4314A-73D5-4C80-A140-8C9C5AE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1B1AD-13E0-49F7-ACFE-B4FFA99A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от подписок и платных генераций до/после комиссий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1DBF0-D225-46BD-8672-4BBF8E95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 потенциал бизнеса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73578-B356-47F8-AE2F-419942D4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FF587-0FA5-47A7-80B0-68608B92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CA8AC-B1C6-455A-BA56-26D87DB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переменные расходы на AI, картинки, видео, storage и ошибки генерации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12D7B-6470-4F9A-BE37-84C5ED85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чем выше COGS, тем быстрее съедается маржа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C11E1-3877-4069-9F8A-4E7104AE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18BB1-0169-4BA7-A6A6-6E19261D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A2F62-C50E-4DDE-A5B8-E9B4ACD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одного пользователя или платящего клиента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A205E-8D24-4A22-9FEA-1DE6917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CAC выше LTV, масштабировать нельзя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44EAE-98CA-4B69-A2F7-75F3DE5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15714-CE90-4017-A3C0-0468A0A4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6312D-D425-423E-BD2E-70E2A41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 до следующей проверки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9BB2D-ECC3-408B-8B65-549C07B4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бюджет риска, а не обещание прибыли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E2B2C-03FE-48AF-9D0A-0ADFEAFA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Финмодель ниже — не обещание результата. Это рамка принятия решения: сколько нужно вложить, какие метрики должны сойтись и когда проект может стать денежным.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9AC53-A33C-45F6-9D19-8479679B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93326696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533D4-254C-40CA-8D22-2F2B6BEA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C7DF3-526C-4DD5-AB0C-8E526F2F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F212A-6DA5-4D75-9904-BE5706F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A31BD-1EB4-4C75-93F4-39A3A022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02F91-1899-47CE-AD9A-26C7A8BA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308A8-9A30-4B58-8FCC-3F84FDA9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B24AD-0E90-4C2D-8BB8-B399633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06D20-FDB8-4903-9722-3E1A252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FA7FB-5F39-4B0D-B994-E0BB8FD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EEDB8-B320-4624-9A3F-9F1F5492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6FB5E-2F32-4B9A-AC12-C9A726A8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F1A74-7530-4C09-A39E-5473A54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17479-A297-4BFE-BC6F-490CC182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82D4D-0CED-4005-B8FE-1D1F57B4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8F876-AE87-4850-8CA5-FFACDB26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7E8EC-17B4-416F-B01C-C72C5F6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F382E-FEB0-4A15-91FE-B479C7A9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025D0-4272-4845-8B5B-D1D44F86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F418F-EB63-4B29-ACF0-B002D8E1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7D500-DACC-494E-BC6F-4E68FB9D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CFCD5-2729-4B57-A921-97DE6AAB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87D03-A444-4858-8B92-A23ADD2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D7D774-A9EA-46FD-8DD0-31DE0E8A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2357F-D7E0-4E81-A237-608E65A6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EE5F1-CA3E-4F0C-9941-A9C1D8BE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6E719-3AE8-43A9-B64A-B3DC0D2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67E88-E98C-43D9-A0A7-E6AB3E5E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9E0FE-7AF4-455C-AA60-9636811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3954E3-CB3E-4ABE-BE95-24E697C3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56284-2CBC-4D9E-8C2D-439C07A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CBDB59-E935-411D-BA75-CE0954E8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B776E4-B35A-4002-A39F-74F27A2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C851C6-65EF-4592-A474-AB66BBF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164DFE-F10A-4158-BB6B-C21BDFAD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6E6666-0E19-4B82-A1EC-2D2F4457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537D94-A38B-4422-813E-04C11D9C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3260E1-7D11-440A-8962-0E289D72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F1D797-3B1C-4727-8747-0CFBD8EB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96D716-DC55-4153-9696-088EC3B0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8A6B8F-9E9B-4BAE-8F0E-85A4DEDF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A401E6-9629-4C82-A88C-4D75BEAF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C74ADA-03DC-4A08-AB99-8773D06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85B33B-6D8A-4D9D-A5E0-281BBE0A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EA1DA2-D05F-4206-AB5E-FD236CBF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B1068B-C00D-4ECD-80DD-558C0395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3AAE48-A447-4EFE-B87C-A69703E8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DCA9CF-6D05-4B20-9AA3-BCA69810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22843647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897B5-C4DA-478F-BB9A-D2B7535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5AFDD-F882-4B3E-A0CC-EA5B2E91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62039-0C51-4F4E-B89E-51B4D2A3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C3703-D14E-4CC5-8A6F-EBF799E9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977AC-E713-4FEA-BCDA-E8855898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B40ED-5B53-4134-BBE3-F5E1927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EA195-AD92-494D-9C19-61A2A1ED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892E7-DA11-4972-918C-EB02672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DA7F5-96DE-48F3-A513-F23BE121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08F94-1235-4766-A859-CBB52F6B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F61A4-9B63-45AB-9F1E-BB190B2A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225B3-1A54-49A7-96B0-F0163E7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3E3F6-4EDB-435D-B7EA-B352DF8C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47F9C-6AC8-46BC-98BE-D8BD0216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F072C-6063-495B-8E60-12E4DCBA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DB323-A75F-4853-961A-E395B4F6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0F45F-87BF-4D25-9B4E-44C9C286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32C06-A3DF-4D3B-9887-FF0E2922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62AD0-D8AB-4A65-BEB9-CC93B765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F6430-69D4-4CCF-BAE0-C608C35A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B5E7C-DB18-4F6F-BB51-BDB6CEC1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7DDDE-BEE4-4814-9233-C6DC89DF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D79C5-2B50-4554-ADF7-A66B402E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DE688-577A-4B3D-823F-2F1EBC4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A6FB8-115F-4EAC-B865-A06D9435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0E9C9-2278-4E02-882E-9B0F0DF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27B5E-1E70-43BF-84F9-73A5E3AF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2741E-4D2D-43C8-A2B0-7EF3FC96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70919-C8BE-4A14-97C1-827EE097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2D89C1-D466-461E-B004-A83EA806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5DEA2-3B01-40F2-9973-688ACD69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EE79A-015B-4CF4-9F99-C0F3DD0F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BAC43C-EF47-476D-80C3-6C8DBE47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1E0714-8D30-4A10-9BE6-A150290E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DBBF8-B0E2-4051-B8EA-15EA7DA0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C39EEC-CB53-4780-BE8C-45E2AC2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0F3D6B-B8A1-487B-9767-D58B6C6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14A3C6-C3C3-4484-B042-01C6B27F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27A6CE-AE5B-4A1F-89E8-F8EE8C55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5ADD7F-3C31-40E0-9DBB-D7DDF100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222B9-BD5F-4F5E-83FA-87915F57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703A93-A063-44C2-8586-4B569E2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8E5289-10AB-40C3-8513-7FB007A9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CF1FC-78BF-4CF4-A7AE-8F88B7D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580F91-818C-4C98-8641-B12AB08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04A565-875E-4665-AD1F-70B328F1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CB0575-6AE7-4CE6-8AAE-FA825F1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093B1C-ADF9-404B-99F8-0FF1BCCF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15D340-6F77-4231-A4E6-DC144F3C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BD6065-A7DA-4D1F-B162-E4837325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917CC8-4862-48EB-8337-4AD7A87C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3D36EF-7094-4018-94F8-F82A1A9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FC7614-8CF5-4AEC-99E2-ECF68AD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084F30-8CDE-4A1F-932C-CD629D70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8B7BBC-4135-4C46-9C75-E6979233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F4145F-7E8D-4A49-B2CF-25C7372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1E563B-0194-4CC2-A418-0AEAF3B0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7CAB02-2726-4908-9485-59278137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2C9B75-1944-4C7E-97FC-F3810726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89A8AE-A345-4744-93E8-4A2FEC6C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118DA0-2A03-4B69-9014-19B11A09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8598AF-B9E4-472A-BCF1-95AFC7BF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5C065A-6A7F-4183-B8B3-431DAC17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2F965C-19BF-4C8F-9940-654DA333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D7A5E6-BEA7-4F73-9BC1-C7F2D71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0991A7-1DD0-4971-9E28-3BEA32BE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B7BC0F-AC09-4C4D-B80E-3967E930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BE73E7-418C-42DD-9F94-EEAC046F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B43ADB-75F2-467E-9FD6-157A2E69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A9C328-3571-4013-8348-E81FA8F1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7581B9-C2FE-4CFF-BDE3-87BF8F6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D48003-C42A-4411-AAD2-20E23B5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CE7CB0-0D73-4791-A0D2-FA141B1A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1334965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AFC6B-EC3B-470F-9A8F-AE85A12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144DE-2D6F-4F20-BFEF-A64D2F6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858D4-AFFC-4F33-8A18-454141F1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6FD5-9D19-4E42-A57D-B5FA116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72472-7A35-4E7A-AE91-C0D0A51A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Финансовый путь: от проверки до cash-out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570FC-322B-42EB-8356-697C0C6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C0C54-5510-4ECC-A870-9283774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959C9-1FCC-4829-ACEA-841B936E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90CA1-B9CD-433F-9C18-B6008D69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36638-30B4-4A6F-A71F-13012DB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2BB9D-B140-4AC0-9448-BA32C4E3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B0DF1-ECCF-4B95-893F-3D963BBF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5A5C7-F5ED-4A8A-AE48-C347B8F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319F9-B244-4727-BDBE-B771C883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Финансовый смысл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61A4D-59EB-4758-ADC7-D5169BED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80721-ED2B-48CB-8FAA-1C159212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7B336-004A-4DB2-B73E-31B3BB3E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64AC3-F91C-4FAC-9310-A850ACAF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46591-F7E4-420A-8EC6-33DB9A0A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037A3-D63C-48A5-B568-FC46209C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paid intent &gt;5%, Canvas causality &gt;50%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35440-FCDC-4182-99A6-ACC9CC8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4B095-4FA4-465F-AA20-BCDC2A0C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выручка, а снятие главного product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94B96-99D6-4038-AA3D-4D0162B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41F33-A555-4F32-8F3D-09787D1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делать / не делать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42157-3A67-4FDC-9BBF-D5C46157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815663-E5E3-4C43-ADC5-ECA98FCD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выручка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39B37-25FC-46F0-AC4B-3F78E206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3F699-A59C-40B8-875E-4D4F8110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payers, ~$1.3k MRR gross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B129FF-D9C7-4D95-88A9-63CE09D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A03C1-3E17-4A08-B851-E969BEB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подтверждение, что люди платят за формат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A897E0-3036-4DFF-B8CD-06386F6A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40F64-1396-4A09-A53E-21DBE04E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оставить price / поменять bundle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8AB0AD-FA09-4FFA-85B8-144E2C4E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1C3AA-3A5A-4720-A9D2-EA94CDF6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Путь к break-even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E6971B-30FF-4CBB-BA4B-C0EE7CC7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DC06CB-445A-4939-9B41-4FCA571B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1k-2k payers, ~$13k-$26k MRR gross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CC8FDD-D416-40A8-8A71-EDF7FF74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5D5DEC-AF9B-400C-9344-1F885C3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покрывает небольшой продуктовый/ops костяк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9134FF-83AE-453A-9B03-CBC5923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63AF76-12DF-46BC-ADBA-C6921A5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нанимать аккуратно, не раздувать burn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38A2A8-6C0B-4039-A71A-B1FA2AE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46BC02-2A94-4462-9A1E-5ED52431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Seed / стратегический рост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CE133E-0A81-4CFB-826F-92C3C2BC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7D76E9-88B5-4A1E-884C-4E881158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5k-10k payers, ~$65k-$130k MRR gross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BB06CB-C46D-4247-BE1F-5C7EEE39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2453AA-4251-4465-A709-04D092D3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инвестиционный или acquisition narrative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9FC807-8B25-466A-AE22-9E1E8FF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1A7534-4C1D-402B-8149-8CA96F1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масштабировать GTM и creator 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8EE979-D83E-446B-A7E0-3299ACE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34E202-A7CC-436A-9A05-E4168E0E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Cash-out опция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1874BA-0F28-4E07-856C-E619141F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1E8298-D683-43D9-A09B-7ABF0553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$1M+ ARR, удержание и CAC доказаны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517D02-903B-4414-BF82-79911AC7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2DEA4E-CEC0-43ED-BCFD-C2489E0A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обсуждать продажу, revenue-share или рост как standalone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EFA221-2F80-4205-969E-10115F11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93B3D8-65D3-4700-B58A-FD324B62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выбор: cashflow business / seed / strategic exit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8760D9-D82B-4157-80E0-66B819AE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03286746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84A46-711F-4459-9DAB-2E36C355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BD235-9119-4A14-B9B0-2B0A9B40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8475A-E7F9-4F33-A8F4-80BC72B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14D8-9534-477E-AA1A-240154B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E6BA1-0212-49A0-ABC5-D6BAF886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F0644-0A6E-4728-B358-0153EBF2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8576E-7A86-453B-AFF8-00E10311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4CBAC-07FA-4827-A283-22F49BB1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51772-5CB0-4BCD-B79D-6A4C82D8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942CE-1A84-45A6-8AC6-5E977B3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4C227-F4B3-49A0-9672-02E8C116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A8C4F-E2BC-4337-A9AB-31277D4B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3EAA4-F52B-48BB-8B31-7DCEA1B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AA28C-E7BF-42A6-B7DE-4555F154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76C88-19BC-45A8-AF03-F2CE78F7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ADD59-7848-4D50-B554-01A7FA27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018C7-5007-4AEF-996C-1CCE5C73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2DF49-9B37-4803-9BCB-97FC473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DD9E2-C1FA-4E21-B420-A72E307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EE267-3CE1-4D64-84A4-329F6735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472EF-284C-45E4-9504-931D20A7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60F23-D644-42CE-9BFF-56876D77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FA657-CE4D-4D9F-A4C6-5C2940C3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5915E-3E4E-48B9-8C10-5A9B02D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5F503-DCAB-4518-9D51-473337A2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2F1FC-EFD7-426D-8A74-65529300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CA1CD-CC61-4B82-A502-926A9A83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55AE3B-4206-4096-B0D0-B749E83E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C89FB-22F7-4C73-9277-DEA3284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79919-E9D9-44BF-997C-3676FB2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AFA8F-E2D6-41C3-B535-6008F17A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B2345-6B30-4E73-B6A1-114777A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8F2343-412E-49E9-93DB-1AD99C17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8BC06D-3CC9-4013-9A2C-8936FBB9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CF32E8-793A-4E48-A336-8E424B90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E9277A-F87B-47BE-95DF-9B793BE6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D76289-ABAA-4211-A195-29DB19BC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5019E5-A64E-46EF-89EA-7B9DCC72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A8AD2B-518E-4289-AFF0-FA562188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F771F6-7860-4906-A9AD-12562455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1A8521-4F8B-4CA5-9B8E-7932747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39DA64-D5CD-44DC-ADFB-6571E75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D6AF11-3427-456A-8FF8-50C11D47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50FE2A-1D0D-4EAF-9553-4C65EC00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DAF517-2D13-496F-B510-85FB9BD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26C686-1C0E-4EA0-87EE-D4E07F7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2F68B-A105-4043-95A0-20399BB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9192791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59418-31D3-481C-990A-6849841D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0EF4E-9A06-4DCD-882A-69A2552B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AAD51-39D5-40FC-B17D-15ABD32F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25AD6-9ED7-424F-9125-6BCE662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FB2B0-3C3F-4C96-A655-058674D0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E42AA-B407-4D5C-B37C-60ABE244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7B999-87C2-41E0-91DC-0DF2016B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F8B62-562F-4DB3-B0CA-7C6E53DB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3D254-6104-4B8A-81B0-A38E4CF3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189E8-1B7E-48BE-8A76-D69D8647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7C2B7-6316-4F81-90AB-0CEDADD5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C0AA1-8886-463F-B476-90BB625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2892E-94AB-4B88-AED7-AB3C034E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2FF8-78F1-4F97-B2C3-4126932F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85FAF-E26E-4CFA-A009-2425FC2A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6CB9E-3693-465C-BCEE-D99DD2B6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868B6-F6C4-4B74-89DD-91BA0849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3CD26-DBD3-4DA9-8661-545B9F01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40715-6CDF-48F3-BAE6-F0D5D07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DEC72-98A4-4F93-9B21-14A468AD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9AC14-327E-4410-904F-F70295B7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57D10-31F1-4130-95AB-39E93C71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051B8-5237-4A5D-B5B2-A3F264D4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F669F-1BD9-4100-AD72-0D1B889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49DD2-7570-4630-925B-5F3B74AE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2D22-7997-44E5-8000-88B6EB0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62F19-F8E6-4EE7-AF83-0691780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7DBBC-238C-444D-8E88-CBB9F5BF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D4013-652B-430E-AAF3-2DAA18A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CE6EA-8216-4447-81DC-1775B905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21126B-DC1D-442A-A913-DE889818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A895F-0D09-4822-B634-7266B6B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9D0AA5-19FE-46AB-855D-E6344ACA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43AAB-2AB6-488E-8834-DA9CE246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D8223-DB62-4CCF-91D7-08684806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4C7E3-0B6B-4028-86BE-AFFD361C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AFE6B5-1890-4A9B-B0DB-4E046D88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FA258E-F929-4E2E-B526-287EA98F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E4FB94-A3E3-40AD-9A6D-3E033D37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6B3C6-4472-42BA-B510-B498C373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24D9C1-77F1-4D5B-9206-3CA64A79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3F85B6-2AF5-4702-AD3C-C713C7E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3A167E-B11B-4176-B7C4-FEE12216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4F60ED-68D2-4F99-B764-62638DB1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4DB126-1297-4BC6-84A2-FC4513DB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259769-213E-4405-8F63-F677D5D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518FF2-E587-4E82-BA81-9059E596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71CDAC-2596-41FC-99E1-60B632BA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85E369-CEEA-45AB-BCB2-1E5A6E67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E9747D-845D-4ABE-8310-3D5FCF72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C135DB-19CF-4827-B7B2-2626642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AA7C05-206A-4C91-86B6-AE788225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34FFED-DF9B-4413-8DFE-35A9290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3E49B6-9E9E-44B5-AE18-79AA32E0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ECCA5B-B983-4846-B877-8A45E147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A0352F-30B5-475F-81EA-470F5EEC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97D2E0-D16B-4BD3-A23C-F176164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80FA93-2356-428F-8FC9-E47AB1CA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DEDEF8-E48A-4B50-87A5-A6703485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46F9AB-82BF-413F-BB9E-F2E4683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F1506C-DF20-4E5C-93DA-DAE9EDA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1DF3A2-6E48-4069-93C8-86A42ADC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DDF1DC-01BD-4EB0-BECA-B9577E76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9D4B40-3509-4A65-8888-B61733FB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B5CE0D-FDEA-4155-B7E1-FD82E126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FD37BA-6247-42FC-B52E-FDB07C39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A1C424-980E-484B-AB28-5D7E07B5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92A7CC-FB69-4D10-8CEA-76DDEB58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CFC9DF-2A17-4487-8DD9-32540BA0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BA1C41-03CB-42DC-BB84-652F290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12E8B01-4E28-4ABA-9EB1-58D083E7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DFF0BD-F41A-4097-B237-DD82A359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75DFFB-B48D-4A08-AA5A-3621308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521448-26F7-446E-9743-8C4276AD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B32773-6AB6-4998-893A-4012F96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3CAF28-7561-44AA-82A5-532D05F6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F80929-CF53-44C1-A858-C747B03F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17E46E-63E6-411F-BFEA-CD3D5B5E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6362AD-7236-4981-A9F4-0CAE14A6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1C1D0E-C543-4297-B48D-FCE8375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25FB68-0A01-4F04-B27C-8C6103C7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1140125-F67D-4880-A154-1D8D775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0B6060-1921-4600-B808-46560961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A5F186-E533-49A5-85DC-35610D6A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B3C601-F460-4F7C-AEE6-5C907881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90055D9-201D-48FF-A6DF-6F47091D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797172F-75C1-419C-955E-D626DDE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9C677F-47E0-45AA-86A7-51AC526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A712849-BAB1-4662-8AF9-3E191284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A9171F9-CC11-4C36-88E4-ACE8C5B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26572A3-76D8-45BB-8A23-B6066F45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F24D01-36A4-4A2E-9D9C-5DB35A5C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A8FB9F4-8642-4EAF-9761-75F77514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968428-D106-4FBF-ACF1-E0265469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46486723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06816-1107-430D-9477-0D9DA1EA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BFAEE-550D-4332-8ACA-7173CE9D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426BA-0B3D-4A71-AEE0-C5C1DD12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4D7EB-02D4-4F25-9DCA-CBBF536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FA019-95B2-4DBE-B5AF-5468F21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A4FC4-9FBA-4A45-8E49-74C22102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1E876-4063-4B18-B0E8-5D077FE2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7767E-27A8-4E14-AAAD-6408FB7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386A5-52F6-4FBA-9516-5BC8363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8ABB4-458C-49B1-B3DC-0C3FD2C1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FF227-37F9-4577-A11E-7A130303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3448C-C974-4E6B-A52C-49766107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75449-8B2E-407F-9BFC-40BA519B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D5C82-348C-4151-846C-DEB2BA23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06C82-445B-443C-BAFF-74C1DAA0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C7235-5F6E-43CA-9D61-15849169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BBC15-7072-4772-8875-84D5D65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63A40-800F-4516-860A-FCBCD96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08EBC-6E01-495D-AD31-FA57D8F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36702-C4CD-4966-A3F7-6C3E4953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C245F-E925-4163-B319-B2F9843F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825F8-7DBF-4112-BFE3-17AE08C2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AC21B-3A45-4D69-997D-04DF2265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511F3-C31F-494F-94A1-E3BFA623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14C7A-4878-4943-A4D6-7013C315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DEC67-863D-4CC1-88A8-AB5F3A32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42C2F-4A0A-4580-B2AC-DB58A585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D09C1-EB72-4706-90B2-D0841575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4A502-ED7E-4951-96EF-93D95DEA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7830E-3464-4445-BD02-1527E4E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0BBDD-603A-4737-AA8A-7553A82F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5FE0BD-A6E1-4EF5-BE88-151097A7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F00D7-1044-4906-933B-BA2C9CB2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0D1BF-DD22-487D-A207-4B42FAC7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C8CBD-1383-4705-B36E-1BADE3B5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E86A87-FAEF-4F59-9FE5-EF22DD18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35B3A-98B0-4874-8C7F-73BE9CDC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5D37B9-C349-4FD2-9D35-79485FB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2BC642-B20D-43A0-813F-180C8374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442EDA-54D2-4B04-BD76-B29FC5CA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B4F803-0250-4F8A-A222-1BD09487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28BFE7-C0D0-4D09-A16E-18D976C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41F931-556F-4470-9D8F-73F2A100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706591-376D-45CD-A5E7-ABB06DCC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03B19F-5D6E-4F39-B6EA-2D491272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26C852-E959-4108-9042-BEEF794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7DA94C-31CD-4498-B050-46047743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929CD4-6B7E-4EAC-A652-8341961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EDFC2C-299A-417F-AD91-B049800A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64A262-F366-480E-9E67-37FEE6C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1F9B50-8C2F-4F35-97B6-C50D23B4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805972-188A-4635-9939-266405DD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BDF06C-76BC-4F5F-BD89-2EA6A12D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3D5023-DD82-4240-B3F1-576050D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94D56C-71F8-488C-A28D-8D0F416A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FBEA52-B64D-45B7-9E20-6278037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AC74E1-5BF7-40A6-8D8A-983DD41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695271-A00B-4A52-A02E-F57950B3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03592D-EAE5-4CD7-94F3-1BBCD23F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987A16-E3EF-414E-85DA-7EE195B5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4E6637-7974-4DE3-8D36-EC025C20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69FA0D-6D00-48D6-AEBA-DBB91162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F4B811-D582-4C0A-A420-725DCDA9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85ADF0-C4C1-44B5-B516-8FEA472D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69EC6E-3542-4779-A5F4-210D4BC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C962CE-0FD5-420B-B26A-0B010DAB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3376EB-6471-43B1-9CFB-46515BEC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D83D75-805F-4205-9DEA-C315B3FF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A407FD-DEAD-42D7-B42C-5A4C0A80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AB6223-CE5B-4034-A540-005EE308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D23E26-5452-4ABE-B06F-C42A7A8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16A7D9-ABB7-418E-87E6-E0462CBF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5B0D0B-56C3-49F6-9891-B5F64B67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339347-944A-4E3A-8C77-6910B4BC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1426837-CA85-4545-A901-FF2BF34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B7736F-05A3-4EA2-9846-86A3B0C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701F75-A77D-4A77-BF3D-6CF14E8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12CAFD-249B-4588-BAA8-7A9C54E0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42802E-480B-4679-B567-30A0A424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B741F4-4CAC-4E02-9414-66ED712B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B8B538-2E3F-461D-ABF3-3E034BDC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03DCD8-D330-44A0-8728-1A626ADA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C362B3-3A64-4A2C-A5F8-64DDF4D0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52E742-B563-4F42-AE53-6670A7CD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DAEFE3-428D-4C69-9734-84312CEC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20505EC-6151-4542-8862-4FF30C92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7131C5-6F70-466B-9B6D-F27B4F3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7888DA-375E-485E-878F-ABE18E49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A1AC578-A436-49EB-8CDE-DDA10679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5292A3-5B1F-4B94-A5A9-FA3E9C9C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748B271-8623-4049-830C-3FFB690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11BC51-097A-4A69-AC01-E641C8CB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€500k+ при полном scale-пути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FCAD55-6152-4A1E-A218-D2EE4CD8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€4k-€10k — первая проверка; €80k-€150k — pre-scale runway; путь к 150k MAU требует отдельного scale-бюджета.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DACF24B-CB5B-4DD2-92E0-EEE0BB62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3272720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8730A-4BF3-483F-8DB4-D9FF08A3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4BB4B-27DF-481F-AA9B-CD721106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5EFBA-2C7D-49D8-8017-E7D56BD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04491-1042-46BA-8DAB-08CD5413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4F3B3-E572-4CEF-802D-63E355E0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3D527-1E68-4953-BC43-EEE5E96E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AAD6D-1923-4AF0-A02F-E2B9366D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6CBB1-0B79-45AD-89E4-E3F1E17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4C105-B0E3-4DCF-94AC-695BE7A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B3F3B-6373-4D0B-8B7B-1F68B8D5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44B3F-03E5-40D0-AE57-377C6615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28699-5F26-4BCB-A341-AD1D579A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5EBA0-6625-4B3F-BA63-EA11FBA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77A0E-D4DD-46A5-A5A1-D67BECAE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24B2C-969E-44EE-99AF-2A7EDE57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F10AB-2791-4AE2-AC67-3FB2C876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7D95A-9553-4C85-9B26-12C03F3F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64089-97EA-4BBD-BE75-7EB112CE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F16A1-C1F6-41E1-A1D4-F7F6B5D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3D562-F26F-4C83-82CF-D05D1FD6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E6B63-8BE0-4963-B9EE-8BA30F6C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95621-8C5C-4894-8A60-5C14B48F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FDF77-E1A5-43D7-A6BE-B1608786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0155A-4C10-432B-BB75-58E4F065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E2D2C-E7A5-4B45-B3E2-9FC2ADA3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71452-BAFC-443D-8B6A-0FA1D07B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F45B3-98B4-4C55-B54C-462C63D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D1C288-906E-4A55-A930-FD905FA2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C8D8B-0853-403A-99A5-3C62AAE2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97130-6564-4FAE-858C-992239BF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F8211-9835-41CE-8297-3EBB04BA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EB77E8-7501-4719-9CC8-A5AD13CB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64881-2C9B-447E-9B49-F7ABAD0A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3FEC2F-2062-44C6-BE7C-ED2987D1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4BBAED-1CBD-43B2-AB87-AB96CA8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6F040-8B12-4FC6-9FDC-4EE8E8F4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C085FB-0800-4796-A6A2-712BC2B8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7DC6F6-A74F-4950-9E17-E3FC1EF3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19502-56BB-4A11-9B0D-76119C7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0BCDF5-0592-4BAA-B340-A2BF4B51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BF724F-6660-4675-B3EF-1AA13764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3C9E42-2E8E-4DE4-B2E3-1E7E49E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154686-1EA1-4667-85C5-F5E223C2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3F8F63-2C1C-4078-86E5-6A81C049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ECFD89-3F30-4E3C-9284-E8B34319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1197F7-8A41-4DD0-BCD3-889F805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98B6C6-BAA5-4F33-9091-92BA2CA8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EDFF7B-EB5C-4061-918F-ED43152B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4EAB7D-B761-43C7-9363-D11DF00D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A2F33D-6740-4602-8D3C-9F33CCD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43213C-F77C-47F1-919F-623C39D0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1B28B3-FC7E-4968-98DB-A9C8DD5F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85F5AB-F599-438E-A217-B14B33BE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5F15EB-8A77-43CE-B672-E5AD7944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E24A86-D399-473E-9DCB-DD58B712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BFB0BB-4D90-4421-81F6-E5DA497F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E80853-D314-4F29-A73A-C315CAC8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7F8161-6237-4609-9834-47FE3598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4834B2-0D19-4B09-9A8E-0D2C5368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AE92EC-117C-4BA0-B365-F7E8CBF6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DF8328-9965-495B-A5C5-37DD6F13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4D657DA-157C-4A05-B366-2B32388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4D1BFB-4F19-4A87-A0E8-FB7A6B1C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828367-45DD-44C1-8221-B5958E5C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6CF763-8090-48EF-9D52-038CD4ED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613DDC-BE58-4DDD-B8F7-C6704B4B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4EA6C2-94AD-43A2-BE3E-78F81B6E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04EA4B-5F1C-44F2-8291-CA574AE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CF0AF7-F267-4075-BF5B-61B3323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FC06C5-E8F5-4531-9B21-B2120F3D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BE68F6-61ED-4F58-A768-78C1F79C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D6AA26-4344-4CFE-B0F8-97933F69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EBFB0E-F731-4230-969D-CF9F78B6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7497A8-C46B-41DF-813B-6F29370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EAA7C9D-927E-4FFF-83F9-C0D58537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CABF08-5D32-4AF6-8470-9B930058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72435F-2E85-446E-8E8D-607E4676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1F7AED-4BC4-4A7D-8BB8-BBBAD617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93A660-EC61-4A90-A4A3-C48A8D3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CBE52B-0EA3-4F61-95B6-147008B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E3E9EE-BFD8-4DBF-9433-024DC3C8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FB1586D-FA31-42AB-9681-B64C54E9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EC3BBF0-3848-446B-BFB8-170077FC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74556E8-4F54-481E-BC06-0D85AC4B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478A01-489F-478F-B81F-80458FC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61D909-113E-411F-B786-DAD7169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CCA2F70-204F-481B-B92F-8B6F8B3A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A4F110E-A934-4C6D-8C7F-B3B43A00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-€40k…-€120k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5A023B-CDC0-440C-913E-D1323150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FE3488-9EBB-4AE9-B51C-8C22C8D5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-€10k…-€350k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F10CE12-05E7-4FC6-B02C-F629C972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641273C-AA78-4898-8A0A-84A38706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need: €80k-€150k до scale; €500k+ при 150k MAU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FFDCD7B-59CA-4D54-83A7-83FDE104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не гарантирован в первый год. При агрессивном росте к 150k MAU нужен отдельный scale-бюджет.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72F320-1E37-4BD9-B08D-599A478B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569600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10CC0-4B93-4721-9418-3D5FDA82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699E6-690B-4CC4-BE3F-7C68DD44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011E7-C93A-4846-A8EA-975BD72C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059F2-19C0-4D8B-AB44-99480432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D364E-F949-432F-AA95-C71522D0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DF39B-7043-41A1-9D92-7C0432CF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B4157-8078-43B0-8355-F40454D3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7D1BA-BDA1-4416-AE4A-F68FA233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4078A-07C2-4887-9983-E1C23F07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0C908-6CE2-49C0-AAFD-5798D39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04A66-008F-4FBC-BB96-83FE42D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3BF9F-89D4-46E4-B61C-EB4A8297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6817E-B4D0-40B4-B787-3B705370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60034-6923-44D9-AC30-77941573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17861-F451-4598-AE01-4F9148C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3CA84-D3A1-4394-BA29-6C0CD56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BAE4A-CFD6-4DA5-BAEC-E6436683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AC053-B87E-49B6-B4D2-1C952C06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573D3-02DA-4757-A9DF-48CC827F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8AF9A-3A19-4B53-BBFE-EF1FF2D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6F4A1-BC2F-4B20-B1E5-273D98EA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2C9DD-B4B5-4115-A674-28649E07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13ABB-C0E5-4693-9E37-0C313D8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D2A39-AE41-4A1C-A62A-0725285C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80E7B-795B-483E-A010-821233C7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3C4BB8-0E94-4FB6-894F-AB79695C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6B5555-34DF-4F3B-835E-0C724259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585F7-7EE8-4742-9BAB-64E79CF8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97227B-8294-42ED-B53C-7B5B2DF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790ABC-7B06-46C9-83B0-C9BA882A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A49CA-B829-4FC4-AFAD-329FC231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E4DD3-3981-4BB2-A98B-55C1ED5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A1751-BDE4-4F41-A21D-B45575BC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01C364-8FF2-4FB4-80FF-58866F0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EB871-545B-48FC-8C41-6E086D21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97CACC-D42F-41E9-B590-B98F8131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53FB04-7A37-401C-9393-290F845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8D7F2B-7A7D-455F-B674-CD1D7926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CCC62F-F2D2-45D9-B601-A547BCD2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C3A259-48CE-413E-B956-C2BC256C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39F3BD-FF7C-47A5-9CAC-58BAEE31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76145F-5D16-4DF9-9090-F559A6B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AD9FCD-37A7-4794-A4E0-DA6840B3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86AB6E-4633-4162-82E0-5E1932F0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47E962-87AF-42C2-BC80-83FF88A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9E1565-16E0-4BBE-A7AF-82370845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E3AAAB-7E08-4B5E-864D-32A4CACB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8172BE-291A-46A5-A329-ACABC9E3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EBE25B-97EA-4189-95CF-AE507A0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45A277-0BB0-4AA2-876C-F6B26C89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38EFC3-57D2-4F21-B619-5D55DC6B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681357-3F91-4CE4-A0C3-80741795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B3F901-F611-4A8D-B906-CBB2FD76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4EFC1D-F33C-44F1-8DA9-1509311B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30F806-54B2-4EEC-A097-25C93762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3867CE-C83F-414F-9388-53B20AE5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8B0AD7-0520-4641-B31A-A196C31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FF4276-CEBF-420C-9D9A-563B5D1C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95125C-3BCA-4313-9781-049104D3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77DC7B-3B88-4488-93BC-276067C3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8050D0-7A2A-4620-8B39-9292A7F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FCA0BB-83C6-402A-BE6B-A39A531C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BBF62A-0FEA-41B3-801F-2AC5BA58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F3C5F2-EC1E-48BE-836F-BF63DEC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E41264-AFB4-47AD-8BA4-ACBB5206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D61B15A-9E0A-473E-92FC-5E2BF92D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27B7A1-C68D-44C2-8C2A-C478F869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23D49E-360B-494E-B479-1C1AC9F3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4303D8-7C2E-4915-916E-D1E06FAC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38146C-FCE7-48CE-A5A3-77AD2578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416892801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7D89B8-CAF3-4B16-8C27-F7F80BC5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8A56F-AEC5-4F92-AA31-190FE39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E25B1-3963-48D6-8FCA-BA3F3D4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9AB51-9CEF-41E2-8EA1-B7E130B3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3AC9C-5322-4D33-BA7A-22988CF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8FFDB-3BD1-43EC-BE34-679FAC8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45FE6-514F-47DE-B09F-5558E1EA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76C82-8EBF-4132-978E-72067466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44EF6-7FB3-4EEE-9C98-3E9D582C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0012B-070B-4C60-B717-3CCCCFCD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B3506-C835-46A8-9E4A-DBB22B80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71C70-DF9A-4C65-9830-B85E4718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134BA-BB83-4B5D-8BB8-E903F2F7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FFC77-D94D-4FA0-A3F7-8AA38F4C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219C5-F724-4E8A-8254-10D20F52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46124-334E-47FB-BBC8-29854621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8F613-E85E-4FE8-AF07-9C63A089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AD530-4CFB-4A7E-993C-906D7491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0E9F7-7941-499E-A67E-8D9FB04C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FB650-05BA-49C3-BE2F-219CAA08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E49F8-AAAF-40B7-A386-45AD033A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F06E9-0076-4ABD-96B1-CB9B8951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F4B500-99B0-4602-B6A8-C9F87EC9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9F19A-C554-4664-8958-9A1176DA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3ADDB-DAE1-4797-A340-2B2C369B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D1F4A-445B-4F00-9E58-F327EC5C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813F0B-8446-43D1-8CF7-4EFD417C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199DE8-7B3C-40B6-93AA-4027B16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5C6C7-97F6-42F7-BF1F-7DF92E9C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DADDB-68F0-4B42-85FB-1B4C91D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88F215-5648-4568-8DC3-3B6A4C1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E06CA-D365-4FC0-81DC-DF7DA91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61A4F-9CCC-4186-AEB2-D1338553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2E45D6-CC6A-4FEC-A22D-64E183F8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4DFB0D-04B0-4455-A9F8-6A24B56C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CC53FA-F016-4445-96C0-000F76A5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AF465-FEFE-4F91-B094-5AB4B6F1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88AB1F-F8B9-43F8-B912-793BAF0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993BE4-0A68-4F8E-B6AA-09F67D73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CE14CC-4FB6-4846-8ADC-52D65AA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6C2B26-3151-43F8-A539-2AF2C045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15875C-4FF2-415F-9CEB-20FCE1F2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5E55C6-DACF-44C7-9964-B4C3032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9692EA-BFFD-46FE-B00F-4E8C17A5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5F50A7-2CCA-4AFB-AE53-A866474B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F84150-E8E5-4B7A-99A4-E4ADCACC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12B248-F504-4605-A110-DB51B5D7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C97F85-0E4C-407B-8E18-651874DC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2893FF-ED1F-4EEB-B3E9-9CCA3482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635CFD-FE9B-4F4F-97D4-AAB657E4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809436-E106-4EE9-BD53-7C48623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ED9AB8-2038-4D97-942C-5760E0F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205523-A3BD-4861-A0EA-940AAF5D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038E94-28B2-43AE-A299-EE266DCE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19CE10-FEAD-49F2-93EC-7192F630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9D26F2-693B-485B-B7F4-98A48B64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27C312-1603-4132-8780-25787E7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4FE0A6-F1D3-4277-90A4-5232EE33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9147940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3AAB4-23A3-4918-9C63-957B99DC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14CCA-1029-4473-8E00-6A13250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0A68A-8380-4A71-A6A2-AB950555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C17E1-DDB1-437F-B316-5B2E6469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B1913-2A85-4E78-A541-79D40812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C89AE-8B47-49E4-8661-2F06CBF4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12B2D-B2E8-4835-95E8-9C97D671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C78EF-DF7F-4A6D-924F-15525051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E4B1E-A93A-40E4-8752-B83F4E8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69470-9107-4083-9168-FDEDE5BB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EC473-B44D-45A0-BEB8-A0E7FF4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48129-2020-4F71-BD14-0982080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1C99C-4066-4247-B575-B55BD1DB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18B28-CB21-4550-BB9E-0D5673F4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11966-9E27-46BA-9A36-85CF862E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0AD93-0A81-49AA-8C61-DBF6AB7C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FC329-36C3-43A5-8AC8-5A48637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0407C-D1A3-4650-9A98-F4156C7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F81BC-C103-4130-A056-BDFA475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12F71-DE9D-4734-B7B8-0DAEDD2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AF4F2-0135-44BE-8094-FA8FB5E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22A9E-0531-493C-9633-BE0017B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B7B16-64E5-4050-9C55-F54B924B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6A685-C449-483F-98C7-60A05E7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5BDB4-A864-4DAD-8612-58444C7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3D686-FE68-4042-AF24-0B2849D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E7828-A9E6-4230-B2D0-B9DA227A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8545F-D75C-419E-9B59-0034EB83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7663C-9481-4DCA-B007-2402222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CB7D4-FE5B-482F-AA47-556941C0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464E0-D57D-48AA-8424-A9115AEA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E8E7C-1754-40DE-88FE-83864F4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C6908-6782-441F-94E3-0B197B5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1AB918-60C8-4D8F-A37C-E4EC5D7B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5B79D-63CC-4347-9C1D-E1FEF1D8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AB627-0D60-4B97-878F-7B8BE09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59E76A-3626-45D7-B3C8-6974B6D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7AF13F-CAE4-45C1-A438-E3969456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65CA8-B9C2-4D51-A609-BBE0BD5F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18312E-5D68-4A65-B193-F65E0E04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57F1EF-FE95-4963-918A-D6B1D989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16CBEE-ADFD-4116-93A7-CCC5BBA3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B7594F-D615-4AC5-9170-35A554EE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44F729-9147-4DD8-893C-D81EC103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BB4835-0110-4DC5-A4B8-2A55990E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79CB8A-4F08-4792-B7AD-BE7ACB4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55084F-9298-463F-9A1F-96643180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71B76E-CABE-43BE-AAC9-D2449385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007724-A4DF-49CD-B6D5-279F87FF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E2D62A-EEDA-435A-A536-AD58AFD8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BBAF40-382B-4D2B-8631-4F4F72B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613C97-1009-4909-B40D-C2DDC4AC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22D491-081B-47F3-AB99-6952E44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A3FA04-BFC0-4BA9-A05B-80439034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4D9B13-F37B-4DBE-9725-87DB766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F9854A-7D91-4552-9FD3-0AE1723A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3E5106-97F1-496B-93DD-CE289AAF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75DF2A-B410-4AFA-BE10-3ADCC0D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AD34BE-FF71-4280-ACC6-54BC1347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F4FF39-27A0-4AB7-B734-07F4E5C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FF11BE-A8E5-41A1-92B5-6C7FCF4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6A7F5D-305B-4617-8C0E-A832B108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EBE3B7-E7F8-4FA3-9548-D8BAF73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6CAF23-3E3C-4C92-82AC-0779F77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071D60-FDB2-45FC-BB02-137CA627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6A15AF-33F5-4221-A0E3-586D52E0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C6C5F2-C5DA-4B3E-8B8C-9F6B8BF8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81A20A-3A93-4F4B-A4D4-C99CCD8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7EA89F-1771-42D3-AA54-2AF2E6ED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F307C5-F85F-4A48-9219-D4AF6943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8EF788-0710-4A88-8217-A58EED92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35C3BE-8892-4087-938C-64CBC01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10EA68-9CF9-4C0E-8D26-B470EC3B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C1318B-2261-481A-B5D6-2FEBCEA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4282EA-1057-4D1C-9BE8-746060F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7123753-4BBB-431A-B45D-4654EB6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053E37-FAEC-42C4-94CD-CEFE5B33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65DFB3-CBD0-46C3-A436-C8BA150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32957E-7EAC-43A1-A663-05F45BBE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02D98D-3D34-494D-8BCA-ABC7E516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84278388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DC233-C3EC-4F68-BF1E-545E2AC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269D7-7AA8-4C0A-A41C-082E3BC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6BC20-1A38-4AF5-ABF7-11CE7077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69329-75C0-4CF9-882D-11A0C8FB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90370-7F0C-4703-9EB2-358A33F3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9C19-E1CB-4364-A6CA-FEEEA332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9A810-DBD4-40E1-B1F5-609C2449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CCEDB-613D-45A9-8FE8-4C46BB4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F2E2B-323A-4F54-B475-E461B137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76764-BCDB-4F38-A14A-920780E5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E648B-740B-4807-88C9-8730E0A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2537F-C766-44D7-B454-E29CEC52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8968C-3F8C-4311-A0F2-FCD1412E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943EA-6E1B-4378-9D71-11A9BFA7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58EF8-D794-4191-B7A2-62CF82A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F12CD-DF92-4F38-A2D9-6D5AC66C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6F3C2-1942-4652-A812-887AAF5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B17C3-2F57-401C-93E0-7CD3757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880C8-11F1-4F1D-B430-E07E994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305AA-0988-49FB-AB7B-F2D3906B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5F4BC-C982-4489-A58A-33C5EB97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4A0B7-D61C-492A-AC70-B1D2B335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A5E07-AD92-4DF9-A052-7A5CDD6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63A74-F7D0-4EF8-9271-6E658B72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C39EC-E649-4EA6-B680-F005E70A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E4C2A-7D21-48E9-BBB1-9DAE8D02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E70F5-CA3F-4EE6-BAD4-D09E36C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8EAC4-358D-4F11-AB0A-494D6033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672D60-FF80-486C-827C-3DFEE13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BB0C1-5D9C-44A6-A357-D05B77AA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2D4DA-0BDD-41E8-AFCE-FBC87A5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7F5FB-9CAB-45B0-93B8-F3099835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512A0-F52F-4F3D-8A7F-5E6FC24D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7B556-3D06-40E6-9BB9-D933CC92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59C91E-C017-49E6-8EAF-C769F60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AD8213-870E-48C1-9E49-2BAC73FD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3F17AC-61CB-4511-A477-26FA3ACE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6755CB-3DA5-4B81-B5CA-FBB983D3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CA1053-20F1-4FE2-9F86-2E7C027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DC0713-9348-4FEF-8897-6A7CBAC0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459AE4-82DA-4E17-9161-91D92D7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BE5FEF-5109-4E33-B436-65B8BA42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AEFDF1-2ABB-4771-BE04-6FA911E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B35E6E-2E40-49B5-807A-B0641050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48491D-E950-418F-B5B4-074E0031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6FCD29-0743-4408-9AF4-23817CA4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2DE080-E898-4B07-B24A-E287E46B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B2ED88-CA2B-4E51-8802-8C81831E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F0403A-E748-4B55-8F8A-B6760FBC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DBD1C7-2857-4D2C-9212-43B7227D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46483F-1546-402C-BDFC-2D8F90AB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DF47AF-8C87-4437-9E61-7C249C0F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BE281E-F512-4727-B388-49BC79FF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D0DAE2-E248-4B68-8B25-82A3FB09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6E0AB0-A2BF-4B2F-89C9-7471259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BD9D37-C691-4CC7-871A-F8414EA3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365E03-107F-41CB-8152-0ADE66B3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034498726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2171F-556B-429F-B057-BE9F6123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2CA09-4DC7-4AC7-92F2-30C14DA9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14A9D-EBCC-47D5-AF5D-8E5E531D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101B0-3527-4F64-B203-F7F82699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A9598-E2D8-4B60-812B-45019D5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662D2-405F-41F0-9DCA-D9F4857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A067E-C7E5-40EB-986E-4FC8D2C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574CA-0C28-4B86-84D9-1109113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0B07F-4F04-48C6-A003-1504F4A4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F05BC-E5BF-4F7A-AF96-ABFF482E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47059-8C37-4E1E-B7A6-12BBC14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7A3E1-F5BA-4269-9AA7-CBB2BCF8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327E8-1ECF-4C99-AC50-C22CEB87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28092-350E-42CC-9EDE-C8FBCCA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A555A-44D4-4A04-BE97-EBFA7185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9739E-A058-4BF2-81F7-B0B1B90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AF116-D6B5-4F8E-B22F-BB52E0D0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190F7-8004-4162-ACD1-F00F19A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46A27-DF30-47F4-A130-D11CCE91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4C53A-FF24-4839-ACFF-183906DE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76548-7850-4099-A9FA-5534DEB7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47CD4-49F9-4526-AF6E-957A3F7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D62DF-FB21-4599-AB8E-4E33C8A3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0D0C0-DE3B-41E4-90D1-58BCFAE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BDAA4-22F5-4B18-A160-A3CCDA68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CB2C7-6F73-428E-B302-C5CA49CE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CB52D-7CA7-4F14-99EC-96D3E619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5058E-ABDD-4E77-AAF3-728E0B6C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E1EB6-C4B2-49E1-B8AB-B477BFAC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541AB-6EF7-4716-9248-FBB55640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4FBB5-30CA-4FB3-8AFB-3ED1CB0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95A04-88FC-45F1-AB7D-0A7B18AB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56AB39-8435-4BA6-B47F-07B38779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0804A-D9F8-450F-BB24-FAC64CB7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1FF94-6E52-445D-A06B-7C24C365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6AD632-F1AD-4468-A393-072EA58F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DD3972-9D9B-4C16-BCFC-40D03754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C460B8-953D-4E42-A5DB-1A2B5DA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529578-D770-4E05-80BB-971AA55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89E9F7-0234-4D82-861F-81F7289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F6011F-DB85-4A45-9520-A91D1171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67F0AF-EF98-456A-BC48-2902A18B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51F58B-8EE7-4096-B369-B2E57A77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03E135-F73D-4674-ADB6-E0475614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A9A27B-38E5-492C-BD1B-BE6A0BFF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76F25A-CC99-4151-9E5E-7E3402C5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D6E6DE-A168-42A2-91D7-2A17BF08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8BE358-677A-46B8-B026-D3F05098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427F4D-65EB-4F06-ABE5-E273E06D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ABF53A-99A7-4FD4-BBE7-4800E3A7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69CA9C-574C-4072-BCFC-D619CFB9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0E04AB-434F-4115-AE6F-E312B07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8B1518-2716-41EB-BC1C-490C649A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FA28E0-1606-4926-8178-45D32F90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EB97CD-4497-41BC-B1E4-7A86154B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56E7D8-0EFA-4498-8A77-EDC4F047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2D2407-9FD7-431A-9FCD-895F864D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775979825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534E0-6E7C-4698-B047-023A7DA2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3DC6E-2F06-447F-8A91-A685CD1E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46832-0556-4C44-9AB1-DA974E2A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ED094-0EA3-4211-95FC-8B39F082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37AFC-1101-44DA-A7C0-B07F70E1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Go-to-Market стратегия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0AD14-D57E-4FF5-A166-31706103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02C51-8E02-415C-9D83-B20D282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1. Первые 100 не покупаются рекламой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761F1-61E1-4E7D-ADAB-812CBF0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 users, interviews, ручные weekly forecasts и concierge cohort. Цель: понять loop, а не installs.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5FB7C-3A4C-4FC2-92CE-78403CF6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2. Creator-led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C4699-BE97-48CF-B2CA-11FA6AF0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micro creators в astrology/self-growth/visual AI проходят 7-day season и показывают опыт, не generic 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97AD1-511F-4168-8B93-2D537F9B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3. Short-form 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61F7C-A9BD-41B1-B3F5-0E97A583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future-self, weekly forecast, avatar transformation, “not horoscope”, before/after Life Canvas и paid-intent CTA.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C19F4-0461-4853-B880-321A788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4. Shareable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30CF9-D7BE-48DA-8F19-65919ADA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card, season recap, future-self poster и trailer week как viral layer после value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27E1E-0340-4D44-A2EE-718DB3B7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799731832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46A6D3-0E49-4F65-85E0-C8AE242B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CBF71-787E-4E72-9C5D-724CF90D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ABF47-0A97-49B1-A74D-5233CA3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AEAAB-08D2-4CD8-9CC9-B1B98D34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747BD-1128-4BEC-BD88-BFFBE12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A032F-07F4-41F5-8436-F6267434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C29D-A2D4-4F70-8F59-924D0550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F2638-0682-416D-B7AA-1E96C2CA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1F758-5297-47AE-8CB5-DD41C230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A807A-92ED-42D8-898C-AD0B1569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F2597-E1AA-4739-818B-E669CD39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7807F-314D-4EAE-B8CD-2801731F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0090E-C9EC-482E-86F4-AC76FDA2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8D94A-7584-4E06-85E3-10A26812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8EB8F-CC29-4601-93C8-03049216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C5127-43B5-4038-B0EC-404973C2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EB47B-AB6D-4975-AD56-C76160F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35F1D-0E8C-4B09-8285-BC021671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FD1A5-0965-4BE6-9C0E-2D5C6756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F4241-8AA3-4215-9B53-3F9731DF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D0F31-5C81-4EEA-B388-9BFE18A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FA510-232C-4663-ACCC-FE545F3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4FC1B-9E4B-45BE-BB91-C0C5052A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02656152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371A2-64BE-4638-9988-5251D607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9AAF0-CD08-4213-BC8D-67C754EC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5B687-44BD-46A3-9808-7894F9BD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566D0-BBD0-4388-918B-AD8E1184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691C8-616B-4361-99D8-CC1A8A17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9D0A9-1759-47C9-B366-70E9DCD2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C4897-7517-428A-8512-9624FADE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00775-AF3C-4BAB-821A-6B7115A5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D5BD1-00B3-46F7-B532-C47E5D31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FFE8E-618C-435B-87F5-B0C80908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19E68-0340-40D2-8B03-BA8CD8BD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14D18-690C-4EE4-AB39-C2722C2C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0A929-6C17-4CB0-80C0-9A930861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91B3A-8CEE-4E07-8E83-95C5672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8C082-2105-4CCE-B499-4A639B45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E6A58-42CB-43BB-B6DC-CE705710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78A4E-6AA2-47CC-8ECA-5F801C32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54562-ED10-4999-87EE-751F393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C11EC-7844-4EBE-88B2-8BD6725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A94FA-1472-434F-8F89-DA6F98FA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438E9-2C32-45F7-BB77-45E1E1D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9F738-0C5D-44D3-8263-2488EC87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1DFD2-466C-4917-B683-97D129C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FB849-7EA8-4F31-A27A-AEAE0D5A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68FA2-57E4-48D7-9922-9E167BC7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77C1A-3747-4266-9911-AE088AE3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4C7F2-4A38-4B1F-BB9D-B0E9E492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5ECD8-9B18-4C47-B346-6D34B86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B61C4-800F-4B5B-A88D-EFE1C22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88C0A-9EC0-44DC-AEA3-C5E4D83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028C6-0868-4D69-9925-D1FDC0E7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820EE9-E8EE-4686-8FAB-63D0AF0D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EF8FF-728E-46A2-ABA7-32B1CFF0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7AEF1-B51D-44BF-9F3D-BA6B241C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83DCF-BACF-4017-BC1A-E769A40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AA0427-9C33-471D-BA73-64BB48C0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F69BFF-D9D3-4042-AF50-4A64D2C9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94230-6EFD-4199-80B7-EE990F61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qualitative objections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D4E071-19F1-43C8-B63F-10CFE3A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1EA825-533E-4C54-A4F3-96D40511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F5C890-F455-447D-9E52-AA9CCBE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3B73AC-CAB3-447F-83F7-471A75C1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D5D619-641E-47F7-B654-9646FB97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14DB45-5BE5-4D1B-AADA-0F5BE368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1789B8-9199-4BEC-AE9E-C6C55897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4B95B0-607A-44E5-A748-B1F5D636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A12B80-52B9-4774-8FE7-1E52486D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D292A3-BCD9-494E-88FE-64DA90B7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CE7549-A172-45F2-A1E0-C53E3055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4734584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068C32-7700-4D2F-9F2A-E92A3CC5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0E433-C122-40EA-BC86-95520A9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1B5A3-B63F-47E9-AD70-7AA4B79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5B33B-8748-47E1-888A-99ECB0E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5D96D-A3BB-41CF-ABD4-0421BB7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56FAB-7521-4848-A49F-4CB63FF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0A23D-622E-4EE3-945B-332B340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FC9AF-B36E-4944-88EB-00CE912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7236F-6635-4120-9E27-4E8067EE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C2D5E-F2A2-4174-B015-EE58C42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19E62-2ADC-4982-9C99-BD14C377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D6A24-794F-45B4-9494-9EA5C734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E55CA-C3D2-4460-A031-C7174E92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003F8-7D91-486C-976D-6540F739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4B234-0328-42B7-8031-30923047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45AEA-0751-494A-8140-73F10CA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2D2B6-9C5E-4DC4-A0B0-4F06D176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B28A1-C541-499A-B4D3-6654525B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361D0-C0B8-4D0F-AB87-C44ADABE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E7453-B030-42C2-B603-ED7E9F91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39EB7-DB45-420F-B939-A0EA4D74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BA57B-21C8-4B97-A4AF-729DB9A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5E2AB-AAD9-4A33-B458-CC67F437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1B3BE-ABB2-444B-8A35-3021F81D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98ED2-9CC8-4CB9-93B3-BC356AC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E990F-8CBE-48FF-8BD7-5663EC2A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E86B3-F9D3-4999-92FC-3807FF9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CF62FD-E368-413F-8FD3-85673561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89971-B5FE-4E2C-81C9-3806D5D8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F5E03-4ADC-4A2E-8386-0E42E41B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F07B1-59DD-48D2-A3FB-FB5BB87B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0738E-5D38-4A95-95ED-031675B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A89F66-E47B-4FFB-AB7E-15B77A63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02A4E-0B6B-49B7-A82F-0211F38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1BE01F-D27A-4408-9546-6D7D67AD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8C264-BBA1-45AE-8CF2-3EE1FACE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F8E4ED-0150-4529-9FA2-FB5CE8CC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40E075-9545-4513-B830-8E291BEB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3CDA83-51F3-4D06-909B-00F88CE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27D1F4-5AC4-4F0E-B974-DEF8C47F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D5352D-00A4-4621-971A-49CC29EC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F624D6-150F-45F0-BF01-BE3FE1E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6C4904-EA22-47C6-8AAE-8625D5D4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F9448D-0222-479C-9D21-6B2463C9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9B2001-9E7F-4612-951B-6DA8E535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265BF6-2B26-4EF6-AAB7-3776860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C6D4DA-D7E3-41BA-B7C1-EE98CBCC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3D0AC8-0268-4E74-B191-2AF78B5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A8C3D9-4E9B-4FC5-906B-AF4DB1FA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1A3CAE-903C-4AF6-96BE-283DD351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372BC1-B09E-4B46-B070-9BF2040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AD0CFC-2E44-4D82-A6E5-53CFC6B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BFBC03-6802-480C-AB31-9BA75715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3B3A0D-36B9-4CBD-8535-8F84721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F2B475-9090-4BA8-8DA7-35B2BF41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E7A8A5-0B0F-4BB6-B2C5-0D082E94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3AC2ED-730B-4A25-8529-6877D9F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49484529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564E51-A399-4E03-9344-27CDE164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B7468-87AE-4728-A17C-968A6B39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F7BAA-6175-4DEF-AFA0-9B9F4E6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AB7AB-6C47-47A5-B47C-27EE414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B230E-CA98-43E4-A235-53C5B523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принятия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B66DA-B093-413F-9F7E-632DB06A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7BE94-5729-4CB4-B959-2790431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9AF77-AD88-4779-B806-272A94B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46322-0DDD-4DDF-873B-BEC1C67A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6DE8F-35D6-41E6-AD3F-4618D23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6F23A-528E-462E-A241-35EA6FE4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0FA2D-BC97-4DB9-BBD0-925DEF0B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2B996-77FC-410E-BB4E-856F247A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 и week trailer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00C8A-AF3A-4083-99B8-FF226EF1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A3EE9-61B3-4A6E-86DA-2F54E8A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вау + понятна причинность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99C1D-0250-41F7-9C3A-035F309E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6ABCA-5AA5-4167-8114-382C184C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D8A9D-E4CA-4DB0-81AF-65F7482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C21AC-234D-4446-9F82-AEE03AAB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8-10 экранов и первый сценарий недели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C5488-10A7-4113-AF21-C67057B3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89EA7-59BB-4C97-9C77-D7DC3B3C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проходит loop без объяснений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5578D-C678-4DB7-B152-97AAF590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D860D-B2D4-4220-9AD2-E05CF235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BB569-3023-4194-B7F4-39BD5369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Cohort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DF900-7D89-44EC-866B-C3D9A97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users, интервью, paid-intent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DA62E-C7E3-4102-8095-BA0D25A1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C30D9-DC98-4DEA-9F3E-18F2595B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&gt;20%, paid intent &gt;5%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1B9BB-AD28-44DE-86CC-DE8A85F0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178D0-8920-4266-BAB7-7A96F9D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7E3652-68EC-42AD-A392-98CF0738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9D2653-EE96-4782-BE66-D4C10D60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billing, analytics, generation logs, paywall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293873-7D47-4BE1-9389-1483DA44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E91E6-019C-4D4D-A2F2-F5C9EE97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15A20-DBA9-4496-906E-D7BD68FA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89427-CE71-405D-AFF0-B4AD8120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DC63A1-D56D-46FD-A30D-7CAD244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CF009E-E615-4CD8-9C71-46235F26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hooks + маленький paid budget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E1645E-0F67-4186-B57C-54CD0AB6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5511D-7D64-48B8-A442-25CF860D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4BBD4-8EEC-487A-AE6B-D3723AD8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0125"/>
            <a:ext cx="7858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A0E1BF-2631-4EB8-86DE-FB5AC6EF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72050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Каждая фаза заканчивается решением: продолжаем, режем scope или останавливаем.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336989-2C59-4566-A165-B9CCE4ED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56737247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7EDA3-820E-4D4C-93FB-CF40D2A0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76DDD-A776-4B64-926B-4C81C390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F2EEE-22C1-401E-AF5C-1230870F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A12F8-DE6E-404A-B6EC-CFCBFDBD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3CE5D-1627-497F-9E5B-AAEC5C4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B320D-2E3A-428E-9C95-6AE1917A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0E4C1-F820-4E4F-8810-12E0F6E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91881-EC95-4707-B446-0B03E85D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B3CD2-EF9A-401F-9B96-E672D3E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5BAD4-D5DD-4D78-81FE-81F13AA7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9AC2A-1176-49C1-A5BE-FE926EF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AB079-B994-4028-9CCB-2C4D0989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7081F-CFA2-42D3-BF15-29F1590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468EC-1F31-449A-8E29-BE8CE597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E0ACE-B9FF-4F22-9BCE-60499706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8B77F-945F-4898-A3BE-DD4B89DC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5FD1C-6AF8-4C2E-9EBE-3AE45A7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F55C7-8377-4E1D-A471-FDA37F0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4239C-7C12-4CE5-A6D3-EFE558D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0A1BA-16D8-4ADE-94AE-54DE9A4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901E6-7680-4971-9280-6C87E918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1B3EF-64D0-4D5F-B02D-4F5A2619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8A83-4B46-4435-9CE7-36DC2EC0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4476A-A5DD-4A82-AF10-146E24C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CB0B4-E7EB-44FD-B1A1-22015D3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E4355-8C9B-46F6-9766-227EE19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9BFD9-60DA-426A-959F-7ED07E59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F1EC2-9D1F-41EF-B239-94BEF71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826F66-906F-4F05-B830-5EE5ADCD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A30F4-F17C-435C-B133-0B36EECA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A76085-5EFE-434E-B671-B47743CD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A36816-4BDD-46A5-8DC5-1AE1A99A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F17ED-8247-41CA-90E4-6EC28DF8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E81A5-6088-4F79-B3AC-9FDD8C3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1E3A37-5AA2-416F-8CC5-90CB7C00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0733A3-B270-4D5C-A275-AC5A6A3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289255-C0B9-4260-99CF-F155B028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AEB3C4-14FD-400E-A7B2-746555E8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DC311E-FE4B-4B5F-A432-56A559B2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BE0A81-867A-4DB6-B708-797373EE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C63F7F-EB38-43A6-81CF-ADFEFE54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C92E9D-E30F-4A78-9658-FA39F2BA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D66F97-135C-45CD-904C-6CAFB36D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CC835A-21F1-4D34-A229-43D8DDF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508618-3EA2-4572-9ADB-8D49DB5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1AF45B-8A1A-4BDE-8805-27B7C2E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F98F96-A27C-4DC0-9787-D0B8487B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443E5A-1A9B-4CE7-8C6B-BB3A231F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C4C9C7-0DF9-4BC0-B573-2C81F2F4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229AB9-CC7C-4F12-A184-D3EB52E8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9CC5FA-E280-40D4-BA05-303D893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0B2A5A-19F6-40E6-AE2B-43360CF0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F6F89C-16B7-45BA-B90A-7DBB1A2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9CC5BC-6010-4CE5-A6EF-CCA5C18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265DE8-65FF-4C79-820B-6F5F9FCE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4886B3-473B-44CD-BD4C-20E7803C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077898-202D-4CA6-93C7-E6570BC7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439432204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72968-C806-4D96-8122-B9F53E4E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B829E-8424-4E3B-BB48-9984D55D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9BE4-B949-49FE-8E0A-6AEFEB06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10C51-6112-4A57-B9D9-178927D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2C59E-D23E-41D5-A76F-66F4F1D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9F7F6-F40C-4134-9BB5-8951BABD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CC57D-ED3C-4CDB-BD95-585761B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7C63E-1248-4338-8AA8-5D8AD97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1B189-1196-4B8C-B44A-C195919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DAC6F-324A-431D-8180-6DB0CFD5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3E3B6-AD8E-41B3-B40C-A503CD5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A7B9D-5AD3-4AB1-8997-F1DF09F0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37086-F56B-4034-A536-0522525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453A4-AD59-409C-BB20-5C045E4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408BA-08A0-48A1-BC4D-EE4636FB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E3491-DD99-40D8-B104-99F109F9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1741C-916B-48B3-BE8C-39ED0178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B864E-4B9D-4F8B-AD2B-DD332BC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C7791-8EF7-4065-9BC7-96EE6D51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B65BB-7CFD-419D-A1B0-C8787354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FB874-3CDF-4B1D-ABE2-CB4D12A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DA5B2-0239-48BC-841E-EB21604C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AA0D1-7C3C-4DC6-96F0-6AE603A4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6BB90-7D1F-4549-A644-5F8B6A54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99178-ED25-4645-8C65-24D47724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3D748-96A6-46A6-A7F6-EF9D51AD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0B52B-3387-4EAB-AABF-430690F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7C480-C3D0-4BFD-AF88-8BC94C3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41D8E-DB49-47F7-93E2-70805E2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7F949-C839-4B53-851F-2B84685B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6DBD30-C765-43B7-B935-1D21E14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153E75-E85F-4D87-9215-53E7602E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24601-B7AE-42A3-BCF7-5A47E11F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21F319-25E2-48FA-9913-BC2ADA7F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0A4051-F73B-4445-B87A-AA96A299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110CED-1199-4D5B-808F-646170E8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DF5953-435F-4E95-B695-00D2A0D0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F40644-F68C-47DE-B0ED-75BFDE9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D2AC0C-FFAB-4BD5-88CC-1E005852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BCAC93-1282-47A2-A852-9C8C4412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446C31-485D-4516-8C13-4A8F808B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0A3F22-7C00-43D7-BF83-0808F61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EED70-A21A-4A09-ACD1-ECB454FF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BCB484-F58D-4FDE-9C47-9404464E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B84220-6044-4C96-9B1A-2D449BE8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053083756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41112F-E727-4E54-814F-BB9607F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106D-4CA0-458A-A255-788973D5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EDA37-05F3-4853-BE21-82B1520C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1496D-44BC-4E0F-86B0-B906D8FA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BECE5-ECF7-4D4F-AD13-943C93CE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Где могут придраться — и как отвечать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21762-72DF-4700-A508-EA1B353E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7DEA8-02BF-4CFE-934D-FADE80F2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5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pre-mortem: где презентацию могут атаковать и какой честный ответ уже встроен в историю.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4DF96-D6A3-4D1C-9054-1A3A8C52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48C24-33AC-4784-ACE9-26AE619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Кто спросит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DE47B-5D2B-4131-8575-0F33E672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71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BCDC1-A1AA-4EA0-BF01-F631D7C0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383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 / уязвимость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F0319-8285-46DF-A69B-1E1E739A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716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88AFE-4F8C-4E52-8BA1-AC1F536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383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Слабое место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E8967-AF71-4619-99C7-4C11F418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571625"/>
            <a:ext cx="3571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D8C9C-EA55-498D-95AE-2DA0EC9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38300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 в V4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DCC47-DD1C-44A2-B8EF-C30C84D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050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0F931-5007-4F99-8804-F9F1719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Клиент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E3B51-5A8F-426A-9BF3-566B3678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05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C54A7-E349-4222-BD91-2D2189C3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717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“Что именно мы делаем в первую фазу?”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79A39-7290-4F73-8154-EF418D6C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050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E78BB-0975-4F1C-B8C3-1B5D478B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спутать проверку с полным продуктом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11EE4-09D5-4A36-87E8-7A76380E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105025"/>
            <a:ext cx="3571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6591C-DE45-4DBE-A8C6-956E6CAC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71700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= €4k-€10k: визуалы, прототип, лендинг, 30-user cohort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0A4BF-8C2A-4860-9D65-68AE519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93985-385F-4584-B665-1FA44B74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Клиент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40EAD-C106-4631-97D0-A36FC0E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BE771-CC10-42EE-A573-EFF6EDA4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051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“Почему не сразу видео/аватар каждый день?”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69728-918D-468F-9480-46A792F7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D0269-D68C-486C-A17D-2C71D04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051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выглядит как главный wow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B521D4-C8A7-465B-8620-697AD89A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38425"/>
            <a:ext cx="3571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78C6C-1118-4D81-93A3-4EDD5F28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05100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image-first; видео только premium/token из-за COGS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CF9CAF-4740-4756-9ECD-47C3BB0F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18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567EF1-93C8-4554-B15B-EFED83BF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Инвестор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97CF8-4F30-4B37-B9B5-BD1920EA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FEE550-6D91-480A-8295-A664C8A0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385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“Откуда цифры конкурентов?”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FBD0DD-1AB2-4FA9-A6A7-D4D66267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72D0FE-EB07-4489-A986-F67DCB6D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385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часть данных — public proxies, не audited P&amp;L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861035-EFA6-49DA-ABBA-366DDE7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71825"/>
            <a:ext cx="3571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55CA76-E018-460D-A297-1113EA4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38500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помечаем как directional benchmarks и используем как guardrails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A3261C-1C9E-44FC-A9E6-F56F788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4A1736-94B0-48D5-A7D7-230FFA5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Инвестор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AC24F5-47DF-4F57-B2B9-A14DD27D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E152DD-13BB-4C89-A9BC-5DBC6CD7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719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“Почему €80k-€150k, если модель растет до 150k MAU?”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D8C26D-D8D5-49A5-B591-DEF21FE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052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B92330-47D0-442C-8A7F-6E4238D6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 V3 смешивались pre-scale и scale path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30AEEC-5B19-4B76-A2FA-2230560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05225"/>
            <a:ext cx="3571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345A31-426D-47E9-97D7-1C6BEFF5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71900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 V4 разделено: €80k-€150k до scale, €500k+ для агрессивного 150k MAU path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3892AF-0612-4CCD-86BB-4BC4742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EDB6E5-551D-4ABB-8F4E-4203E026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Продакт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41DFF7-7267-4BCC-984F-34550502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24D3E8-D2D1-49C1-A082-6DB5F26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053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“Что доказывает, что это не AI-картинка?”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464A68-AEEF-4D89-BD47-01508147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82A154-12E0-44AD-8138-E0BC6B01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риск — случайность Canvas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DF9D6F-02C2-44BD-B0E4-84496CDC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38625"/>
            <a:ext cx="3571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DE4221-53B0-4932-B6A3-7817371C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305300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gate: &gt;50% пользователей объясняют Canvas causality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43FA52-1778-4ED3-9C65-D1F9C011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41E607-516F-4944-A1EE-421DCE3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76EA57-9D2C-4063-A7CC-2FBC91C3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72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7E983F-9824-49E1-8D18-F9131CD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“Можно ли покупать трафик?”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3406F8-EB4F-44FA-860B-DC3176D1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720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85F541-A297-4B13-B21B-A491203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38700"/>
            <a:ext cx="2562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без retention опасен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F804B4-ED90-4BC2-8DE4-E2ED9F85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772025"/>
            <a:ext cx="3571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FE8E99-FD62-496C-8C4A-08A28DC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38700"/>
            <a:ext cx="3419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acquisition только после D1, paid intent и free COGS tracking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6A7064-E3F8-4377-9F01-E75C9462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579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V4 не прячет слабые места. Она показывает, какие вопросы нужно проверить до дорогой разработки.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7B60CA-E8BA-4D73-8B44-E2B93A4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3197720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88262-9E99-46A8-BB4D-CE98E763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9424C-C4C0-43E8-A5C3-46BEE5BD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AD287-A292-4EBD-A4FA-3B6B0049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F8FD7-FA70-4448-9C10-AE55654A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92ECB-74B9-431D-88F6-D5852F4D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Готовность к сдаче клиенту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89417-B4E6-4596-A6E0-949C557A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E9779-B2A6-498F-AD4B-DB37BC8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8C599-4F3D-4D96-8A78-782E6C54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47775"/>
            <a:ext cx="942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можно показывать клиенту как план проверки и основу для следующей фазы, но не как доказанный бизнес без cohort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AAD4E-BC7B-4169-AB7B-B22C9B47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49CA0-6479-4600-A856-5637C8A9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5F57E-57A8-4E3D-85FA-B7324708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09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25F9B-9923-4932-93C8-64B2525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76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Статус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B52EE-2E8E-47AD-9D7D-8E76B41D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09750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B57F5-836D-429A-A637-6016E815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876425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уже есть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CC6FC-4EA3-4BB7-ACE5-5155F080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BFCE0-58E4-4B34-8CA7-EBC3286F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76425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остается после презентации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1DDFE-27BE-49F2-B60A-EE5D293F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5094B-7635-40FD-BA46-674313FD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47B6C-B0BD-421E-8B0A-6086E285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343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EADF5-E928-40C4-AD50-96AB779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09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4B0FE-CE82-4698-87C7-43663C7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43150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0738B-3D71-405F-9A03-889413E0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09825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 Episode → Action → Reset →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10719-80C0-4B9D-8A6B-03CB5D8A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C9330-9B5E-4E73-95E0-92E612DD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сделать 3-5 настоящих visual examples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210D5-48E0-4B85-9F36-1692A80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EEFD1-AB4F-43F4-B71A-6C6758AF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F31E2-7B59-444E-9891-04767CD1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76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BAEF5-698B-4489-95C8-338969A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43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готово как рабочая гипотеза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1DA48-9333-4E55-A950-A55199C8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76550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988F1-68D2-4BA7-BCC4-D7955BB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43225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COGS, free user, CAC, runway, сценарии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EF8112-513C-447A-82DC-37404EEE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4EE28D-8E28-4DC7-B412-65D9CD7E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43225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пересчитать после первых usage/logging данных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4C123-9FCA-4C11-839F-F0541E44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09501C-466E-426D-B0FF-8C20FB1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D1333B-A73C-44D6-971F-18961A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9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DB8281-7E39-4531-BBBF-7B6DF3D7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476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готово для первой проверки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F1EB93-C5A7-46AE-8E34-59ABE497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9950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7EB880-BF7B-47EE-B72A-6137202A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76625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creator-led, micro tests, landing, 30-day validation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DDD022-B062-4752-8D0E-C416CA1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E2C41A-17DD-44F3-A5DE-DD471190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масштабировать рекламу до paid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B0E434-733A-4747-82D1-B42C574A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B6E0D-0A8C-40D6-A6E9-5423A46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19F2A9-7ADE-42EA-93DB-ACB39AB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43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5700CD-7375-45C8-A75E-E15E8296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10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готово для выбора MVP-стека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845229-0CEA-4EBB-9165-52241E3F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43350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86EB54-5E4A-4BC4-A04C-51E9BA32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10025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image-first, capped video, API cost guardrails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5C5AB7-F3F6-4AA2-BD49-00D6FC73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A7B1E6-AF1A-4E8A-92F3-C5DC1D6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0025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 конкретных providers перед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E4C41-D318-4103-9A5A-1D6B403F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078023-CBB7-41B4-9109-C442AD6C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43425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Инвестиционная история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E7DBF0-543E-4F6A-A2F2-A2E72FD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476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AE90D3-C9B6-4880-822B-739DF080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43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достаточно для разговора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A67951-B552-4A15-9AAC-1C2C1E8A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76750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8FC874-7EB7-4520-86BA-0BCFA75B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43425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рынок, белое пятно, экономика, gates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DF30C4-6F26-4358-ABBA-276FFC09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767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C77688-F032-4671-8346-00DB636E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43425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добавить traction после 30-user cohort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53A37C-066C-4537-AF4F-C8ACD73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9F3491-86E2-49F6-8A46-4FE8734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24575"/>
            <a:ext cx="889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презентацию можно показывать как стратегию проверки. Нельзя продавать ее как доказанный бизнес до прототипа и cohort data.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F72DDA-9658-42C5-9073-4F3C5EC1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484068963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2FE1A2-DD61-40C9-88E0-D47BC2AD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FF9ED-29AA-4F38-9E51-F3C2D65B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F4C55-4601-4048-86E0-E5962BC4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05BA2-1A5A-4AC7-9F54-4127524E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158B5-B832-43BD-911B-B1550089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роста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E0CDB-224A-46EF-BE4C-43F6682C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7BB93-7DA5-41EB-ABDC-6000E6B0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EE5BB-2532-4070-8577-F7860DE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8EEF7-8CCA-4DD3-A3F1-B4EEE9FD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CCBEE-4B7C-4F8F-BCA3-626D9C64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87B8E-4235-4076-A0FB-FB5E33A7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01B8D-ED73-4558-9A4B-C68FAF1A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forecast + avatars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119AF-C2F9-424F-9C66-C4981FB3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87457-4456-4BA0-A615-E43CB40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70D3F-3C48-4ADD-A15D-52C54E41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 season + Canvas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8367E-F5AB-44F0-A879-64F18FD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8FFB5-2101-4680-B969-2DD2F23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C6E18-C43C-4BA2-B922-38431AE4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first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74F2E-CCE3-4AC7-81AA-92121AEB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1D9F8-3270-435A-90AF-33044433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F2210-CACD-4557-BC1E-E083C32C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D7 / season recaps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FBCDE-B6C0-460B-834F-6A9EBE6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9FA77-1F38-4645-9508-91E914C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75924-C865-4763-8810-C5D6F23E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creators + paid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7523E-933A-42BB-A5E6-D3EC5F60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BF219-B88F-4068-9A5E-0D0FAB9B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F433C0-2EF1-42D4-9DBB-97F98D9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engine + annual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EA138-46EA-4B79-82D5-880A45A6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Roadmap остается узким, пока loop не доказан: сначала causality, затем retention, затем paid scale.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C002D-5B3F-40EF-88FB-279B7AC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258169739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75D32-CB0C-4603-8E6F-614350BB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6F72A-3EC5-435D-ABBE-61F5B8E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E8F92-AC68-47BB-9C68-731A820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2A267-41F1-4508-8DF0-F3DD4D4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72756-FEFA-4964-9233-E29A40F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нужно строить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7495E-A870-4F6F-B399-8A26B58E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F362F-0E39-4C4B-ADB5-0FB6A7E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E3E5D-7E5F-4DF3-B945-92B3EEF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visual self-guidance app: пользователь вводит birth data/context, получает прогноз, делает daily micro-actions и видит, как развивается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E7637-A275-40EA-B6C5-B9DC83AC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710A8-6A6D-4353-BC2E-C1466D4F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Text-first assistant, weekly season, daily episode, action/reset/reflection, image-first Life Canvas, Plus paywall, один premium video token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EA2BA-4FE1-4F5B-A7F0-AFE3855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C3E94-CAFB-4FE1-9294-58E2780B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 стартовый тест, $12.99 blended/base, $14.99 visual bundle с 4 видео/мес, $4.99-$9.99 premium tokens, no unlimited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A8B98-9967-4FA0-9122-D92EBC8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FCBA9-46D4-478E-BD36-427FB51F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Начать с interviews и concierge cohorts, затем creator-led proof, затем маленькие paid tests вокруг visual week/future-self hooks.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A1213-A51F-45A2-B55A-514A0B0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Kill criteria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714CE-98FA-476B-98F1-F0B45858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Stop/pivot, если users не объясняют Canvas causality, D1 ниже 20%, paid intent ниже 5% или video COGS нельзя контролировать.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E41C6-9B5B-432C-98B5-51DA7950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 step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65A3A-10AB-4470-A303-062A20A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Сделать 3-5 visual examples, clickable prototype, 30-user cohort и один pricing/token experiment.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AA0EF-A5A4-417F-8301-37FF0D4D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08617864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CCAC1-ACC1-4E11-B36E-851727A9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ADB9C-7545-4030-8F9C-FA83D3EE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32291-4E4C-4E63-956F-8764AC79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168B-A2DC-4A37-B328-CEAF6F25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A8BD5-D3DC-4833-A8C2-A2DDD34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A416D-D11A-41A5-8284-78088D77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0E79-CFCF-4106-ACCE-F0299C77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DEACF-B65E-4F39-91B4-72BDC35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visual examples, собрать clickable prototype, протестировать первых 30 users и проверить, понимают ли они causality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7CF20-F3C5-492C-B5D8-66B3F3DB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 → interviews → concierge cohort → paid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7F61C-6C1D-4275-86D8-4B239040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680269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2026-06-06T10:07:24.5480000Z</dcterms:created>
  <dcterms:modified xsi:type="dcterms:W3CDTF">2026-06-06T10:07:24.5480000Z</dcterms:modified>
</coreProperties>
</file>